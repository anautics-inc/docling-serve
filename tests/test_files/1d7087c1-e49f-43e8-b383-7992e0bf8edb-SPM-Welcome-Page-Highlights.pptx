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bookmarkIdSeed="2">
  <p:sldMasterIdLst>
    <p:sldMasterId id="2147484630" r:id="rId4"/>
  </p:sldMasterIdLst>
  <p:notesMasterIdLst>
    <p:notesMasterId r:id="rId8"/>
  </p:notesMasterIdLst>
  <p:handoutMasterIdLst>
    <p:handoutMasterId r:id="rId9"/>
  </p:handoutMasterIdLst>
  <p:sldIdLst>
    <p:sldId id="744" r:id="rId5"/>
    <p:sldId id="746" r:id="rId6"/>
    <p:sldId id="747" r:id="rId7"/>
  </p:sldIdLst>
  <p:sldSz cx="9144000" cy="6858000" type="screen4x3"/>
  <p:notesSz cx="7315200" cy="9601200"/>
  <p:defaultTex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457200" algn="l" rtl="0" fontAlgn="base">
      <a:spcBef>
        <a:spcPct val="0"/>
      </a:spcBef>
      <a:spcAft>
        <a:spcPct val="0"/>
      </a:spcAft>
      <a:defRPr sz="1400" kern="1200">
        <a:solidFill>
          <a:schemeClr val="tx1"/>
        </a:solidFill>
        <a:latin typeface="Arial" charset="0"/>
        <a:ea typeface="+mn-ea"/>
        <a:cs typeface="+mn-cs"/>
      </a:defRPr>
    </a:lvl2pPr>
    <a:lvl3pPr marL="914400" algn="l" rtl="0" fontAlgn="base">
      <a:spcBef>
        <a:spcPct val="0"/>
      </a:spcBef>
      <a:spcAft>
        <a:spcPct val="0"/>
      </a:spcAft>
      <a:defRPr sz="1400" kern="1200">
        <a:solidFill>
          <a:schemeClr val="tx1"/>
        </a:solidFill>
        <a:latin typeface="Arial" charset="0"/>
        <a:ea typeface="+mn-ea"/>
        <a:cs typeface="+mn-cs"/>
      </a:defRPr>
    </a:lvl3pPr>
    <a:lvl4pPr marL="1371600" algn="l" rtl="0" fontAlgn="base">
      <a:spcBef>
        <a:spcPct val="0"/>
      </a:spcBef>
      <a:spcAft>
        <a:spcPct val="0"/>
      </a:spcAft>
      <a:defRPr sz="1400" kern="1200">
        <a:solidFill>
          <a:schemeClr val="tx1"/>
        </a:solidFill>
        <a:latin typeface="Arial" charset="0"/>
        <a:ea typeface="+mn-ea"/>
        <a:cs typeface="+mn-cs"/>
      </a:defRPr>
    </a:lvl4pPr>
    <a:lvl5pPr marL="1828800" algn="l" rtl="0" fontAlgn="base">
      <a:spcBef>
        <a:spcPct val="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894" userDrawn="1">
          <p15:clr>
            <a:srgbClr val="A4A3A4"/>
          </p15:clr>
        </p15:guide>
        <p15:guide id="2" pos="174" userDrawn="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33333"/>
    <a:srgbClr val="99CCFF"/>
    <a:srgbClr val="FF0000"/>
    <a:srgbClr val="009900"/>
    <a:srgbClr val="A50021"/>
    <a:srgbClr val="33CC33"/>
    <a:srgbClr val="FF9900"/>
    <a:srgbClr val="000099"/>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C75221-C06F-43A5-B658-79C8551795CF}" v="29" dt="2024-08-21T17:15:40.0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035" autoAdjust="0"/>
    <p:restoredTop sz="95204" autoAdjust="0"/>
  </p:normalViewPr>
  <p:slideViewPr>
    <p:cSldViewPr snapToGrid="0">
      <p:cViewPr varScale="1">
        <p:scale>
          <a:sx n="107" d="100"/>
          <a:sy n="107" d="100"/>
        </p:scale>
        <p:origin x="2226" y="96"/>
      </p:cViewPr>
      <p:guideLst>
        <p:guide orient="horz" pos="894"/>
        <p:guide pos="174"/>
      </p:guideLst>
    </p:cSldViewPr>
  </p:slideViewPr>
  <p:notesTextViewPr>
    <p:cViewPr>
      <p:scale>
        <a:sx n="1" d="1"/>
        <a:sy n="1" d="1"/>
      </p:scale>
      <p:origin x="0" y="0"/>
    </p:cViewPr>
  </p:notesTextViewPr>
  <p:notesViewPr>
    <p:cSldViewPr snapToGrid="0">
      <p:cViewPr>
        <p:scale>
          <a:sx n="1" d="2"/>
          <a:sy n="1" d="2"/>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bwMode="auto">
          <a:xfrm>
            <a:off x="1" y="2"/>
            <a:ext cx="3170583" cy="475469"/>
          </a:xfrm>
          <a:prstGeom prst="rect">
            <a:avLst/>
          </a:prstGeom>
          <a:noFill/>
          <a:ln w="12700">
            <a:noFill/>
            <a:miter lim="800000"/>
            <a:headEnd/>
            <a:tailEnd/>
          </a:ln>
          <a:effectLst/>
        </p:spPr>
        <p:txBody>
          <a:bodyPr vert="horz" wrap="square" lIns="96076" tIns="48035" rIns="96076" bIns="48035" numCol="1" anchor="t" anchorCtr="0" compatLnSpc="1">
            <a:prstTxWarp prst="textNoShape">
              <a:avLst/>
            </a:prstTxWarp>
          </a:bodyPr>
          <a:lstStyle>
            <a:lvl1pPr eaLnBrk="0" hangingPunct="0">
              <a:defRPr sz="1200"/>
            </a:lvl1pPr>
          </a:lstStyle>
          <a:p>
            <a:endParaRPr lang="en-US"/>
          </a:p>
        </p:txBody>
      </p:sp>
      <p:sp>
        <p:nvSpPr>
          <p:cNvPr id="82947" name="Rectangle 3"/>
          <p:cNvSpPr>
            <a:spLocks noGrp="1" noChangeArrowheads="1"/>
          </p:cNvSpPr>
          <p:nvPr>
            <p:ph type="dt" sz="quarter" idx="1"/>
          </p:nvPr>
        </p:nvSpPr>
        <p:spPr bwMode="auto">
          <a:xfrm>
            <a:off x="4144619" y="2"/>
            <a:ext cx="3170583" cy="475469"/>
          </a:xfrm>
          <a:prstGeom prst="rect">
            <a:avLst/>
          </a:prstGeom>
          <a:noFill/>
          <a:ln w="12700">
            <a:noFill/>
            <a:miter lim="800000"/>
            <a:headEnd/>
            <a:tailEnd/>
          </a:ln>
          <a:effectLst/>
        </p:spPr>
        <p:txBody>
          <a:bodyPr vert="horz" wrap="square" lIns="96076" tIns="48035" rIns="96076" bIns="48035" numCol="1" anchor="t" anchorCtr="0" compatLnSpc="1">
            <a:prstTxWarp prst="textNoShape">
              <a:avLst/>
            </a:prstTxWarp>
          </a:bodyPr>
          <a:lstStyle>
            <a:lvl1pPr algn="r" eaLnBrk="0" hangingPunct="0">
              <a:defRPr sz="1200"/>
            </a:lvl1pPr>
          </a:lstStyle>
          <a:p>
            <a:endParaRPr lang="en-US"/>
          </a:p>
        </p:txBody>
      </p:sp>
      <p:sp>
        <p:nvSpPr>
          <p:cNvPr id="82948" name="Rectangle 4"/>
          <p:cNvSpPr>
            <a:spLocks noGrp="1" noChangeArrowheads="1"/>
          </p:cNvSpPr>
          <p:nvPr>
            <p:ph type="ftr" sz="quarter" idx="2"/>
          </p:nvPr>
        </p:nvSpPr>
        <p:spPr bwMode="auto">
          <a:xfrm>
            <a:off x="1" y="9112616"/>
            <a:ext cx="3170583" cy="475469"/>
          </a:xfrm>
          <a:prstGeom prst="rect">
            <a:avLst/>
          </a:prstGeom>
          <a:noFill/>
          <a:ln w="12700">
            <a:noFill/>
            <a:miter lim="800000"/>
            <a:headEnd/>
            <a:tailEnd/>
          </a:ln>
          <a:effectLst/>
        </p:spPr>
        <p:txBody>
          <a:bodyPr vert="horz" wrap="square" lIns="96076" tIns="48035" rIns="96076" bIns="48035" numCol="1" anchor="b" anchorCtr="0" compatLnSpc="1">
            <a:prstTxWarp prst="textNoShape">
              <a:avLst/>
            </a:prstTxWarp>
          </a:bodyPr>
          <a:lstStyle>
            <a:lvl1pPr eaLnBrk="0" hangingPunct="0">
              <a:defRPr sz="1200"/>
            </a:lvl1pPr>
          </a:lstStyle>
          <a:p>
            <a:endParaRPr lang="en-US"/>
          </a:p>
        </p:txBody>
      </p:sp>
      <p:sp>
        <p:nvSpPr>
          <p:cNvPr id="82949" name="Rectangle 5"/>
          <p:cNvSpPr>
            <a:spLocks noGrp="1" noChangeArrowheads="1"/>
          </p:cNvSpPr>
          <p:nvPr>
            <p:ph type="sldNum" sz="quarter" idx="3"/>
          </p:nvPr>
        </p:nvSpPr>
        <p:spPr bwMode="auto">
          <a:xfrm>
            <a:off x="4144619" y="9112616"/>
            <a:ext cx="3170583" cy="475469"/>
          </a:xfrm>
          <a:prstGeom prst="rect">
            <a:avLst/>
          </a:prstGeom>
          <a:noFill/>
          <a:ln w="12700">
            <a:noFill/>
            <a:miter lim="800000"/>
            <a:headEnd/>
            <a:tailEnd/>
          </a:ln>
          <a:effectLst/>
        </p:spPr>
        <p:txBody>
          <a:bodyPr vert="horz" wrap="square" lIns="96076" tIns="48035" rIns="96076" bIns="48035" numCol="1" anchor="b" anchorCtr="0" compatLnSpc="1">
            <a:prstTxWarp prst="textNoShape">
              <a:avLst/>
            </a:prstTxWarp>
          </a:bodyPr>
          <a:lstStyle>
            <a:lvl1pPr algn="r" eaLnBrk="0" hangingPunct="0">
              <a:defRPr sz="1200"/>
            </a:lvl1pPr>
          </a:lstStyle>
          <a:p>
            <a:fld id="{EA08F208-309A-4D9A-82AF-E03D6ACF71F0}" type="slidenum">
              <a:rPr lang="en-US"/>
              <a:pPr/>
              <a:t>‹#›</a:t>
            </a:fld>
            <a:endParaRPr lang="en-US"/>
          </a:p>
        </p:txBody>
      </p:sp>
    </p:spTree>
    <p:extLst>
      <p:ext uri="{BB962C8B-B14F-4D97-AF65-F5344CB8AC3E}">
        <p14:creationId xmlns:p14="http://schemas.microsoft.com/office/powerpoint/2010/main" val="9658873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1" y="0"/>
            <a:ext cx="3170583" cy="480388"/>
          </a:xfrm>
          <a:prstGeom prst="rect">
            <a:avLst/>
          </a:prstGeom>
          <a:noFill/>
          <a:ln w="9525">
            <a:noFill/>
            <a:miter lim="800000"/>
            <a:headEnd/>
            <a:tailEnd/>
          </a:ln>
          <a:effectLst/>
        </p:spPr>
        <p:txBody>
          <a:bodyPr vert="horz" wrap="square" lIns="96076" tIns="48035" rIns="96076" bIns="48035" numCol="1" anchor="t" anchorCtr="0" compatLnSpc="1">
            <a:prstTxWarp prst="textNoShape">
              <a:avLst/>
            </a:prstTxWarp>
          </a:bodyPr>
          <a:lstStyle>
            <a:lvl1pPr eaLnBrk="0" hangingPunct="0">
              <a:defRPr sz="1200"/>
            </a:lvl1pPr>
          </a:lstStyle>
          <a:p>
            <a:endParaRPr lang="en-US"/>
          </a:p>
        </p:txBody>
      </p:sp>
      <p:sp>
        <p:nvSpPr>
          <p:cNvPr id="39939" name="Rectangle 3"/>
          <p:cNvSpPr>
            <a:spLocks noGrp="1" noChangeArrowheads="1"/>
          </p:cNvSpPr>
          <p:nvPr>
            <p:ph type="dt" idx="1"/>
          </p:nvPr>
        </p:nvSpPr>
        <p:spPr bwMode="auto">
          <a:xfrm>
            <a:off x="4144619" y="0"/>
            <a:ext cx="3170583" cy="480388"/>
          </a:xfrm>
          <a:prstGeom prst="rect">
            <a:avLst/>
          </a:prstGeom>
          <a:noFill/>
          <a:ln w="9525">
            <a:noFill/>
            <a:miter lim="800000"/>
            <a:headEnd/>
            <a:tailEnd/>
          </a:ln>
          <a:effectLst/>
        </p:spPr>
        <p:txBody>
          <a:bodyPr vert="horz" wrap="square" lIns="96076" tIns="48035" rIns="96076" bIns="48035" numCol="1" anchor="t" anchorCtr="0" compatLnSpc="1">
            <a:prstTxWarp prst="textNoShape">
              <a:avLst/>
            </a:prstTxWarp>
          </a:bodyPr>
          <a:lstStyle>
            <a:lvl1pPr algn="r" eaLnBrk="0" hangingPunct="0">
              <a:defRPr sz="1200"/>
            </a:lvl1pPr>
          </a:lstStyle>
          <a:p>
            <a:endParaRPr lang="en-US"/>
          </a:p>
        </p:txBody>
      </p:sp>
      <p:sp>
        <p:nvSpPr>
          <p:cNvPr id="24580"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39941" name="Rectangle 5"/>
          <p:cNvSpPr>
            <a:spLocks noGrp="1" noChangeArrowheads="1"/>
          </p:cNvSpPr>
          <p:nvPr>
            <p:ph type="body" sz="quarter" idx="3"/>
          </p:nvPr>
        </p:nvSpPr>
        <p:spPr bwMode="auto">
          <a:xfrm>
            <a:off x="975693" y="4561228"/>
            <a:ext cx="5363817" cy="4320212"/>
          </a:xfrm>
          <a:prstGeom prst="rect">
            <a:avLst/>
          </a:prstGeom>
          <a:noFill/>
          <a:ln w="9525">
            <a:noFill/>
            <a:miter lim="800000"/>
            <a:headEnd/>
            <a:tailEnd/>
          </a:ln>
          <a:effectLst/>
        </p:spPr>
        <p:txBody>
          <a:bodyPr vert="horz" wrap="square" lIns="96076" tIns="48035" rIns="96076" bIns="4803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9942" name="Rectangle 6"/>
          <p:cNvSpPr>
            <a:spLocks noGrp="1" noChangeArrowheads="1"/>
          </p:cNvSpPr>
          <p:nvPr>
            <p:ph type="ftr" sz="quarter" idx="4"/>
          </p:nvPr>
        </p:nvSpPr>
        <p:spPr bwMode="auto">
          <a:xfrm>
            <a:off x="1" y="9120815"/>
            <a:ext cx="3170583" cy="480387"/>
          </a:xfrm>
          <a:prstGeom prst="rect">
            <a:avLst/>
          </a:prstGeom>
          <a:noFill/>
          <a:ln w="9525">
            <a:noFill/>
            <a:miter lim="800000"/>
            <a:headEnd/>
            <a:tailEnd/>
          </a:ln>
          <a:effectLst/>
        </p:spPr>
        <p:txBody>
          <a:bodyPr vert="horz" wrap="square" lIns="96076" tIns="48035" rIns="96076" bIns="48035" numCol="1" anchor="b" anchorCtr="0" compatLnSpc="1">
            <a:prstTxWarp prst="textNoShape">
              <a:avLst/>
            </a:prstTxWarp>
          </a:bodyPr>
          <a:lstStyle>
            <a:lvl1pPr eaLnBrk="0" hangingPunct="0">
              <a:defRPr sz="1200"/>
            </a:lvl1pPr>
          </a:lstStyle>
          <a:p>
            <a:endParaRPr lang="en-US"/>
          </a:p>
        </p:txBody>
      </p:sp>
      <p:sp>
        <p:nvSpPr>
          <p:cNvPr id="39943" name="Rectangle 7"/>
          <p:cNvSpPr>
            <a:spLocks noGrp="1" noChangeArrowheads="1"/>
          </p:cNvSpPr>
          <p:nvPr>
            <p:ph type="sldNum" sz="quarter" idx="5"/>
          </p:nvPr>
        </p:nvSpPr>
        <p:spPr bwMode="auto">
          <a:xfrm>
            <a:off x="4144619" y="9120815"/>
            <a:ext cx="3170583" cy="480387"/>
          </a:xfrm>
          <a:prstGeom prst="rect">
            <a:avLst/>
          </a:prstGeom>
          <a:noFill/>
          <a:ln w="9525">
            <a:noFill/>
            <a:miter lim="800000"/>
            <a:headEnd/>
            <a:tailEnd/>
          </a:ln>
          <a:effectLst/>
        </p:spPr>
        <p:txBody>
          <a:bodyPr vert="horz" wrap="square" lIns="96076" tIns="48035" rIns="96076" bIns="48035" numCol="1" anchor="b" anchorCtr="0" compatLnSpc="1">
            <a:prstTxWarp prst="textNoShape">
              <a:avLst/>
            </a:prstTxWarp>
          </a:bodyPr>
          <a:lstStyle>
            <a:lvl1pPr algn="r" eaLnBrk="0" hangingPunct="0">
              <a:defRPr sz="1200"/>
            </a:lvl1pPr>
          </a:lstStyle>
          <a:p>
            <a:fld id="{5D00C90A-46E3-4F6E-95A0-391D41793F45}" type="slidenum">
              <a:rPr lang="en-US"/>
              <a:pPr/>
              <a:t>‹#›</a:t>
            </a:fld>
            <a:endParaRPr lang="en-US"/>
          </a:p>
        </p:txBody>
      </p:sp>
    </p:spTree>
    <p:extLst>
      <p:ext uri="{BB962C8B-B14F-4D97-AF65-F5344CB8AC3E}">
        <p14:creationId xmlns:p14="http://schemas.microsoft.com/office/powerpoint/2010/main" val="281490839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5D00C90A-46E3-4F6E-95A0-391D41793F45}" type="slidenum">
              <a:rPr lang="en-US" smtClean="0"/>
              <a:pPr/>
              <a:t>1</a:t>
            </a:fld>
            <a:endParaRPr lang="en-US"/>
          </a:p>
        </p:txBody>
      </p:sp>
    </p:spTree>
    <p:extLst>
      <p:ext uri="{BB962C8B-B14F-4D97-AF65-F5344CB8AC3E}">
        <p14:creationId xmlns:p14="http://schemas.microsoft.com/office/powerpoint/2010/main" val="6482397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5D00C90A-46E3-4F6E-95A0-391D41793F45}" type="slidenum">
              <a:rPr lang="en-US" smtClean="0"/>
              <a:pPr/>
              <a:t>2</a:t>
            </a:fld>
            <a:endParaRPr lang="en-US"/>
          </a:p>
        </p:txBody>
      </p:sp>
    </p:spTree>
    <p:extLst>
      <p:ext uri="{BB962C8B-B14F-4D97-AF65-F5344CB8AC3E}">
        <p14:creationId xmlns:p14="http://schemas.microsoft.com/office/powerpoint/2010/main" val="22001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5D00C90A-46E3-4F6E-95A0-391D41793F45}" type="slidenum">
              <a:rPr lang="en-US" smtClean="0"/>
              <a:pPr/>
              <a:t>3</a:t>
            </a:fld>
            <a:endParaRPr lang="en-US"/>
          </a:p>
        </p:txBody>
      </p:sp>
    </p:spTree>
    <p:extLst>
      <p:ext uri="{BB962C8B-B14F-4D97-AF65-F5344CB8AC3E}">
        <p14:creationId xmlns:p14="http://schemas.microsoft.com/office/powerpoint/2010/main" val="17076843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96616" y="3738208"/>
            <a:ext cx="2459940" cy="2461205"/>
          </a:xfrm>
          <a:prstGeom prst="rect">
            <a:avLst/>
          </a:prstGeom>
        </p:spPr>
      </p:pic>
      <p:sp>
        <p:nvSpPr>
          <p:cNvPr id="3" name="Line 2"/>
          <p:cNvSpPr>
            <a:spLocks noChangeShapeType="1"/>
          </p:cNvSpPr>
          <p:nvPr/>
        </p:nvSpPr>
        <p:spPr bwMode="auto">
          <a:xfrm>
            <a:off x="381000" y="6451600"/>
            <a:ext cx="8382000" cy="0"/>
          </a:xfrm>
          <a:prstGeom prst="line">
            <a:avLst/>
          </a:prstGeom>
          <a:noFill/>
          <a:ln w="57150">
            <a:solidFill>
              <a:srgbClr val="0C2D83"/>
            </a:solidFill>
            <a:round/>
            <a:headEnd/>
            <a:tailEnd/>
          </a:ln>
          <a:effectLst/>
        </p:spPr>
        <p:txBody>
          <a:bodyPr wrap="none" anchor="ctr"/>
          <a:lstStyle/>
          <a:p>
            <a:pPr algn="ctr" eaLnBrk="0" hangingPunct="0">
              <a:defRPr/>
            </a:pPr>
            <a:endParaRPr lang="en-US" sz="1050">
              <a:solidFill>
                <a:srgbClr val="000000"/>
              </a:solidFill>
            </a:endParaRPr>
          </a:p>
        </p:txBody>
      </p:sp>
      <p:sp>
        <p:nvSpPr>
          <p:cNvPr id="5" name="Line 5"/>
          <p:cNvSpPr>
            <a:spLocks noChangeShapeType="1"/>
          </p:cNvSpPr>
          <p:nvPr/>
        </p:nvSpPr>
        <p:spPr bwMode="auto">
          <a:xfrm>
            <a:off x="381000" y="1231900"/>
            <a:ext cx="8382000" cy="0"/>
          </a:xfrm>
          <a:prstGeom prst="line">
            <a:avLst/>
          </a:prstGeom>
          <a:noFill/>
          <a:ln w="57150">
            <a:solidFill>
              <a:srgbClr val="0C2D83"/>
            </a:solidFill>
            <a:round/>
            <a:headEnd/>
            <a:tailEnd/>
          </a:ln>
          <a:effectLst/>
        </p:spPr>
        <p:txBody>
          <a:bodyPr wrap="none" anchor="ctr"/>
          <a:lstStyle/>
          <a:p>
            <a:pPr algn="ctr" eaLnBrk="0" hangingPunct="0">
              <a:defRPr/>
            </a:pPr>
            <a:endParaRPr lang="en-US" sz="1050">
              <a:solidFill>
                <a:srgbClr val="000000"/>
              </a:solidFill>
            </a:endParaRPr>
          </a:p>
        </p:txBody>
      </p:sp>
      <p:sp>
        <p:nvSpPr>
          <p:cNvPr id="50191" name="Rectangle 15"/>
          <p:cNvSpPr>
            <a:spLocks noGrp="1" noChangeArrowheads="1"/>
          </p:cNvSpPr>
          <p:nvPr>
            <p:ph type="ctrTitle"/>
          </p:nvPr>
        </p:nvSpPr>
        <p:spPr>
          <a:xfrm>
            <a:off x="2428408" y="1962150"/>
            <a:ext cx="6334594" cy="1600200"/>
          </a:xfrm>
        </p:spPr>
        <p:txBody>
          <a:bodyPr/>
          <a:lstStyle>
            <a:lvl1pPr>
              <a:defRPr sz="4400" i="0"/>
            </a:lvl1pPr>
          </a:lstStyle>
          <a:p>
            <a:r>
              <a:rPr lang="en-US"/>
              <a:t>Click to edit Master title style</a:t>
            </a:r>
          </a:p>
        </p:txBody>
      </p:sp>
      <p:sp>
        <p:nvSpPr>
          <p:cNvPr id="9" name="Rectangle 7"/>
          <p:cNvSpPr>
            <a:spLocks noGrp="1" noChangeArrowheads="1"/>
          </p:cNvSpPr>
          <p:nvPr>
            <p:ph type="sldNum" sz="quarter" idx="11"/>
          </p:nvPr>
        </p:nvSpPr>
        <p:spPr/>
        <p:txBody>
          <a:bodyPr/>
          <a:lstStyle>
            <a:lvl1pPr>
              <a:defRPr/>
            </a:lvl1pPr>
          </a:lstStyle>
          <a:p>
            <a:pPr>
              <a:defRPr/>
            </a:pPr>
            <a:fld id="{0C8B3FFA-99AC-4324-BD10-92BBEB903BFC}" type="slidenum">
              <a:rPr lang="en-US" smtClean="0">
                <a:solidFill>
                  <a:srgbClr val="FFFFFF">
                    <a:lumMod val="50000"/>
                  </a:srgbClr>
                </a:solidFill>
              </a:rPr>
              <a:pPr>
                <a:defRPr/>
              </a:pPr>
              <a:t>‹#›</a:t>
            </a:fld>
            <a:endParaRPr lang="en-US">
              <a:solidFill>
                <a:srgbClr val="808080"/>
              </a:solidFill>
            </a:endParaRPr>
          </a:p>
        </p:txBody>
      </p:sp>
      <p:sp>
        <p:nvSpPr>
          <p:cNvPr id="12" name="TextBox 11"/>
          <p:cNvSpPr txBox="1"/>
          <p:nvPr userDrawn="1"/>
        </p:nvSpPr>
        <p:spPr>
          <a:xfrm>
            <a:off x="0" y="6581001"/>
            <a:ext cx="1981200" cy="230832"/>
          </a:xfrm>
          <a:prstGeom prst="rect">
            <a:avLst/>
          </a:prstGeom>
          <a:noFill/>
        </p:spPr>
        <p:txBody>
          <a:bodyPr wrap="square" rtlCol="0">
            <a:spAutoFit/>
          </a:bodyPr>
          <a:lstStyle/>
          <a:p>
            <a:pPr algn="l" fontAlgn="auto">
              <a:spcBef>
                <a:spcPts val="0"/>
              </a:spcBef>
              <a:spcAft>
                <a:spcPts val="0"/>
              </a:spcAft>
            </a:pPr>
            <a:r>
              <a:rPr lang="en-US" sz="900" b="1" dirty="0">
                <a:solidFill>
                  <a:srgbClr val="00B050"/>
                </a:solidFill>
                <a:latin typeface="Arial"/>
              </a:rPr>
              <a:t>CUI</a:t>
            </a:r>
          </a:p>
        </p:txBody>
      </p:sp>
      <p:sp>
        <p:nvSpPr>
          <p:cNvPr id="13" name="TextBox 12"/>
          <p:cNvSpPr txBox="1"/>
          <p:nvPr userDrawn="1"/>
        </p:nvSpPr>
        <p:spPr>
          <a:xfrm>
            <a:off x="7158075" y="12183"/>
            <a:ext cx="1981200" cy="230832"/>
          </a:xfrm>
          <a:prstGeom prst="rect">
            <a:avLst/>
          </a:prstGeom>
          <a:noFill/>
        </p:spPr>
        <p:txBody>
          <a:bodyPr wrap="square" rtlCol="0">
            <a:spAutoFit/>
          </a:bodyPr>
          <a:lstStyle/>
          <a:p>
            <a:pPr algn="r" fontAlgn="auto">
              <a:spcBef>
                <a:spcPts val="0"/>
              </a:spcBef>
              <a:spcAft>
                <a:spcPts val="0"/>
              </a:spcAft>
            </a:pPr>
            <a:r>
              <a:rPr lang="en-US" sz="900" b="1" dirty="0">
                <a:solidFill>
                  <a:srgbClr val="00B050"/>
                </a:solidFill>
                <a:latin typeface="Arial"/>
              </a:rPr>
              <a:t>CUI</a:t>
            </a:r>
          </a:p>
        </p:txBody>
      </p:sp>
      <p:sp>
        <p:nvSpPr>
          <p:cNvPr id="15" name="Text Placeholder 17"/>
          <p:cNvSpPr>
            <a:spLocks noGrp="1"/>
          </p:cNvSpPr>
          <p:nvPr>
            <p:ph type="body" sz="quarter" idx="12" hasCustomPrompt="1"/>
          </p:nvPr>
        </p:nvSpPr>
        <p:spPr>
          <a:xfrm>
            <a:off x="5129322" y="4489852"/>
            <a:ext cx="3633678" cy="1550601"/>
          </a:xfrm>
        </p:spPr>
        <p:txBody>
          <a:bodyPr/>
          <a:lstStyle>
            <a:lvl1pPr marL="0" indent="0" algn="r">
              <a:buNone/>
              <a:defRPr b="1"/>
            </a:lvl1pPr>
          </a:lstStyle>
          <a:p>
            <a:pPr lvl="0"/>
            <a:r>
              <a:rPr lang="en-US"/>
              <a:t>Click to add subtitle</a:t>
            </a:r>
          </a:p>
        </p:txBody>
      </p:sp>
      <p:sp>
        <p:nvSpPr>
          <p:cNvPr id="16" name="Rectangle 15"/>
          <p:cNvSpPr/>
          <p:nvPr userDrawn="1"/>
        </p:nvSpPr>
        <p:spPr>
          <a:xfrm>
            <a:off x="381001" y="281928"/>
            <a:ext cx="8381999" cy="553998"/>
          </a:xfrm>
          <a:prstGeom prst="rect">
            <a:avLst/>
          </a:prstGeom>
          <a:effectLst>
            <a:outerShdw dist="35560" dir="2700000" algn="ctr" rotWithShape="0">
              <a:srgbClr val="C0C0C0">
                <a:alpha val="50000"/>
              </a:srgbClr>
            </a:outerShdw>
          </a:effectLst>
        </p:spPr>
        <p:txBody>
          <a:bodyPr wrap="square">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lang="en-US" sz="3000" b="1" kern="1200" noProof="0">
                <a:solidFill>
                  <a:schemeClr val="tx1"/>
                </a:solidFill>
                <a:latin typeface="Tahoma" charset="0"/>
                <a:ea typeface="+mn-ea"/>
                <a:cs typeface="+mn-cs"/>
              </a:rPr>
              <a:t>Air Force Sustainment Center</a:t>
            </a:r>
          </a:p>
        </p:txBody>
      </p:sp>
    </p:spTree>
    <p:extLst>
      <p:ext uri="{BB962C8B-B14F-4D97-AF65-F5344CB8AC3E}">
        <p14:creationId xmlns:p14="http://schemas.microsoft.com/office/powerpoint/2010/main" val="3217649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93507" y="124432"/>
            <a:ext cx="974313" cy="968606"/>
          </a:xfrm>
          <a:prstGeom prst="rect">
            <a:avLst/>
          </a:prstGeom>
        </p:spPr>
      </p:pic>
      <p:sp>
        <p:nvSpPr>
          <p:cNvPr id="5" name="Slide Number Placeholder 4"/>
          <p:cNvSpPr>
            <a:spLocks noGrp="1"/>
          </p:cNvSpPr>
          <p:nvPr>
            <p:ph type="sldNum" sz="quarter" idx="11"/>
          </p:nvPr>
        </p:nvSpPr>
        <p:spPr/>
        <p:txBody>
          <a:bodyPr/>
          <a:lstStyle>
            <a:lvl1pPr>
              <a:defRPr/>
            </a:lvl1pPr>
          </a:lstStyle>
          <a:p>
            <a:pPr>
              <a:defRPr/>
            </a:pPr>
            <a:fld id="{E8C4CF4F-2ECB-4C54-9552-FB58A436033C}" type="slidenum">
              <a:rPr lang="en-US">
                <a:solidFill>
                  <a:srgbClr val="FFFFFF">
                    <a:lumMod val="50000"/>
                  </a:srgbClr>
                </a:solidFill>
              </a:rPr>
              <a:pPr>
                <a:defRPr/>
              </a:pPr>
              <a:t>‹#›</a:t>
            </a:fld>
            <a:endParaRPr lang="en-US">
              <a:solidFill>
                <a:srgbClr val="808080"/>
              </a:solidFill>
            </a:endParaRPr>
          </a:p>
        </p:txBody>
      </p:sp>
      <p:sp>
        <p:nvSpPr>
          <p:cNvPr id="7" name="Text Box 25"/>
          <p:cNvSpPr txBox="1">
            <a:spLocks noChangeArrowheads="1"/>
          </p:cNvSpPr>
          <p:nvPr userDrawn="1"/>
        </p:nvSpPr>
        <p:spPr bwMode="auto">
          <a:xfrm>
            <a:off x="381000" y="6477491"/>
            <a:ext cx="8382000" cy="276999"/>
          </a:xfrm>
          <a:prstGeom prst="rect">
            <a:avLst/>
          </a:prstGeom>
          <a:noFill/>
          <a:ln w="9525" algn="ctr">
            <a:noFill/>
            <a:miter lim="800000"/>
            <a:headEnd/>
            <a:tailEnd/>
          </a:ln>
          <a:effectLst/>
        </p:spPr>
        <p:txBody>
          <a:bodyPr wrap="square">
            <a:spAutoFit/>
          </a:bodyPr>
          <a:lstStyle/>
          <a:p>
            <a:pPr algn="ctr">
              <a:buNone/>
              <a:defRPr/>
            </a:pPr>
            <a:r>
              <a:rPr lang="en-US" sz="1200" b="1" i="1">
                <a:effectLst>
                  <a:outerShdw blurRad="38100" dist="38100" dir="2700000" algn="tl">
                    <a:srgbClr val="C0C0C0"/>
                  </a:outerShdw>
                </a:effectLst>
                <a:latin typeface="Tahoma" charset="0"/>
              </a:rPr>
              <a:t>Deliver and Support Agile War-Winning Capabilities</a:t>
            </a:r>
          </a:p>
        </p:txBody>
      </p:sp>
      <p:sp>
        <p:nvSpPr>
          <p:cNvPr id="8" name="Line 1035"/>
          <p:cNvSpPr>
            <a:spLocks noChangeShapeType="1"/>
          </p:cNvSpPr>
          <p:nvPr userDrawn="1"/>
        </p:nvSpPr>
        <p:spPr bwMode="auto">
          <a:xfrm>
            <a:off x="381000" y="6451600"/>
            <a:ext cx="8382000" cy="0"/>
          </a:xfrm>
          <a:prstGeom prst="line">
            <a:avLst/>
          </a:prstGeom>
          <a:noFill/>
          <a:ln w="57150">
            <a:solidFill>
              <a:srgbClr val="0C2D83"/>
            </a:solidFill>
            <a:round/>
            <a:headEnd/>
            <a:tailEnd/>
          </a:ln>
          <a:effectLst/>
        </p:spPr>
        <p:txBody>
          <a:bodyPr wrap="none" anchor="ctr"/>
          <a:lstStyle/>
          <a:p>
            <a:pPr algn="ctr" eaLnBrk="0" hangingPunct="0">
              <a:defRPr/>
            </a:pPr>
            <a:endParaRPr lang="en-US" sz="1050">
              <a:solidFill>
                <a:srgbClr val="000000"/>
              </a:solidFill>
            </a:endParaRPr>
          </a:p>
        </p:txBody>
      </p:sp>
      <p:sp>
        <p:nvSpPr>
          <p:cNvPr id="9" name="Line 1036"/>
          <p:cNvSpPr>
            <a:spLocks noChangeShapeType="1"/>
          </p:cNvSpPr>
          <p:nvPr userDrawn="1"/>
        </p:nvSpPr>
        <p:spPr bwMode="auto">
          <a:xfrm>
            <a:off x="381000" y="1231900"/>
            <a:ext cx="8382000" cy="0"/>
          </a:xfrm>
          <a:prstGeom prst="line">
            <a:avLst/>
          </a:prstGeom>
          <a:noFill/>
          <a:ln w="57150">
            <a:solidFill>
              <a:srgbClr val="0C2D83"/>
            </a:solidFill>
            <a:round/>
            <a:headEnd/>
            <a:tailEnd/>
          </a:ln>
          <a:effectLst/>
        </p:spPr>
        <p:txBody>
          <a:bodyPr wrap="none" anchor="ctr"/>
          <a:lstStyle/>
          <a:p>
            <a:pPr algn="ctr" eaLnBrk="0" hangingPunct="0">
              <a:defRPr/>
            </a:pPr>
            <a:endParaRPr lang="en-US" sz="1050">
              <a:solidFill>
                <a:srgbClr val="000000"/>
              </a:solidFill>
            </a:endParaRPr>
          </a:p>
        </p:txBody>
      </p:sp>
      <p:sp>
        <p:nvSpPr>
          <p:cNvPr id="14" name="Rectangle 2"/>
          <p:cNvSpPr>
            <a:spLocks noGrp="1" noChangeArrowheads="1"/>
          </p:cNvSpPr>
          <p:nvPr>
            <p:ph type="title"/>
          </p:nvPr>
        </p:nvSpPr>
        <p:spPr>
          <a:xfrm>
            <a:off x="1143000" y="47625"/>
            <a:ext cx="7588664" cy="1143000"/>
          </a:xfrm>
        </p:spPr>
        <p:txBody>
          <a:bodyPr/>
          <a:lstStyle>
            <a:lvl1pPr>
              <a:defRPr sz="3600"/>
            </a:lvl1pPr>
          </a:lstStyle>
          <a:p>
            <a:r>
              <a:rPr lang="en-US"/>
              <a:t>Purpose</a:t>
            </a:r>
            <a:endParaRPr lang="en-US" sz="2400"/>
          </a:p>
        </p:txBody>
      </p:sp>
      <p:sp>
        <p:nvSpPr>
          <p:cNvPr id="12" name="Content Placeholder 2"/>
          <p:cNvSpPr>
            <a:spLocks noGrp="1"/>
          </p:cNvSpPr>
          <p:nvPr>
            <p:ph idx="1"/>
          </p:nvPr>
        </p:nvSpPr>
        <p:spPr>
          <a:xfrm>
            <a:off x="328183" y="2438400"/>
            <a:ext cx="8397875" cy="946150"/>
          </a:xfrm>
        </p:spPr>
        <p:txBody>
          <a:bodyPr anchor="ctr"/>
          <a:lstStyle>
            <a:lvl1pPr marL="0" indent="0" algn="ctr">
              <a:buNone/>
              <a:defRPr sz="2000" i="1"/>
            </a:lvl1pPr>
            <a:lvl2pPr algn="ctr">
              <a:defRPr/>
            </a:lvl2pPr>
            <a:lvl3pPr algn="ctr">
              <a:defRPr/>
            </a:lvl3pPr>
            <a:lvl4pPr algn="ctr">
              <a:defRPr/>
            </a:lvl4pPr>
            <a:lvl5pPr algn="ctr">
              <a:defRPr b="1"/>
            </a:lvl5pPr>
          </a:lstStyle>
          <a:p>
            <a:pPr lvl="0"/>
            <a:r>
              <a:rPr lang="en-US"/>
              <a:t>Click to edit Master text styles</a:t>
            </a:r>
          </a:p>
        </p:txBody>
      </p:sp>
    </p:spTree>
    <p:extLst>
      <p:ext uri="{BB962C8B-B14F-4D97-AF65-F5344CB8AC3E}">
        <p14:creationId xmlns:p14="http://schemas.microsoft.com/office/powerpoint/2010/main" val="2140181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sz="2000"/>
            </a:lvl1pPr>
            <a:lvl2pPr>
              <a:defRPr sz="2000"/>
            </a:lvl2pPr>
            <a:lvl3pPr>
              <a:defRPr sz="2000"/>
            </a:lvl3pPr>
            <a:lvl4pPr>
              <a:defRPr sz="2000"/>
            </a:lvl4pPr>
            <a:lvl5pPr>
              <a:defRPr sz="20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1"/>
          </p:nvPr>
        </p:nvSpPr>
        <p:spPr/>
        <p:txBody>
          <a:bodyPr/>
          <a:lstStyle>
            <a:lvl1pPr>
              <a:defRPr/>
            </a:lvl1pPr>
          </a:lstStyle>
          <a:p>
            <a:pPr>
              <a:defRPr/>
            </a:pPr>
            <a:fld id="{E8C4CF4F-2ECB-4C54-9552-FB58A436033C}" type="slidenum">
              <a:rPr lang="en-US">
                <a:solidFill>
                  <a:srgbClr val="FFFFFF">
                    <a:lumMod val="50000"/>
                  </a:srgbClr>
                </a:solidFill>
              </a:rPr>
              <a:pPr>
                <a:defRPr/>
              </a:pPr>
              <a:t>‹#›</a:t>
            </a:fld>
            <a:endParaRPr lang="en-US">
              <a:solidFill>
                <a:srgbClr val="808080"/>
              </a:solidFill>
            </a:endParaRPr>
          </a:p>
        </p:txBody>
      </p:sp>
      <p:sp>
        <p:nvSpPr>
          <p:cNvPr id="7" name="Text Box 25"/>
          <p:cNvSpPr txBox="1">
            <a:spLocks noChangeArrowheads="1"/>
          </p:cNvSpPr>
          <p:nvPr userDrawn="1"/>
        </p:nvSpPr>
        <p:spPr bwMode="auto">
          <a:xfrm>
            <a:off x="381000" y="6477491"/>
            <a:ext cx="8382000" cy="276999"/>
          </a:xfrm>
          <a:prstGeom prst="rect">
            <a:avLst/>
          </a:prstGeom>
          <a:noFill/>
          <a:ln w="9525" algn="ctr">
            <a:noFill/>
            <a:miter lim="800000"/>
            <a:headEnd/>
            <a:tailEnd/>
          </a:ln>
          <a:effectLst/>
        </p:spPr>
        <p:txBody>
          <a:bodyPr wrap="square">
            <a:spAutoFit/>
          </a:bodyPr>
          <a:lstStyle/>
          <a:p>
            <a:pPr algn="ctr">
              <a:buNone/>
              <a:defRPr/>
            </a:pPr>
            <a:r>
              <a:rPr lang="en-US" sz="1200" b="1" i="1">
                <a:effectLst>
                  <a:outerShdw blurRad="38100" dist="38100" dir="2700000" algn="tl">
                    <a:srgbClr val="C0C0C0"/>
                  </a:outerShdw>
                </a:effectLst>
                <a:latin typeface="Tahoma" charset="0"/>
              </a:rPr>
              <a:t>Delivering</a:t>
            </a:r>
            <a:r>
              <a:rPr lang="en-US" sz="1200" b="1" i="1" baseline="0">
                <a:effectLst>
                  <a:outerShdw blurRad="38100" dist="38100" dir="2700000" algn="tl">
                    <a:srgbClr val="C0C0C0"/>
                  </a:outerShdw>
                </a:effectLst>
                <a:latin typeface="Tahoma" charset="0"/>
              </a:rPr>
              <a:t> combat power for America!</a:t>
            </a:r>
            <a:endParaRPr lang="en-US" sz="1200" b="1" i="1">
              <a:effectLst>
                <a:outerShdw blurRad="38100" dist="38100" dir="2700000" algn="tl">
                  <a:srgbClr val="C0C0C0"/>
                </a:outerShdw>
              </a:effectLst>
              <a:latin typeface="Tahoma" charset="0"/>
            </a:endParaRPr>
          </a:p>
        </p:txBody>
      </p:sp>
      <p:sp>
        <p:nvSpPr>
          <p:cNvPr id="8" name="Line 1035"/>
          <p:cNvSpPr>
            <a:spLocks noChangeShapeType="1"/>
          </p:cNvSpPr>
          <p:nvPr userDrawn="1"/>
        </p:nvSpPr>
        <p:spPr bwMode="auto">
          <a:xfrm>
            <a:off x="381000" y="6451600"/>
            <a:ext cx="8382000" cy="0"/>
          </a:xfrm>
          <a:prstGeom prst="line">
            <a:avLst/>
          </a:prstGeom>
          <a:noFill/>
          <a:ln w="57150">
            <a:solidFill>
              <a:srgbClr val="0C2D83"/>
            </a:solidFill>
            <a:round/>
            <a:headEnd/>
            <a:tailEnd/>
          </a:ln>
          <a:effectLst/>
        </p:spPr>
        <p:txBody>
          <a:bodyPr wrap="none" anchor="ctr"/>
          <a:lstStyle/>
          <a:p>
            <a:pPr algn="ctr" eaLnBrk="0" hangingPunct="0">
              <a:defRPr/>
            </a:pPr>
            <a:endParaRPr lang="en-US" sz="1050">
              <a:solidFill>
                <a:srgbClr val="000000"/>
              </a:solidFill>
            </a:endParaRPr>
          </a:p>
        </p:txBody>
      </p:sp>
      <p:sp>
        <p:nvSpPr>
          <p:cNvPr id="9" name="Line 1036"/>
          <p:cNvSpPr>
            <a:spLocks noChangeShapeType="1"/>
          </p:cNvSpPr>
          <p:nvPr userDrawn="1"/>
        </p:nvSpPr>
        <p:spPr bwMode="auto">
          <a:xfrm>
            <a:off x="381000" y="1231900"/>
            <a:ext cx="8382000" cy="0"/>
          </a:xfrm>
          <a:prstGeom prst="line">
            <a:avLst/>
          </a:prstGeom>
          <a:noFill/>
          <a:ln w="57150">
            <a:solidFill>
              <a:srgbClr val="0C2D83"/>
            </a:solidFill>
            <a:round/>
            <a:headEnd/>
            <a:tailEnd/>
          </a:ln>
          <a:effectLst/>
        </p:spPr>
        <p:txBody>
          <a:bodyPr wrap="none" anchor="ctr"/>
          <a:lstStyle/>
          <a:p>
            <a:pPr algn="ctr" eaLnBrk="0" hangingPunct="0">
              <a:defRPr/>
            </a:pPr>
            <a:endParaRPr lang="en-US" sz="2000">
              <a:solidFill>
                <a:srgbClr val="000000"/>
              </a:solidFill>
            </a:endParaRPr>
          </a:p>
        </p:txBody>
      </p:sp>
      <p:pic>
        <p:nvPicPr>
          <p:cNvPr id="13" name="Picture 12"/>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93507" y="124432"/>
            <a:ext cx="974313" cy="968606"/>
          </a:xfrm>
          <a:prstGeom prst="rect">
            <a:avLst/>
          </a:prstGeom>
        </p:spPr>
      </p:pic>
    </p:spTree>
    <p:extLst>
      <p:ext uri="{BB962C8B-B14F-4D97-AF65-F5344CB8AC3E}">
        <p14:creationId xmlns:p14="http://schemas.microsoft.com/office/powerpoint/2010/main" val="2394109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eaLnBrk="0" hangingPunct="0">
              <a:defRPr/>
            </a:pPr>
            <a:fld id="{B5E6CACA-09AB-49BC-8429-8308382B75D4}" type="slidenum">
              <a:rPr lang="en-US" smtClean="0">
                <a:solidFill>
                  <a:srgbClr val="FFFFFF">
                    <a:lumMod val="50000"/>
                  </a:srgbClr>
                </a:solidFill>
              </a:rPr>
              <a:pPr eaLnBrk="0" hangingPunct="0">
                <a:defRPr/>
              </a:pPr>
              <a:t>‹#›</a:t>
            </a:fld>
            <a:endParaRPr lang="en-US">
              <a:solidFill>
                <a:srgbClr val="FFFFFF">
                  <a:lumMod val="50000"/>
                </a:srgbClr>
              </a:solidFill>
            </a:endParaRPr>
          </a:p>
        </p:txBody>
      </p:sp>
    </p:spTree>
    <p:extLst>
      <p:ext uri="{BB962C8B-B14F-4D97-AF65-F5344CB8AC3E}">
        <p14:creationId xmlns:p14="http://schemas.microsoft.com/office/powerpoint/2010/main" val="2099771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25286" y="1222375"/>
            <a:ext cx="4072769" cy="4956048"/>
          </a:xfrm>
        </p:spPr>
        <p:txBody>
          <a:bodyPr/>
          <a:lstStyle>
            <a:lvl1pPr>
              <a:defRPr sz="1800"/>
            </a:lvl1pPr>
            <a:lvl2pPr>
              <a:defRPr sz="1500"/>
            </a:lvl2pPr>
            <a:lvl3pPr>
              <a:defRPr sz="1350"/>
            </a:lvl3pPr>
            <a:lvl4pPr>
              <a:defRPr sz="1200"/>
            </a:lvl4pPr>
            <a:lvl5pPr>
              <a:defRPr sz="1050" baseline="0"/>
            </a:lvl5pPr>
            <a:lvl6pPr>
              <a:defRPr sz="1650"/>
            </a:lvl6pPr>
            <a:lvl7pPr>
              <a:defRPr sz="1650"/>
            </a:lvl7pPr>
            <a:lvl8pPr>
              <a:defRPr sz="1650"/>
            </a:lvl8pPr>
            <a:lvl9pPr>
              <a:defRPr sz="1650"/>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740857" y="1222375"/>
            <a:ext cx="4073652" cy="4956048"/>
          </a:xfrm>
        </p:spPr>
        <p:txBody>
          <a:bodyPr/>
          <a:lstStyle>
            <a:lvl1pPr>
              <a:defRPr sz="1800"/>
            </a:lvl1pPr>
            <a:lvl2pPr>
              <a:defRPr sz="1500"/>
            </a:lvl2pPr>
            <a:lvl3pPr>
              <a:defRPr sz="1350"/>
            </a:lvl3pPr>
            <a:lvl4pPr>
              <a:defRPr sz="1200"/>
            </a:lvl4pPr>
            <a:lvl5pPr>
              <a:defRPr sz="1050"/>
            </a:lvl5pPr>
            <a:lvl6pPr>
              <a:defRPr sz="1650"/>
            </a:lvl6pPr>
            <a:lvl7pPr>
              <a:defRPr sz="1650"/>
            </a:lvl7pPr>
            <a:lvl8pPr>
              <a:defRPr sz="1650"/>
            </a:lvl8pPr>
            <a:lvl9pPr>
              <a:defRPr sz="1650"/>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1" name="Title 10"/>
          <p:cNvSpPr>
            <a:spLocks noGrp="1"/>
          </p:cNvSpPr>
          <p:nvPr>
            <p:ph type="title" hasCustomPrompt="1"/>
          </p:nvPr>
        </p:nvSpPr>
        <p:spPr/>
        <p:txBody>
          <a:bodyPr vert="horz" lIns="0" tIns="0" rIns="0" bIns="0" rtlCol="0" anchor="ctr" anchorCtr="0">
            <a:noAutofit/>
          </a:bodyPr>
          <a:lstStyle>
            <a:lvl1pPr>
              <a:defRPr lang="en-US" dirty="0"/>
            </a:lvl1pPr>
          </a:lstStyle>
          <a:p>
            <a:pPr lvl="0"/>
            <a:r>
              <a:rPr lang="en-US"/>
              <a:t>Click to add title</a:t>
            </a:r>
          </a:p>
        </p:txBody>
      </p:sp>
    </p:spTree>
    <p:extLst>
      <p:ext uri="{BB962C8B-B14F-4D97-AF65-F5344CB8AC3E}">
        <p14:creationId xmlns:p14="http://schemas.microsoft.com/office/powerpoint/2010/main" val="4290902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6" name="Rectangle 1028"/>
          <p:cNvSpPr>
            <a:spLocks noGrp="1" noChangeArrowheads="1"/>
          </p:cNvSpPr>
          <p:nvPr>
            <p:ph type="sldNum" sz="quarter" idx="4"/>
          </p:nvPr>
        </p:nvSpPr>
        <p:spPr bwMode="auto">
          <a:xfrm>
            <a:off x="7988300" y="6524625"/>
            <a:ext cx="1143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750" baseline="0">
                <a:solidFill>
                  <a:schemeClr val="bg1">
                    <a:lumMod val="50000"/>
                  </a:schemeClr>
                </a:solidFill>
              </a:defRPr>
            </a:lvl1pPr>
          </a:lstStyle>
          <a:p>
            <a:pPr eaLnBrk="0" hangingPunct="0">
              <a:defRPr/>
            </a:pPr>
            <a:fld id="{B5E6CACA-09AB-49BC-8429-8308382B75D4}" type="slidenum">
              <a:rPr lang="en-US">
                <a:solidFill>
                  <a:srgbClr val="FFFFFF">
                    <a:lumMod val="50000"/>
                  </a:srgbClr>
                </a:solidFill>
              </a:rPr>
              <a:pPr eaLnBrk="0" hangingPunct="0">
                <a:defRPr/>
              </a:pPr>
              <a:t>‹#›</a:t>
            </a:fld>
            <a:endParaRPr lang="en-US">
              <a:solidFill>
                <a:srgbClr val="FFFFFF">
                  <a:lumMod val="50000"/>
                </a:srgbClr>
              </a:solidFill>
            </a:endParaRPr>
          </a:p>
        </p:txBody>
      </p:sp>
      <p:sp>
        <p:nvSpPr>
          <p:cNvPr id="1029" name="Rectangle 1030"/>
          <p:cNvSpPr>
            <a:spLocks noGrp="1" noChangeArrowheads="1"/>
          </p:cNvSpPr>
          <p:nvPr>
            <p:ph type="title"/>
          </p:nvPr>
        </p:nvSpPr>
        <p:spPr bwMode="auto">
          <a:xfrm>
            <a:off x="1617512" y="69057"/>
            <a:ext cx="714375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33" name="Rectangle 1040"/>
          <p:cNvSpPr>
            <a:spLocks noGrp="1" noChangeArrowheads="1"/>
          </p:cNvSpPr>
          <p:nvPr>
            <p:ph type="body" idx="1"/>
          </p:nvPr>
        </p:nvSpPr>
        <p:spPr bwMode="auto">
          <a:xfrm>
            <a:off x="328183" y="1283270"/>
            <a:ext cx="8397875" cy="47434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0"/>
            <a:r>
              <a:rPr lang="en-US"/>
              <a:t>2nd Bullet</a:t>
            </a:r>
          </a:p>
        </p:txBody>
      </p:sp>
      <p:sp>
        <p:nvSpPr>
          <p:cNvPr id="5" name="TextBox 4"/>
          <p:cNvSpPr txBox="1"/>
          <p:nvPr userDrawn="1"/>
        </p:nvSpPr>
        <p:spPr>
          <a:xfrm>
            <a:off x="0" y="6581001"/>
            <a:ext cx="1981200" cy="230832"/>
          </a:xfrm>
          <a:prstGeom prst="rect">
            <a:avLst/>
          </a:prstGeom>
          <a:noFill/>
        </p:spPr>
        <p:txBody>
          <a:bodyPr wrap="square" rtlCol="0">
            <a:spAutoFit/>
          </a:bodyPr>
          <a:lstStyle/>
          <a:p>
            <a:pPr algn="l" fontAlgn="auto">
              <a:spcBef>
                <a:spcPts val="0"/>
              </a:spcBef>
              <a:spcAft>
                <a:spcPts val="0"/>
              </a:spcAft>
            </a:pPr>
            <a:r>
              <a:rPr lang="en-US" sz="900" b="1" dirty="0">
                <a:solidFill>
                  <a:srgbClr val="00B050"/>
                </a:solidFill>
                <a:latin typeface="Arial"/>
              </a:rPr>
              <a:t>CUI</a:t>
            </a:r>
          </a:p>
        </p:txBody>
      </p:sp>
      <p:sp>
        <p:nvSpPr>
          <p:cNvPr id="6" name="TextBox 5"/>
          <p:cNvSpPr txBox="1"/>
          <p:nvPr userDrawn="1"/>
        </p:nvSpPr>
        <p:spPr>
          <a:xfrm>
            <a:off x="7158075" y="12183"/>
            <a:ext cx="1981200" cy="230832"/>
          </a:xfrm>
          <a:prstGeom prst="rect">
            <a:avLst/>
          </a:prstGeom>
          <a:noFill/>
        </p:spPr>
        <p:txBody>
          <a:bodyPr wrap="square" rtlCol="0">
            <a:spAutoFit/>
          </a:bodyPr>
          <a:lstStyle/>
          <a:p>
            <a:pPr algn="r" fontAlgn="auto">
              <a:spcBef>
                <a:spcPts val="0"/>
              </a:spcBef>
              <a:spcAft>
                <a:spcPts val="0"/>
              </a:spcAft>
            </a:pPr>
            <a:r>
              <a:rPr lang="en-US" sz="900" b="1" dirty="0">
                <a:solidFill>
                  <a:srgbClr val="00B050"/>
                </a:solidFill>
                <a:latin typeface="Arial"/>
              </a:rPr>
              <a:t>CUI</a:t>
            </a:r>
          </a:p>
        </p:txBody>
      </p:sp>
    </p:spTree>
    <p:extLst>
      <p:ext uri="{BB962C8B-B14F-4D97-AF65-F5344CB8AC3E}">
        <p14:creationId xmlns:p14="http://schemas.microsoft.com/office/powerpoint/2010/main" val="1488027147"/>
      </p:ext>
    </p:extLst>
  </p:cSld>
  <p:clrMap bg1="lt1" tx1="dk1" bg2="lt2" tx2="dk2" accent1="accent1" accent2="accent2" accent3="accent3" accent4="accent4" accent5="accent5" accent6="accent6" hlink="hlink" folHlink="folHlink"/>
  <p:sldLayoutIdLst>
    <p:sldLayoutId id="2147484631" r:id="rId1"/>
    <p:sldLayoutId id="2147484634" r:id="rId2"/>
    <p:sldLayoutId id="2147484632" r:id="rId3"/>
    <p:sldLayoutId id="2147484633" r:id="rId4"/>
    <p:sldLayoutId id="2147484636" r:id="rId5"/>
  </p:sldLayoutIdLst>
  <p:hf hdr="0" ftr="0" dt="0"/>
  <p:txStyles>
    <p:titleStyle>
      <a:lvl1pPr algn="r" rtl="0" eaLnBrk="0" fontAlgn="base" hangingPunct="0">
        <a:spcBef>
          <a:spcPct val="0"/>
        </a:spcBef>
        <a:spcAft>
          <a:spcPct val="0"/>
        </a:spcAft>
        <a:defRPr sz="2700" b="1" i="1">
          <a:solidFill>
            <a:srgbClr val="151C77"/>
          </a:solidFill>
          <a:latin typeface="+mj-lt"/>
          <a:ea typeface="+mj-ea"/>
          <a:cs typeface="+mj-cs"/>
        </a:defRPr>
      </a:lvl1pPr>
      <a:lvl2pPr algn="r" rtl="0" eaLnBrk="0" fontAlgn="base" hangingPunct="0">
        <a:spcBef>
          <a:spcPct val="0"/>
        </a:spcBef>
        <a:spcAft>
          <a:spcPct val="0"/>
        </a:spcAft>
        <a:defRPr sz="2700" b="1" i="1">
          <a:solidFill>
            <a:srgbClr val="151C77"/>
          </a:solidFill>
          <a:latin typeface="Arial" charset="0"/>
        </a:defRPr>
      </a:lvl2pPr>
      <a:lvl3pPr algn="r" rtl="0" eaLnBrk="0" fontAlgn="base" hangingPunct="0">
        <a:spcBef>
          <a:spcPct val="0"/>
        </a:spcBef>
        <a:spcAft>
          <a:spcPct val="0"/>
        </a:spcAft>
        <a:defRPr sz="2700" b="1" i="1">
          <a:solidFill>
            <a:srgbClr val="151C77"/>
          </a:solidFill>
          <a:latin typeface="Arial" charset="0"/>
        </a:defRPr>
      </a:lvl3pPr>
      <a:lvl4pPr algn="r" rtl="0" eaLnBrk="0" fontAlgn="base" hangingPunct="0">
        <a:spcBef>
          <a:spcPct val="0"/>
        </a:spcBef>
        <a:spcAft>
          <a:spcPct val="0"/>
        </a:spcAft>
        <a:defRPr sz="2700" b="1" i="1">
          <a:solidFill>
            <a:srgbClr val="151C77"/>
          </a:solidFill>
          <a:latin typeface="Arial" charset="0"/>
        </a:defRPr>
      </a:lvl4pPr>
      <a:lvl5pPr algn="r" rtl="0" eaLnBrk="0" fontAlgn="base" hangingPunct="0">
        <a:spcBef>
          <a:spcPct val="0"/>
        </a:spcBef>
        <a:spcAft>
          <a:spcPct val="0"/>
        </a:spcAft>
        <a:defRPr sz="2700" b="1" i="1">
          <a:solidFill>
            <a:srgbClr val="151C77"/>
          </a:solidFill>
          <a:latin typeface="Arial" charset="0"/>
        </a:defRPr>
      </a:lvl5pPr>
      <a:lvl6pPr marL="342900" algn="r" rtl="0" eaLnBrk="0" fontAlgn="base" hangingPunct="0">
        <a:spcBef>
          <a:spcPct val="0"/>
        </a:spcBef>
        <a:spcAft>
          <a:spcPct val="0"/>
        </a:spcAft>
        <a:defRPr sz="2700" b="1" i="1">
          <a:solidFill>
            <a:srgbClr val="151C77"/>
          </a:solidFill>
          <a:latin typeface="Arial" charset="0"/>
        </a:defRPr>
      </a:lvl6pPr>
      <a:lvl7pPr marL="685800" algn="r" rtl="0" eaLnBrk="0" fontAlgn="base" hangingPunct="0">
        <a:spcBef>
          <a:spcPct val="0"/>
        </a:spcBef>
        <a:spcAft>
          <a:spcPct val="0"/>
        </a:spcAft>
        <a:defRPr sz="2700" b="1" i="1">
          <a:solidFill>
            <a:srgbClr val="151C77"/>
          </a:solidFill>
          <a:latin typeface="Arial" charset="0"/>
        </a:defRPr>
      </a:lvl7pPr>
      <a:lvl8pPr marL="1028700" algn="r" rtl="0" eaLnBrk="0" fontAlgn="base" hangingPunct="0">
        <a:spcBef>
          <a:spcPct val="0"/>
        </a:spcBef>
        <a:spcAft>
          <a:spcPct val="0"/>
        </a:spcAft>
        <a:defRPr sz="2700" b="1" i="1">
          <a:solidFill>
            <a:srgbClr val="151C77"/>
          </a:solidFill>
          <a:latin typeface="Arial" charset="0"/>
        </a:defRPr>
      </a:lvl8pPr>
      <a:lvl9pPr marL="1371600" algn="r" rtl="0" eaLnBrk="0" fontAlgn="base" hangingPunct="0">
        <a:spcBef>
          <a:spcPct val="0"/>
        </a:spcBef>
        <a:spcAft>
          <a:spcPct val="0"/>
        </a:spcAft>
        <a:defRPr sz="2700" b="1" i="1">
          <a:solidFill>
            <a:srgbClr val="151C77"/>
          </a:solidFill>
          <a:latin typeface="Arial" charset="0"/>
        </a:defRPr>
      </a:lvl9pPr>
    </p:titleStyle>
    <p:bodyStyle>
      <a:lvl1pPr marL="214313" indent="-214313" algn="l" rtl="0" eaLnBrk="0" fontAlgn="base" hangingPunct="0">
        <a:spcBef>
          <a:spcPct val="50000"/>
        </a:spcBef>
        <a:spcAft>
          <a:spcPct val="0"/>
        </a:spcAft>
        <a:buClr>
          <a:srgbClr val="151C77"/>
        </a:buClr>
        <a:buSzPct val="80000"/>
        <a:buFont typeface="Wingdings" pitchFamily="2" charset="2"/>
        <a:buChar char="n"/>
        <a:defRPr sz="1500" b="1">
          <a:solidFill>
            <a:schemeClr val="tx1"/>
          </a:solidFill>
          <a:latin typeface="+mn-lt"/>
          <a:ea typeface="+mn-ea"/>
          <a:cs typeface="+mn-cs"/>
        </a:defRPr>
      </a:lvl1pPr>
      <a:lvl2pPr marL="516731" indent="-211931" algn="l" rtl="0" eaLnBrk="0" fontAlgn="base" hangingPunct="0">
        <a:spcBef>
          <a:spcPct val="25000"/>
        </a:spcBef>
        <a:spcAft>
          <a:spcPct val="0"/>
        </a:spcAft>
        <a:buClr>
          <a:srgbClr val="151C77"/>
        </a:buClr>
        <a:buSzPct val="80000"/>
        <a:buFont typeface="Wingdings" pitchFamily="2" charset="2"/>
        <a:buChar char="n"/>
        <a:defRPr sz="1500" b="1">
          <a:solidFill>
            <a:schemeClr val="tx1"/>
          </a:solidFill>
          <a:latin typeface="+mn-lt"/>
        </a:defRPr>
      </a:lvl2pPr>
      <a:lvl3pPr marL="770335" indent="-167879" algn="l" rtl="0" eaLnBrk="0" fontAlgn="base" hangingPunct="0">
        <a:spcBef>
          <a:spcPct val="25000"/>
        </a:spcBef>
        <a:spcAft>
          <a:spcPct val="0"/>
        </a:spcAft>
        <a:buClr>
          <a:srgbClr val="151C77"/>
        </a:buClr>
        <a:buSzPct val="80000"/>
        <a:buFont typeface="Wingdings" pitchFamily="2" charset="2"/>
        <a:buChar char="n"/>
        <a:defRPr sz="1500" b="1">
          <a:solidFill>
            <a:schemeClr val="tx1"/>
          </a:solidFill>
          <a:latin typeface="+mn-lt"/>
        </a:defRPr>
      </a:lvl3pPr>
      <a:lvl4pPr marL="1200150" indent="-171450" algn="l" rtl="0" eaLnBrk="0" fontAlgn="base" hangingPunct="0">
        <a:spcBef>
          <a:spcPct val="25000"/>
        </a:spcBef>
        <a:spcAft>
          <a:spcPct val="0"/>
        </a:spcAft>
        <a:buClr>
          <a:srgbClr val="151C77"/>
        </a:buClr>
        <a:buSzPct val="80000"/>
        <a:buFont typeface="Wingdings" pitchFamily="2" charset="2"/>
        <a:buChar char="n"/>
        <a:defRPr sz="1500" b="1">
          <a:solidFill>
            <a:schemeClr val="tx1"/>
          </a:solidFill>
          <a:latin typeface="+mn-lt"/>
        </a:defRPr>
      </a:lvl4pPr>
      <a:lvl5pPr marL="15430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5pPr>
      <a:lvl6pPr marL="18859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6pPr>
      <a:lvl7pPr marL="22288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7pPr>
      <a:lvl8pPr marL="25717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8pPr>
      <a:lvl9pPr marL="2914650" indent="-171450" algn="l" rtl="0" eaLnBrk="0" fontAlgn="base" hangingPunct="0">
        <a:spcBef>
          <a:spcPct val="20000"/>
        </a:spcBef>
        <a:spcAft>
          <a:spcPct val="0"/>
        </a:spcAft>
        <a:buClr>
          <a:srgbClr val="003399"/>
        </a:buClr>
        <a:buSzPct val="80000"/>
        <a:buFont typeface="Wingdings" pitchFamily="2" charset="2"/>
        <a:buChar char="n"/>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8CA6D-A3AA-4F5B-B57E-E14FEC7F2583}"/>
              </a:ext>
            </a:extLst>
          </p:cNvPr>
          <p:cNvSpPr>
            <a:spLocks noGrp="1"/>
          </p:cNvSpPr>
          <p:nvPr>
            <p:ph type="title"/>
          </p:nvPr>
        </p:nvSpPr>
        <p:spPr/>
        <p:txBody>
          <a:bodyPr/>
          <a:lstStyle/>
          <a:p>
            <a:r>
              <a:rPr lang="en-US" dirty="0"/>
              <a:t>Servigistics SPM Welcome Page</a:t>
            </a:r>
          </a:p>
        </p:txBody>
      </p:sp>
      <p:sp>
        <p:nvSpPr>
          <p:cNvPr id="48" name="Content Placeholder 47">
            <a:extLst>
              <a:ext uri="{FF2B5EF4-FFF2-40B4-BE49-F238E27FC236}">
                <a16:creationId xmlns:a16="http://schemas.microsoft.com/office/drawing/2014/main" id="{522E8220-8FC3-FBE5-46CE-5DEF1B7B610C}"/>
              </a:ext>
            </a:extLst>
          </p:cNvPr>
          <p:cNvSpPr>
            <a:spLocks noGrp="1"/>
          </p:cNvSpPr>
          <p:nvPr>
            <p:ph idx="1"/>
          </p:nvPr>
        </p:nvSpPr>
        <p:spPr/>
        <p:txBody>
          <a:bodyPr/>
          <a:lstStyle/>
          <a:p>
            <a:pPr marL="0" indent="0">
              <a:buNone/>
            </a:pPr>
            <a:r>
              <a:rPr lang="en-US" dirty="0"/>
              <a:t>Interactive buttons and removal of Hamburger icon</a:t>
            </a:r>
          </a:p>
        </p:txBody>
      </p:sp>
      <p:sp>
        <p:nvSpPr>
          <p:cNvPr id="4" name="Slide Number Placeholder 3">
            <a:extLst>
              <a:ext uri="{FF2B5EF4-FFF2-40B4-BE49-F238E27FC236}">
                <a16:creationId xmlns:a16="http://schemas.microsoft.com/office/drawing/2014/main" id="{EBE394C7-0B78-4490-B88F-E0AD1A99B84E}"/>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1</a:t>
            </a:fld>
            <a:endParaRPr lang="en-US">
              <a:solidFill>
                <a:srgbClr val="808080"/>
              </a:solidFill>
            </a:endParaRPr>
          </a:p>
        </p:txBody>
      </p:sp>
      <p:pic>
        <p:nvPicPr>
          <p:cNvPr id="5" name="Picture 4">
            <a:extLst>
              <a:ext uri="{FF2B5EF4-FFF2-40B4-BE49-F238E27FC236}">
                <a16:creationId xmlns:a16="http://schemas.microsoft.com/office/drawing/2014/main" id="{93458087-2718-0D2E-FCB0-796B6DC3C038}"/>
              </a:ext>
            </a:extLst>
          </p:cNvPr>
          <p:cNvPicPr>
            <a:picLocks noChangeAspect="1"/>
          </p:cNvPicPr>
          <p:nvPr/>
        </p:nvPicPr>
        <p:blipFill>
          <a:blip r:embed="rId3"/>
          <a:stretch>
            <a:fillRect/>
          </a:stretch>
        </p:blipFill>
        <p:spPr>
          <a:xfrm>
            <a:off x="0" y="1900456"/>
            <a:ext cx="9144000" cy="4509370"/>
          </a:xfrm>
          <a:prstGeom prst="rect">
            <a:avLst/>
          </a:prstGeom>
          <a:ln>
            <a:solidFill>
              <a:schemeClr val="tx1"/>
            </a:solidFill>
          </a:ln>
        </p:spPr>
      </p:pic>
    </p:spTree>
    <p:extLst>
      <p:ext uri="{BB962C8B-B14F-4D97-AF65-F5344CB8AC3E}">
        <p14:creationId xmlns:p14="http://schemas.microsoft.com/office/powerpoint/2010/main" val="1728278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33714D2-9D8B-EC6A-0F21-72DD6A204EEC}"/>
              </a:ext>
            </a:extLst>
          </p:cNvPr>
          <p:cNvPicPr>
            <a:picLocks noChangeAspect="1"/>
          </p:cNvPicPr>
          <p:nvPr/>
        </p:nvPicPr>
        <p:blipFill>
          <a:blip r:embed="rId3"/>
          <a:stretch>
            <a:fillRect/>
          </a:stretch>
        </p:blipFill>
        <p:spPr>
          <a:xfrm>
            <a:off x="0" y="1769082"/>
            <a:ext cx="9144000" cy="4271052"/>
          </a:xfrm>
          <a:prstGeom prst="rect">
            <a:avLst/>
          </a:prstGeom>
          <a:ln>
            <a:solidFill>
              <a:schemeClr val="tx1"/>
            </a:solidFill>
          </a:ln>
        </p:spPr>
      </p:pic>
      <p:sp>
        <p:nvSpPr>
          <p:cNvPr id="2" name="Title 1">
            <a:extLst>
              <a:ext uri="{FF2B5EF4-FFF2-40B4-BE49-F238E27FC236}">
                <a16:creationId xmlns:a16="http://schemas.microsoft.com/office/drawing/2014/main" id="{6738CA6D-A3AA-4F5B-B57E-E14FEC7F2583}"/>
              </a:ext>
            </a:extLst>
          </p:cNvPr>
          <p:cNvSpPr>
            <a:spLocks noGrp="1"/>
          </p:cNvSpPr>
          <p:nvPr>
            <p:ph type="title"/>
          </p:nvPr>
        </p:nvSpPr>
        <p:spPr/>
        <p:txBody>
          <a:bodyPr/>
          <a:lstStyle/>
          <a:p>
            <a:r>
              <a:rPr lang="en-US" dirty="0"/>
              <a:t>Servigistics SPM Welcome Page (cont.)</a:t>
            </a:r>
          </a:p>
        </p:txBody>
      </p:sp>
      <p:sp>
        <p:nvSpPr>
          <p:cNvPr id="4" name="Slide Number Placeholder 3">
            <a:extLst>
              <a:ext uri="{FF2B5EF4-FFF2-40B4-BE49-F238E27FC236}">
                <a16:creationId xmlns:a16="http://schemas.microsoft.com/office/drawing/2014/main" id="{EBE394C7-0B78-4490-B88F-E0AD1A99B84E}"/>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2</a:t>
            </a:fld>
            <a:endParaRPr lang="en-US">
              <a:solidFill>
                <a:srgbClr val="808080"/>
              </a:solidFill>
            </a:endParaRPr>
          </a:p>
        </p:txBody>
      </p:sp>
      <p:cxnSp>
        <p:nvCxnSpPr>
          <p:cNvPr id="3" name="Straight Arrow Connector 2">
            <a:extLst>
              <a:ext uri="{FF2B5EF4-FFF2-40B4-BE49-F238E27FC236}">
                <a16:creationId xmlns:a16="http://schemas.microsoft.com/office/drawing/2014/main" id="{464CF0D9-92CB-B31D-49A5-B8EB61C3070D}"/>
              </a:ext>
            </a:extLst>
          </p:cNvPr>
          <p:cNvCxnSpPr>
            <a:cxnSpLocks/>
          </p:cNvCxnSpPr>
          <p:nvPr/>
        </p:nvCxnSpPr>
        <p:spPr bwMode="auto">
          <a:xfrm flipH="1">
            <a:off x="2817091" y="3269673"/>
            <a:ext cx="461818" cy="159327"/>
          </a:xfrm>
          <a:prstGeom prst="straightConnector1">
            <a:avLst/>
          </a:prstGeom>
          <a:solidFill>
            <a:schemeClr val="accent1"/>
          </a:solidFill>
          <a:ln w="19050" cap="flat" cmpd="sng" algn="ctr">
            <a:solidFill>
              <a:srgbClr val="C00000"/>
            </a:solidFill>
            <a:prstDash val="solid"/>
            <a:round/>
            <a:headEnd type="none" w="med" len="med"/>
            <a:tailEnd type="triangle"/>
          </a:ln>
          <a:effectLst/>
        </p:spPr>
      </p:cxnSp>
      <p:cxnSp>
        <p:nvCxnSpPr>
          <p:cNvPr id="5" name="Straight Arrow Connector 4">
            <a:extLst>
              <a:ext uri="{FF2B5EF4-FFF2-40B4-BE49-F238E27FC236}">
                <a16:creationId xmlns:a16="http://schemas.microsoft.com/office/drawing/2014/main" id="{53A79024-8AA6-240A-F97D-F4202AF8F241}"/>
              </a:ext>
            </a:extLst>
          </p:cNvPr>
          <p:cNvCxnSpPr>
            <a:cxnSpLocks/>
          </p:cNvCxnSpPr>
          <p:nvPr/>
        </p:nvCxnSpPr>
        <p:spPr bwMode="auto">
          <a:xfrm flipH="1">
            <a:off x="6456218" y="3269672"/>
            <a:ext cx="364836" cy="159328"/>
          </a:xfrm>
          <a:prstGeom prst="straightConnector1">
            <a:avLst/>
          </a:prstGeom>
          <a:solidFill>
            <a:schemeClr val="accent1"/>
          </a:solidFill>
          <a:ln w="19050" cap="flat" cmpd="sng" algn="ctr">
            <a:solidFill>
              <a:srgbClr val="C00000"/>
            </a:solidFill>
            <a:prstDash val="solid"/>
            <a:round/>
            <a:headEnd type="none" w="med" len="med"/>
            <a:tailEnd type="triangle"/>
          </a:ln>
          <a:effectLst/>
        </p:spPr>
      </p:cxnSp>
      <p:sp>
        <p:nvSpPr>
          <p:cNvPr id="6" name="Rectangle 5">
            <a:extLst>
              <a:ext uri="{FF2B5EF4-FFF2-40B4-BE49-F238E27FC236}">
                <a16:creationId xmlns:a16="http://schemas.microsoft.com/office/drawing/2014/main" id="{49C16172-6163-8B2F-E9F5-CA4FFF30F0AB}"/>
              </a:ext>
            </a:extLst>
          </p:cNvPr>
          <p:cNvSpPr/>
          <p:nvPr/>
        </p:nvSpPr>
        <p:spPr bwMode="auto">
          <a:xfrm>
            <a:off x="1617512" y="3429000"/>
            <a:ext cx="2372596" cy="718127"/>
          </a:xfrm>
          <a:prstGeom prst="rect">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p:txBody>
      </p:sp>
      <p:sp>
        <p:nvSpPr>
          <p:cNvPr id="7" name="Rectangle 6">
            <a:extLst>
              <a:ext uri="{FF2B5EF4-FFF2-40B4-BE49-F238E27FC236}">
                <a16:creationId xmlns:a16="http://schemas.microsoft.com/office/drawing/2014/main" id="{BBE17714-C926-3479-F639-96B0DEC32A81}"/>
              </a:ext>
            </a:extLst>
          </p:cNvPr>
          <p:cNvSpPr/>
          <p:nvPr/>
        </p:nvSpPr>
        <p:spPr bwMode="auto">
          <a:xfrm>
            <a:off x="5099622" y="3431309"/>
            <a:ext cx="1956960" cy="1031165"/>
          </a:xfrm>
          <a:prstGeom prst="rect">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p:txBody>
      </p:sp>
      <p:sp>
        <p:nvSpPr>
          <p:cNvPr id="8" name="Speech Bubble: Rectangle with Corners Rounded 7">
            <a:extLst>
              <a:ext uri="{FF2B5EF4-FFF2-40B4-BE49-F238E27FC236}">
                <a16:creationId xmlns:a16="http://schemas.microsoft.com/office/drawing/2014/main" id="{A86EEBE5-C1BD-B427-805F-CA39C1F9DC8B}"/>
              </a:ext>
            </a:extLst>
          </p:cNvPr>
          <p:cNvSpPr/>
          <p:nvPr/>
        </p:nvSpPr>
        <p:spPr bwMode="auto">
          <a:xfrm>
            <a:off x="244763" y="2675308"/>
            <a:ext cx="1948874" cy="410306"/>
          </a:xfrm>
          <a:prstGeom prst="wedgeRoundRectCallout">
            <a:avLst>
              <a:gd name="adj1" fmla="val 61872"/>
              <a:gd name="adj2" fmla="val 55369"/>
              <a:gd name="adj3" fmla="val 16667"/>
            </a:avLst>
          </a:prstGeom>
          <a:solidFill>
            <a:schemeClr val="bg1"/>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en-US" sz="1000" dirty="0"/>
              <a:t>Toggles the maintenance and announcements on/off</a:t>
            </a:r>
          </a:p>
        </p:txBody>
      </p:sp>
      <p:sp>
        <p:nvSpPr>
          <p:cNvPr id="9" name="Speech Bubble: Rectangle with Corners Rounded 8">
            <a:extLst>
              <a:ext uri="{FF2B5EF4-FFF2-40B4-BE49-F238E27FC236}">
                <a16:creationId xmlns:a16="http://schemas.microsoft.com/office/drawing/2014/main" id="{D95853A6-7B2D-8371-3AE8-F9943A477D1E}"/>
              </a:ext>
            </a:extLst>
          </p:cNvPr>
          <p:cNvSpPr/>
          <p:nvPr/>
        </p:nvSpPr>
        <p:spPr bwMode="auto">
          <a:xfrm>
            <a:off x="7366000" y="2556071"/>
            <a:ext cx="1643530" cy="481495"/>
          </a:xfrm>
          <a:prstGeom prst="wedgeRoundRectCallout">
            <a:avLst>
              <a:gd name="adj1" fmla="val -56310"/>
              <a:gd name="adj2" fmla="val 70742"/>
              <a:gd name="adj3" fmla="val 16667"/>
            </a:avLst>
          </a:prstGeom>
          <a:solidFill>
            <a:schemeClr val="bg1"/>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en-US" sz="1000" dirty="0"/>
              <a:t>Toggles the data load details on/off</a:t>
            </a:r>
          </a:p>
          <a:p>
            <a:pPr marL="0" marR="0" indent="0"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endParaRPr>
          </a:p>
        </p:txBody>
      </p:sp>
    </p:spTree>
    <p:extLst>
      <p:ext uri="{BB962C8B-B14F-4D97-AF65-F5344CB8AC3E}">
        <p14:creationId xmlns:p14="http://schemas.microsoft.com/office/powerpoint/2010/main" val="478556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A152A675-7F02-7FDB-96BE-CF99C80C6DE3}"/>
              </a:ext>
            </a:extLst>
          </p:cNvPr>
          <p:cNvPicPr>
            <a:picLocks noChangeAspect="1"/>
          </p:cNvPicPr>
          <p:nvPr/>
        </p:nvPicPr>
        <p:blipFill>
          <a:blip r:embed="rId3"/>
          <a:stretch>
            <a:fillRect/>
          </a:stretch>
        </p:blipFill>
        <p:spPr>
          <a:xfrm>
            <a:off x="0" y="1421684"/>
            <a:ext cx="9144000" cy="4509370"/>
          </a:xfrm>
          <a:prstGeom prst="rect">
            <a:avLst/>
          </a:prstGeom>
          <a:ln>
            <a:solidFill>
              <a:schemeClr val="tx1"/>
            </a:solidFill>
          </a:ln>
        </p:spPr>
      </p:pic>
      <p:sp>
        <p:nvSpPr>
          <p:cNvPr id="2" name="Title 1">
            <a:extLst>
              <a:ext uri="{FF2B5EF4-FFF2-40B4-BE49-F238E27FC236}">
                <a16:creationId xmlns:a16="http://schemas.microsoft.com/office/drawing/2014/main" id="{6738CA6D-A3AA-4F5B-B57E-E14FEC7F2583}"/>
              </a:ext>
            </a:extLst>
          </p:cNvPr>
          <p:cNvSpPr>
            <a:spLocks noGrp="1"/>
          </p:cNvSpPr>
          <p:nvPr>
            <p:ph type="title"/>
          </p:nvPr>
        </p:nvSpPr>
        <p:spPr/>
        <p:txBody>
          <a:bodyPr/>
          <a:lstStyle/>
          <a:p>
            <a:r>
              <a:rPr lang="en-US" dirty="0"/>
              <a:t>Servigistics SPM Welcome Page</a:t>
            </a:r>
          </a:p>
        </p:txBody>
      </p:sp>
      <p:sp>
        <p:nvSpPr>
          <p:cNvPr id="4" name="Slide Number Placeholder 3">
            <a:extLst>
              <a:ext uri="{FF2B5EF4-FFF2-40B4-BE49-F238E27FC236}">
                <a16:creationId xmlns:a16="http://schemas.microsoft.com/office/drawing/2014/main" id="{EBE394C7-0B78-4490-B88F-E0AD1A99B84E}"/>
              </a:ext>
            </a:extLst>
          </p:cNvPr>
          <p:cNvSpPr>
            <a:spLocks noGrp="1"/>
          </p:cNvSpPr>
          <p:nvPr>
            <p:ph type="sldNum" sz="quarter" idx="11"/>
          </p:nvPr>
        </p:nvSpPr>
        <p:spPr/>
        <p:txBody>
          <a:bodyPr/>
          <a:lstStyle/>
          <a:p>
            <a:pPr>
              <a:defRPr/>
            </a:pPr>
            <a:fld id="{E8C4CF4F-2ECB-4C54-9552-FB58A436033C}" type="slidenum">
              <a:rPr lang="en-US" smtClean="0">
                <a:solidFill>
                  <a:srgbClr val="FFFFFF">
                    <a:lumMod val="50000"/>
                  </a:srgbClr>
                </a:solidFill>
              </a:rPr>
              <a:pPr>
                <a:defRPr/>
              </a:pPr>
              <a:t>3</a:t>
            </a:fld>
            <a:endParaRPr lang="en-US">
              <a:solidFill>
                <a:srgbClr val="808080"/>
              </a:solidFill>
            </a:endParaRPr>
          </a:p>
        </p:txBody>
      </p:sp>
      <p:sp>
        <p:nvSpPr>
          <p:cNvPr id="3" name="Speech Bubble: Rectangle with Corners Rounded 2">
            <a:extLst>
              <a:ext uri="{FF2B5EF4-FFF2-40B4-BE49-F238E27FC236}">
                <a16:creationId xmlns:a16="http://schemas.microsoft.com/office/drawing/2014/main" id="{EC0D3DD4-A4B5-FABC-AD78-B256B680A25D}"/>
              </a:ext>
            </a:extLst>
          </p:cNvPr>
          <p:cNvSpPr/>
          <p:nvPr/>
        </p:nvSpPr>
        <p:spPr bwMode="auto">
          <a:xfrm>
            <a:off x="1065493" y="2007477"/>
            <a:ext cx="1708725" cy="410306"/>
          </a:xfrm>
          <a:prstGeom prst="wedgeRoundRectCallout">
            <a:avLst>
              <a:gd name="adj1" fmla="val 42903"/>
              <a:gd name="adj2" fmla="val 127647"/>
              <a:gd name="adj3" fmla="val 16667"/>
            </a:avLst>
          </a:prstGeom>
          <a:solidFill>
            <a:schemeClr val="bg1"/>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en-US" sz="1000" dirty="0"/>
              <a:t>Redirects to the Planner Worksheet page</a:t>
            </a:r>
          </a:p>
          <a:p>
            <a:pPr marL="0" marR="0" indent="0"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endParaRPr>
          </a:p>
        </p:txBody>
      </p:sp>
      <p:sp>
        <p:nvSpPr>
          <p:cNvPr id="5" name="Speech Bubble: Rectangle with Corners Rounded 4">
            <a:extLst>
              <a:ext uri="{FF2B5EF4-FFF2-40B4-BE49-F238E27FC236}">
                <a16:creationId xmlns:a16="http://schemas.microsoft.com/office/drawing/2014/main" id="{FBE79469-C7A2-B3FF-A8E3-5913E878983F}"/>
              </a:ext>
            </a:extLst>
          </p:cNvPr>
          <p:cNvSpPr/>
          <p:nvPr/>
        </p:nvSpPr>
        <p:spPr bwMode="auto">
          <a:xfrm>
            <a:off x="4076108" y="1796823"/>
            <a:ext cx="1708725" cy="410306"/>
          </a:xfrm>
          <a:prstGeom prst="wedgeRoundRectCallout">
            <a:avLst>
              <a:gd name="adj1" fmla="val -1664"/>
              <a:gd name="adj2" fmla="val 126278"/>
              <a:gd name="adj3" fmla="val 16667"/>
            </a:avLst>
          </a:prstGeom>
          <a:solidFill>
            <a:schemeClr val="bg1"/>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en-US" sz="1000" dirty="0"/>
              <a:t>Redirects to the Planner 360</a:t>
            </a:r>
            <a:r>
              <a:rPr lang="en-US" sz="1000" dirty="0">
                <a:sym typeface="Symbol" panose="05050102010706020507" pitchFamily="18" charset="2"/>
              </a:rPr>
              <a:t> page</a:t>
            </a:r>
            <a:endParaRPr lang="en-US" sz="1000" dirty="0"/>
          </a:p>
          <a:p>
            <a:pPr marL="0" marR="0" indent="0"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endParaRPr>
          </a:p>
        </p:txBody>
      </p:sp>
      <p:sp>
        <p:nvSpPr>
          <p:cNvPr id="6" name="Speech Bubble: Rectangle with Corners Rounded 5">
            <a:extLst>
              <a:ext uri="{FF2B5EF4-FFF2-40B4-BE49-F238E27FC236}">
                <a16:creationId xmlns:a16="http://schemas.microsoft.com/office/drawing/2014/main" id="{3B59EA8D-03EE-B2DD-CFE3-6538A24EA261}"/>
              </a:ext>
            </a:extLst>
          </p:cNvPr>
          <p:cNvSpPr/>
          <p:nvPr/>
        </p:nvSpPr>
        <p:spPr bwMode="auto">
          <a:xfrm>
            <a:off x="6924260" y="1796823"/>
            <a:ext cx="1459567" cy="410306"/>
          </a:xfrm>
          <a:prstGeom prst="wedgeRoundRectCallout">
            <a:avLst>
              <a:gd name="adj1" fmla="val 1535"/>
              <a:gd name="adj2" fmla="val 134424"/>
              <a:gd name="adj3" fmla="val 16667"/>
            </a:avLst>
          </a:prstGeom>
          <a:solidFill>
            <a:schemeClr val="bg1"/>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en-US" sz="1000" dirty="0"/>
              <a:t>Redirects to the Work Queue page</a:t>
            </a:r>
          </a:p>
          <a:p>
            <a:pPr marL="0" marR="0" indent="0"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endParaRPr>
          </a:p>
        </p:txBody>
      </p:sp>
      <p:sp>
        <p:nvSpPr>
          <p:cNvPr id="8" name="Speech Bubble: Rectangle with Corners Rounded 7">
            <a:extLst>
              <a:ext uri="{FF2B5EF4-FFF2-40B4-BE49-F238E27FC236}">
                <a16:creationId xmlns:a16="http://schemas.microsoft.com/office/drawing/2014/main" id="{CE8CAA11-5853-9678-E486-A02CA9238BEF}"/>
              </a:ext>
            </a:extLst>
          </p:cNvPr>
          <p:cNvSpPr/>
          <p:nvPr/>
        </p:nvSpPr>
        <p:spPr bwMode="auto">
          <a:xfrm>
            <a:off x="2726952" y="3852382"/>
            <a:ext cx="1232017" cy="584253"/>
          </a:xfrm>
          <a:prstGeom prst="wedgeRoundRectCallout">
            <a:avLst>
              <a:gd name="adj1" fmla="val 63486"/>
              <a:gd name="adj2" fmla="val 39867"/>
              <a:gd name="adj3" fmla="val 16667"/>
            </a:avLst>
          </a:prstGeom>
          <a:solidFill>
            <a:schemeClr val="bg1"/>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en-US" sz="1000" dirty="0"/>
              <a:t>Opens 420</a:t>
            </a:r>
            <a:r>
              <a:rPr lang="en-US" sz="1000" baseline="30000" dirty="0"/>
              <a:t>th</a:t>
            </a:r>
            <a:r>
              <a:rPr lang="en-US" sz="1000" dirty="0"/>
              <a:t> SharePoint in new tab</a:t>
            </a:r>
          </a:p>
          <a:p>
            <a:pPr marL="0" marR="0" indent="0"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endParaRPr>
          </a:p>
        </p:txBody>
      </p:sp>
      <p:sp>
        <p:nvSpPr>
          <p:cNvPr id="9" name="Speech Bubble: Rectangle with Corners Rounded 8">
            <a:extLst>
              <a:ext uri="{FF2B5EF4-FFF2-40B4-BE49-F238E27FC236}">
                <a16:creationId xmlns:a16="http://schemas.microsoft.com/office/drawing/2014/main" id="{21BDEA28-E01B-05A8-B6A7-23FB27DEEA6E}"/>
              </a:ext>
            </a:extLst>
          </p:cNvPr>
          <p:cNvSpPr/>
          <p:nvPr/>
        </p:nvSpPr>
        <p:spPr bwMode="auto">
          <a:xfrm>
            <a:off x="4286938" y="3617472"/>
            <a:ext cx="1055243" cy="584253"/>
          </a:xfrm>
          <a:prstGeom prst="wedgeRoundRectCallout">
            <a:avLst>
              <a:gd name="adj1" fmla="val 39480"/>
              <a:gd name="adj2" fmla="val 81049"/>
              <a:gd name="adj3" fmla="val 16667"/>
            </a:avLst>
          </a:prstGeom>
          <a:solidFill>
            <a:schemeClr val="bg1"/>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en-US" sz="1000" dirty="0"/>
              <a:t>Opens Help Desk in new tab</a:t>
            </a:r>
          </a:p>
          <a:p>
            <a:pPr marL="0" marR="0" indent="0"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endParaRPr>
          </a:p>
        </p:txBody>
      </p:sp>
      <p:sp>
        <p:nvSpPr>
          <p:cNvPr id="10" name="Speech Bubble: Rectangle with Corners Rounded 9">
            <a:extLst>
              <a:ext uri="{FF2B5EF4-FFF2-40B4-BE49-F238E27FC236}">
                <a16:creationId xmlns:a16="http://schemas.microsoft.com/office/drawing/2014/main" id="{584F4C35-06B6-5858-B326-4A8EBC2F112D}"/>
              </a:ext>
            </a:extLst>
          </p:cNvPr>
          <p:cNvSpPr/>
          <p:nvPr/>
        </p:nvSpPr>
        <p:spPr bwMode="auto">
          <a:xfrm>
            <a:off x="7230136" y="3996572"/>
            <a:ext cx="1226306" cy="410306"/>
          </a:xfrm>
          <a:prstGeom prst="wedgeRoundRectCallout">
            <a:avLst>
              <a:gd name="adj1" fmla="val -80983"/>
              <a:gd name="adj2" fmla="val 45864"/>
              <a:gd name="adj3" fmla="val 16667"/>
            </a:avLst>
          </a:prstGeom>
          <a:solidFill>
            <a:schemeClr val="bg1"/>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en-US" sz="1000" dirty="0"/>
              <a:t>Opens DD2875 site in new tab</a:t>
            </a:r>
          </a:p>
          <a:p>
            <a:pPr marL="0" marR="0" indent="0"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endParaRPr>
          </a:p>
        </p:txBody>
      </p:sp>
      <p:sp>
        <p:nvSpPr>
          <p:cNvPr id="11" name="Speech Bubble: Rectangle with Corners Rounded 10">
            <a:extLst>
              <a:ext uri="{FF2B5EF4-FFF2-40B4-BE49-F238E27FC236}">
                <a16:creationId xmlns:a16="http://schemas.microsoft.com/office/drawing/2014/main" id="{3E1242DB-EC4A-12FF-A3C8-F8952F48E6AC}"/>
              </a:ext>
            </a:extLst>
          </p:cNvPr>
          <p:cNvSpPr/>
          <p:nvPr/>
        </p:nvSpPr>
        <p:spPr bwMode="auto">
          <a:xfrm>
            <a:off x="2158210" y="4764680"/>
            <a:ext cx="1232017" cy="368985"/>
          </a:xfrm>
          <a:prstGeom prst="wedgeRoundRectCallout">
            <a:avLst>
              <a:gd name="adj1" fmla="val 100221"/>
              <a:gd name="adj2" fmla="val -1104"/>
              <a:gd name="adj3" fmla="val 16667"/>
            </a:avLst>
          </a:prstGeom>
          <a:solidFill>
            <a:schemeClr val="bg1"/>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en-US" sz="1000" dirty="0"/>
              <a:t>Opens new email to the Help Desk</a:t>
            </a:r>
          </a:p>
          <a:p>
            <a:pPr marL="0" marR="0" indent="0"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endParaRPr>
          </a:p>
        </p:txBody>
      </p:sp>
      <p:sp>
        <p:nvSpPr>
          <p:cNvPr id="12" name="Speech Bubble: Rectangle with Corners Rounded 11">
            <a:extLst>
              <a:ext uri="{FF2B5EF4-FFF2-40B4-BE49-F238E27FC236}">
                <a16:creationId xmlns:a16="http://schemas.microsoft.com/office/drawing/2014/main" id="{1372FB79-E1BF-7382-BD04-A437B5D4D92C}"/>
              </a:ext>
            </a:extLst>
          </p:cNvPr>
          <p:cNvSpPr/>
          <p:nvPr/>
        </p:nvSpPr>
        <p:spPr bwMode="auto">
          <a:xfrm>
            <a:off x="6422027" y="5026190"/>
            <a:ext cx="1232017" cy="584253"/>
          </a:xfrm>
          <a:prstGeom prst="wedgeRoundRectCallout">
            <a:avLst>
              <a:gd name="adj1" fmla="val -128436"/>
              <a:gd name="adj2" fmla="val 6668"/>
              <a:gd name="adj3" fmla="val 16667"/>
            </a:avLst>
          </a:prstGeom>
          <a:solidFill>
            <a:schemeClr val="bg1"/>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en-US" sz="1000" dirty="0"/>
              <a:t>Opens session properties in new tab</a:t>
            </a:r>
          </a:p>
          <a:p>
            <a:pPr marL="0" marR="0" indent="0"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endParaRPr>
          </a:p>
        </p:txBody>
      </p:sp>
      <p:sp>
        <p:nvSpPr>
          <p:cNvPr id="13" name="Rectangle 12">
            <a:extLst>
              <a:ext uri="{FF2B5EF4-FFF2-40B4-BE49-F238E27FC236}">
                <a16:creationId xmlns:a16="http://schemas.microsoft.com/office/drawing/2014/main" id="{7E176F6B-98DC-A015-9A2F-87BA0CD001AD}"/>
              </a:ext>
            </a:extLst>
          </p:cNvPr>
          <p:cNvSpPr/>
          <p:nvPr/>
        </p:nvSpPr>
        <p:spPr bwMode="auto">
          <a:xfrm>
            <a:off x="3978759" y="4887432"/>
            <a:ext cx="2464198" cy="125270"/>
          </a:xfrm>
          <a:prstGeom prst="rect">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p:txBody>
      </p:sp>
      <p:sp>
        <p:nvSpPr>
          <p:cNvPr id="14" name="Rectangle 13">
            <a:extLst>
              <a:ext uri="{FF2B5EF4-FFF2-40B4-BE49-F238E27FC236}">
                <a16:creationId xmlns:a16="http://schemas.microsoft.com/office/drawing/2014/main" id="{BA1B667B-49DF-7CDF-9469-9D7FB95615A3}"/>
              </a:ext>
            </a:extLst>
          </p:cNvPr>
          <p:cNvSpPr/>
          <p:nvPr/>
        </p:nvSpPr>
        <p:spPr bwMode="auto">
          <a:xfrm>
            <a:off x="5262918" y="5308943"/>
            <a:ext cx="208063" cy="126449"/>
          </a:xfrm>
          <a:prstGeom prst="rect">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p:txBody>
      </p:sp>
      <p:sp>
        <p:nvSpPr>
          <p:cNvPr id="15" name="Speech Bubble: Rectangle with Corners Rounded 14">
            <a:extLst>
              <a:ext uri="{FF2B5EF4-FFF2-40B4-BE49-F238E27FC236}">
                <a16:creationId xmlns:a16="http://schemas.microsoft.com/office/drawing/2014/main" id="{D6495C17-0FC5-F427-A41A-E0BEF58659CA}"/>
              </a:ext>
            </a:extLst>
          </p:cNvPr>
          <p:cNvSpPr/>
          <p:nvPr/>
        </p:nvSpPr>
        <p:spPr bwMode="auto">
          <a:xfrm>
            <a:off x="7038035" y="859649"/>
            <a:ext cx="1765301" cy="422883"/>
          </a:xfrm>
          <a:prstGeom prst="wedgeRoundRectCallout">
            <a:avLst>
              <a:gd name="adj1" fmla="val 32090"/>
              <a:gd name="adj2" fmla="val 107646"/>
              <a:gd name="adj3" fmla="val 16667"/>
            </a:avLst>
          </a:prstGeom>
          <a:solidFill>
            <a:schemeClr val="bg1"/>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en-US" sz="1000" dirty="0"/>
              <a:t>Your favorites listed here for quick navigation</a:t>
            </a:r>
          </a:p>
          <a:p>
            <a:pPr marL="0" marR="0" indent="0"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endParaRPr>
          </a:p>
        </p:txBody>
      </p:sp>
    </p:spTree>
    <p:extLst>
      <p:ext uri="{BB962C8B-B14F-4D97-AF65-F5344CB8AC3E}">
        <p14:creationId xmlns:p14="http://schemas.microsoft.com/office/powerpoint/2010/main" val="4175114431"/>
      </p:ext>
    </p:extLst>
  </p:cSld>
  <p:clrMapOvr>
    <a:masterClrMapping/>
  </p:clrMapOvr>
</p:sld>
</file>

<file path=ppt/theme/theme1.xml><?xml version="1.0" encoding="utf-8"?>
<a:theme xmlns:a="http://schemas.openxmlformats.org/drawingml/2006/main" name="USAF(Uncla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USAF(Uncla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Arial" charset="0"/>
          </a:defRPr>
        </a:defPPr>
      </a:lstStyle>
    </a:lnDef>
  </a:objectDefaults>
  <a:extraClrSchemeLst>
    <a:extraClrScheme>
      <a:clrScheme name="USAF(Uncla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SAF(Uncla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SAF(Uncla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SAF(Uncla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SAF(Uncla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SAF(Uncla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SAF(Uncla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FEFA47AFEBA94186293892278EA703" ma:contentTypeVersion="13" ma:contentTypeDescription="Create a new document." ma:contentTypeScope="" ma:versionID="d68dd8cbd9329c3d764958c0a488e40f">
  <xsd:schema xmlns:xsd="http://www.w3.org/2001/XMLSchema" xmlns:xs="http://www.w3.org/2001/XMLSchema" xmlns:p="http://schemas.microsoft.com/office/2006/metadata/properties" xmlns:ns1="http://schemas.microsoft.com/sharepoint/v3" xmlns:ns2="241efbf5-977f-45bd-a626-63ce12c37c50" targetNamespace="http://schemas.microsoft.com/office/2006/metadata/properties" ma:root="true" ma:fieldsID="3ac1a5fc10613c8bc94528932b0c09a1" ns1:_="" ns2:_="">
    <xsd:import namespace="http://schemas.microsoft.com/sharepoint/v3"/>
    <xsd:import namespace="241efbf5-977f-45bd-a626-63ce12c37c50"/>
    <xsd:element name="properties">
      <xsd:complexType>
        <xsd:sequence>
          <xsd:element name="documentManagement">
            <xsd:complexType>
              <xsd:all>
                <xsd:element ref="ns2:Summary"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WebsiteURL" minOccurs="0"/>
                <xsd:element ref="ns1:_ExtendedDescription" minOccurs="0"/>
                <xsd:element ref="ns2:Instructor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ExtendedDescription" ma:index="19" nillable="true" ma:displayName="Description" ma:internalName="_ExtendedDescription">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41efbf5-977f-45bd-a626-63ce12c37c50" elementFormDefault="qualified">
    <xsd:import namespace="http://schemas.microsoft.com/office/2006/documentManagement/types"/>
    <xsd:import namespace="http://schemas.microsoft.com/office/infopath/2007/PartnerControls"/>
    <xsd:element name="Summary" ma:index="9" nillable="true" ma:displayName="Summary" ma:format="Dropdown" ma:internalName="Summar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WebsiteURL" ma:index="18" nillable="true" ma:displayName="WebsiteURL" ma:format="Dropdown" ma:internalName="WebsiteURL">
      <xsd:simpleType>
        <xsd:restriction base="dms:Text">
          <xsd:maxLength value="255"/>
        </xsd:restriction>
      </xsd:simpleType>
    </xsd:element>
    <xsd:element name="InstructorType" ma:index="20" nillable="true" ma:displayName="Instructor Type" ma:format="Dropdown" ma:internalName="InstructorType">
      <xsd:simpleType>
        <xsd:restriction base="dms:Choice">
          <xsd:enumeration value="Equipment Specialist"/>
          <xsd:enumeration value="Item Manager"/>
          <xsd:enumeration value="Supply Planner"/>
          <xsd:enumeration value="Materiel Manager"/>
          <xsd:enumeration value="Equipment Specialist &amp; Supply Planner"/>
          <xsd:enumeration value="All"/>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8"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WebsiteURL xmlns="241efbf5-977f-45bd-a626-63ce12c37c50" xsi:nil="true"/>
    <_ExtendedDescription xmlns="http://schemas.microsoft.com/sharepoint/v3" xsi:nil="true"/>
    <Summary xmlns="241efbf5-977f-45bd-a626-63ce12c37c50">This presentation provides a concise overview of the Servigistics Service Parts Management (SPM) Welcome Page. It highlights the main interactive buttons and navigation links available to users for quick access to key areas such as the Planner Worksheet, Planner 360°, and Planner Work Queue. The document also explains how to toggle views for scheduled maintenance, announcements, and current data loads, as well as how to access help resources like the ESCAPE SharePoint and Service Desk.</Summary>
    <InstructorType xmlns="241efbf5-977f-45bd-a626-63ce12c37c5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2E02E66-BF4B-4E3E-8A30-7C180CA5BF3B}"/>
</file>

<file path=customXml/itemProps2.xml><?xml version="1.0" encoding="utf-8"?>
<ds:datastoreItem xmlns:ds="http://schemas.openxmlformats.org/officeDocument/2006/customXml" ds:itemID="{0E2F88BF-33C9-405B-868A-DBB3834A85F4}">
  <ds:schemaRefs>
    <ds:schemaRef ds:uri="5bcb92ac-24d7-4af2-8abd-789e692e2fa2"/>
    <ds:schemaRef ds:uri="6510e2e6-b2a5-41a4-b9e4-8bfe80ec5d9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79a9e06c-1827-4e10-a4bf-b32fad8272de"/>
    <ds:schemaRef ds:uri="bac4e3eb-747f-43bc-bf10-c1bbb893ecac"/>
    <ds:schemaRef ds:uri="http://schemas.microsoft.com/sharepoint/v3"/>
  </ds:schemaRefs>
</ds:datastoreItem>
</file>

<file path=customXml/itemProps3.xml><?xml version="1.0" encoding="utf-8"?>
<ds:datastoreItem xmlns:ds="http://schemas.openxmlformats.org/officeDocument/2006/customXml" ds:itemID="{15EF72EA-D7D1-486B-8835-F2359BDEEA3E}">
  <ds:schemaRefs>
    <ds:schemaRef ds:uri="http://schemas.microsoft.com/sharepoint/v3/contenttype/forms"/>
  </ds:schemaRefs>
</ds:datastoreItem>
</file>

<file path=docMetadata/LabelInfo.xml><?xml version="1.0" encoding="utf-8"?>
<clbl:labelList xmlns:clbl="http://schemas.microsoft.com/office/2020/mipLabelMetadata">
  <clbl:label id="{6f4f0edb-bf61-4305-a2a4-a0f63efb9497}" enabled="1" method="Privileged" siteId="{8331b18d-2d87-48ef-a35f-ac8818ebf9b4}" removed="0"/>
</clbl:labelList>
</file>

<file path=docProps/app.xml><?xml version="1.0" encoding="utf-8"?>
<Properties xmlns="http://schemas.openxmlformats.org/officeDocument/2006/extended-properties" xmlns:vt="http://schemas.openxmlformats.org/officeDocument/2006/docPropsVTypes">
  <Template/>
  <TotalTime>133</TotalTime>
  <Words>101</Words>
  <Application>Microsoft Office PowerPoint</Application>
  <PresentationFormat>On-screen Show (4:3)</PresentationFormat>
  <Paragraphs>21</Paragraphs>
  <Slides>3</Slides>
  <Notes>3</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USAF(Unclas)</vt:lpstr>
      <vt:lpstr>Servigistics SPM Welcome Page</vt:lpstr>
      <vt:lpstr>Servigistics SPM Welcome Page (cont.)</vt:lpstr>
      <vt:lpstr>Servigistics SPM Welcome Page</vt:lpstr>
    </vt:vector>
  </TitlesOfParts>
  <Company>HQ USAF/______, Pentagon, DC 20330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Servigistics SPM Welcome Page Highlights</dc:title>
  <dc:creator>anfox@ptc.com</dc:creator>
  <cp:keywords>SPM, Welcome Page, Planner Worksheet, Planner 360°, Planner Work Queue, Scheduled Maintenance, Current Data Loads, ESCAPE SharePoint, ESCAPE Service Desk, DD2875 Site, Navigation, Favorites.</cp:keywords>
  <cp:lastModifiedBy>EDSALL, ANGELA M CTR USAF AFMC HQ AFMC/A4/10/A4NL</cp:lastModifiedBy>
  <cp:revision>5</cp:revision>
  <cp:lastPrinted>2020-04-01T15:57:40Z</cp:lastPrinted>
  <dcterms:created xsi:type="dcterms:W3CDTF">2000-04-26T18:38:01Z</dcterms:created>
  <dcterms:modified xsi:type="dcterms:W3CDTF">2026-01-21T22:07:25Z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0x01010007FEFA47AFEBA94186293892278EA703</vt:lpwstr>
  </property>
</Properties>
</file>