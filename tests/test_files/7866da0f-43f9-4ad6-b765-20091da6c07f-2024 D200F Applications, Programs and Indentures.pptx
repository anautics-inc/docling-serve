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saveSubsetFonts="1">
  <p:sldMasterIdLst>
    <p:sldMasterId id="2147483648" r:id="rId5"/>
  </p:sldMasterIdLst>
  <p:notesMasterIdLst>
    <p:notesMasterId r:id="rId229"/>
  </p:notesMasterIdLst>
  <p:handoutMasterIdLst>
    <p:handoutMasterId r:id="rId230"/>
  </p:handoutMasterIdLst>
  <p:sldIdLst>
    <p:sldId id="733" r:id="rId6"/>
    <p:sldId id="745" r:id="rId7"/>
    <p:sldId id="746" r:id="rId8"/>
    <p:sldId id="748" r:id="rId9"/>
    <p:sldId id="1054" r:id="rId10"/>
    <p:sldId id="749" r:id="rId11"/>
    <p:sldId id="750" r:id="rId12"/>
    <p:sldId id="751" r:id="rId13"/>
    <p:sldId id="752" r:id="rId14"/>
    <p:sldId id="753" r:id="rId15"/>
    <p:sldId id="754" r:id="rId16"/>
    <p:sldId id="755" r:id="rId17"/>
    <p:sldId id="756" r:id="rId18"/>
    <p:sldId id="757" r:id="rId19"/>
    <p:sldId id="761" r:id="rId20"/>
    <p:sldId id="762" r:id="rId21"/>
    <p:sldId id="763" r:id="rId22"/>
    <p:sldId id="764" r:id="rId23"/>
    <p:sldId id="767" r:id="rId24"/>
    <p:sldId id="770" r:id="rId25"/>
    <p:sldId id="771" r:id="rId26"/>
    <p:sldId id="768" r:id="rId27"/>
    <p:sldId id="772" r:id="rId28"/>
    <p:sldId id="776" r:id="rId29"/>
    <p:sldId id="777" r:id="rId30"/>
    <p:sldId id="778" r:id="rId31"/>
    <p:sldId id="779" r:id="rId32"/>
    <p:sldId id="780" r:id="rId33"/>
    <p:sldId id="781" r:id="rId34"/>
    <p:sldId id="782" r:id="rId35"/>
    <p:sldId id="783" r:id="rId36"/>
    <p:sldId id="784" r:id="rId37"/>
    <p:sldId id="785" r:id="rId38"/>
    <p:sldId id="786" r:id="rId39"/>
    <p:sldId id="787" r:id="rId40"/>
    <p:sldId id="788" r:id="rId41"/>
    <p:sldId id="789" r:id="rId42"/>
    <p:sldId id="795" r:id="rId43"/>
    <p:sldId id="796" r:id="rId44"/>
    <p:sldId id="797" r:id="rId45"/>
    <p:sldId id="798" r:id="rId46"/>
    <p:sldId id="799" r:id="rId47"/>
    <p:sldId id="800" r:id="rId48"/>
    <p:sldId id="801" r:id="rId49"/>
    <p:sldId id="803" r:id="rId50"/>
    <p:sldId id="807" r:id="rId51"/>
    <p:sldId id="808" r:id="rId52"/>
    <p:sldId id="809" r:id="rId53"/>
    <p:sldId id="810" r:id="rId54"/>
    <p:sldId id="811" r:id="rId55"/>
    <p:sldId id="812" r:id="rId56"/>
    <p:sldId id="813" r:id="rId57"/>
    <p:sldId id="817" r:id="rId58"/>
    <p:sldId id="818" r:id="rId59"/>
    <p:sldId id="819" r:id="rId60"/>
    <p:sldId id="820" r:id="rId61"/>
    <p:sldId id="821" r:id="rId62"/>
    <p:sldId id="822" r:id="rId63"/>
    <p:sldId id="823" r:id="rId64"/>
    <p:sldId id="824" r:id="rId65"/>
    <p:sldId id="825" r:id="rId66"/>
    <p:sldId id="830" r:id="rId67"/>
    <p:sldId id="831" r:id="rId68"/>
    <p:sldId id="832" r:id="rId69"/>
    <p:sldId id="833" r:id="rId70"/>
    <p:sldId id="834" r:id="rId71"/>
    <p:sldId id="835" r:id="rId72"/>
    <p:sldId id="836" r:id="rId73"/>
    <p:sldId id="837" r:id="rId74"/>
    <p:sldId id="838" r:id="rId75"/>
    <p:sldId id="839" r:id="rId76"/>
    <p:sldId id="840" r:id="rId77"/>
    <p:sldId id="841" r:id="rId78"/>
    <p:sldId id="842" r:id="rId79"/>
    <p:sldId id="843" r:id="rId80"/>
    <p:sldId id="844" r:id="rId81"/>
    <p:sldId id="849" r:id="rId82"/>
    <p:sldId id="850" r:id="rId83"/>
    <p:sldId id="851" r:id="rId84"/>
    <p:sldId id="852" r:id="rId85"/>
    <p:sldId id="853" r:id="rId86"/>
    <p:sldId id="854" r:id="rId87"/>
    <p:sldId id="855" r:id="rId88"/>
    <p:sldId id="856" r:id="rId89"/>
    <p:sldId id="857" r:id="rId90"/>
    <p:sldId id="858" r:id="rId91"/>
    <p:sldId id="859" r:id="rId92"/>
    <p:sldId id="860" r:id="rId93"/>
    <p:sldId id="866" r:id="rId94"/>
    <p:sldId id="867" r:id="rId95"/>
    <p:sldId id="868" r:id="rId96"/>
    <p:sldId id="869" r:id="rId97"/>
    <p:sldId id="870" r:id="rId98"/>
    <p:sldId id="871" r:id="rId99"/>
    <p:sldId id="874" r:id="rId100"/>
    <p:sldId id="875" r:id="rId101"/>
    <p:sldId id="876" r:id="rId102"/>
    <p:sldId id="877" r:id="rId103"/>
    <p:sldId id="878" r:id="rId104"/>
    <p:sldId id="879" r:id="rId105"/>
    <p:sldId id="880" r:id="rId106"/>
    <p:sldId id="881" r:id="rId107"/>
    <p:sldId id="882" r:id="rId108"/>
    <p:sldId id="883" r:id="rId109"/>
    <p:sldId id="884" r:id="rId110"/>
    <p:sldId id="886" r:id="rId111"/>
    <p:sldId id="892" r:id="rId112"/>
    <p:sldId id="893" r:id="rId113"/>
    <p:sldId id="894" r:id="rId114"/>
    <p:sldId id="895" r:id="rId115"/>
    <p:sldId id="896" r:id="rId116"/>
    <p:sldId id="897" r:id="rId117"/>
    <p:sldId id="898" r:id="rId118"/>
    <p:sldId id="899" r:id="rId119"/>
    <p:sldId id="900" r:id="rId120"/>
    <p:sldId id="904" r:id="rId121"/>
    <p:sldId id="905" r:id="rId122"/>
    <p:sldId id="906" r:id="rId123"/>
    <p:sldId id="907" r:id="rId124"/>
    <p:sldId id="908" r:id="rId125"/>
    <p:sldId id="913" r:id="rId126"/>
    <p:sldId id="914" r:id="rId127"/>
    <p:sldId id="915" r:id="rId128"/>
    <p:sldId id="916" r:id="rId129"/>
    <p:sldId id="917" r:id="rId130"/>
    <p:sldId id="918" r:id="rId131"/>
    <p:sldId id="919" r:id="rId132"/>
    <p:sldId id="920" r:id="rId133"/>
    <p:sldId id="921" r:id="rId134"/>
    <p:sldId id="922" r:id="rId135"/>
    <p:sldId id="923" r:id="rId136"/>
    <p:sldId id="924" r:id="rId137"/>
    <p:sldId id="925" r:id="rId138"/>
    <p:sldId id="926" r:id="rId139"/>
    <p:sldId id="932" r:id="rId140"/>
    <p:sldId id="933" r:id="rId141"/>
    <p:sldId id="934" r:id="rId142"/>
    <p:sldId id="935" r:id="rId143"/>
    <p:sldId id="936" r:id="rId144"/>
    <p:sldId id="937" r:id="rId145"/>
    <p:sldId id="938" r:id="rId146"/>
    <p:sldId id="939" r:id="rId147"/>
    <p:sldId id="940" r:id="rId148"/>
    <p:sldId id="941" r:id="rId149"/>
    <p:sldId id="945" r:id="rId150"/>
    <p:sldId id="946" r:id="rId151"/>
    <p:sldId id="947" r:id="rId152"/>
    <p:sldId id="948" r:id="rId153"/>
    <p:sldId id="949" r:id="rId154"/>
    <p:sldId id="950" r:id="rId155"/>
    <p:sldId id="951" r:id="rId156"/>
    <p:sldId id="952" r:id="rId157"/>
    <p:sldId id="953" r:id="rId158"/>
    <p:sldId id="954" r:id="rId159"/>
    <p:sldId id="955" r:id="rId160"/>
    <p:sldId id="956" r:id="rId161"/>
    <p:sldId id="957" r:id="rId162"/>
    <p:sldId id="958" r:id="rId163"/>
    <p:sldId id="959" r:id="rId164"/>
    <p:sldId id="968" r:id="rId165"/>
    <p:sldId id="969" r:id="rId166"/>
    <p:sldId id="970" r:id="rId167"/>
    <p:sldId id="971" r:id="rId168"/>
    <p:sldId id="972" r:id="rId169"/>
    <p:sldId id="973" r:id="rId170"/>
    <p:sldId id="974" r:id="rId171"/>
    <p:sldId id="975" r:id="rId172"/>
    <p:sldId id="976" r:id="rId173"/>
    <p:sldId id="977" r:id="rId174"/>
    <p:sldId id="978" r:id="rId175"/>
    <p:sldId id="979" r:id="rId176"/>
    <p:sldId id="980" r:id="rId177"/>
    <p:sldId id="981" r:id="rId178"/>
    <p:sldId id="982" r:id="rId179"/>
    <p:sldId id="983" r:id="rId180"/>
    <p:sldId id="984" r:id="rId181"/>
    <p:sldId id="985" r:id="rId182"/>
    <p:sldId id="986" r:id="rId183"/>
    <p:sldId id="987" r:id="rId184"/>
    <p:sldId id="988" r:id="rId185"/>
    <p:sldId id="989" r:id="rId186"/>
    <p:sldId id="990" r:id="rId187"/>
    <p:sldId id="991" r:id="rId188"/>
    <p:sldId id="992" r:id="rId189"/>
    <p:sldId id="993" r:id="rId190"/>
    <p:sldId id="994" r:id="rId191"/>
    <p:sldId id="995" r:id="rId192"/>
    <p:sldId id="996" r:id="rId193"/>
    <p:sldId id="1000" r:id="rId194"/>
    <p:sldId id="1001" r:id="rId195"/>
    <p:sldId id="1002" r:id="rId196"/>
    <p:sldId id="1003" r:id="rId197"/>
    <p:sldId id="1004" r:id="rId198"/>
    <p:sldId id="1005" r:id="rId199"/>
    <p:sldId id="1006" r:id="rId200"/>
    <p:sldId id="1007" r:id="rId201"/>
    <p:sldId id="1008" r:id="rId202"/>
    <p:sldId id="1009" r:id="rId203"/>
    <p:sldId id="1010" r:id="rId204"/>
    <p:sldId id="1011" r:id="rId205"/>
    <p:sldId id="1014" r:id="rId206"/>
    <p:sldId id="1015" r:id="rId207"/>
    <p:sldId id="1016" r:id="rId208"/>
    <p:sldId id="1018" r:id="rId209"/>
    <p:sldId id="1019" r:id="rId210"/>
    <p:sldId id="1020" r:id="rId211"/>
    <p:sldId id="1021" r:id="rId212"/>
    <p:sldId id="1022" r:id="rId213"/>
    <p:sldId id="1023" r:id="rId214"/>
    <p:sldId id="1024" r:id="rId215"/>
    <p:sldId id="1025" r:id="rId216"/>
    <p:sldId id="1026" r:id="rId217"/>
    <p:sldId id="1027" r:id="rId218"/>
    <p:sldId id="1028" r:id="rId219"/>
    <p:sldId id="1029" r:id="rId220"/>
    <p:sldId id="1030" r:id="rId221"/>
    <p:sldId id="1031" r:id="rId222"/>
    <p:sldId id="1032" r:id="rId223"/>
    <p:sldId id="1033" r:id="rId224"/>
    <p:sldId id="1034" r:id="rId225"/>
    <p:sldId id="1035" r:id="rId226"/>
    <p:sldId id="1053" r:id="rId227"/>
    <p:sldId id="742" r:id="rId228"/>
  </p:sldIdLst>
  <p:sldSz cx="9144000" cy="6858000" type="screen4x3"/>
  <p:notesSz cx="7010400" cy="9296400"/>
  <p:defaultTextStyle>
    <a:defPPr>
      <a:defRPr lang="en-US"/>
    </a:defPPr>
    <a:lvl1pPr algn="l" rtl="0" eaLnBrk="0" fontAlgn="base" hangingPunct="0">
      <a:spcBef>
        <a:spcPct val="0"/>
      </a:spcBef>
      <a:spcAft>
        <a:spcPct val="0"/>
      </a:spcAft>
      <a:defRPr sz="6000" kern="1200">
        <a:solidFill>
          <a:schemeClr val="tx1"/>
        </a:solidFill>
        <a:latin typeface="Arial" panose="020B0604020202020204" pitchFamily="34" charset="0"/>
        <a:ea typeface="+mn-ea"/>
        <a:cs typeface="Arial" panose="020B0604020202020204" pitchFamily="34" charset="0"/>
      </a:defRPr>
    </a:lvl1pPr>
    <a:lvl2pPr marL="457200" algn="l" rtl="0" eaLnBrk="0" fontAlgn="base" hangingPunct="0">
      <a:spcBef>
        <a:spcPct val="0"/>
      </a:spcBef>
      <a:spcAft>
        <a:spcPct val="0"/>
      </a:spcAft>
      <a:defRPr sz="6000" kern="1200">
        <a:solidFill>
          <a:schemeClr val="tx1"/>
        </a:solidFill>
        <a:latin typeface="Arial" panose="020B0604020202020204" pitchFamily="34" charset="0"/>
        <a:ea typeface="+mn-ea"/>
        <a:cs typeface="Arial" panose="020B0604020202020204" pitchFamily="34" charset="0"/>
      </a:defRPr>
    </a:lvl2pPr>
    <a:lvl3pPr marL="914400" algn="l" rtl="0" eaLnBrk="0" fontAlgn="base" hangingPunct="0">
      <a:spcBef>
        <a:spcPct val="0"/>
      </a:spcBef>
      <a:spcAft>
        <a:spcPct val="0"/>
      </a:spcAft>
      <a:defRPr sz="6000" kern="1200">
        <a:solidFill>
          <a:schemeClr val="tx1"/>
        </a:solidFill>
        <a:latin typeface="Arial" panose="020B0604020202020204" pitchFamily="34" charset="0"/>
        <a:ea typeface="+mn-ea"/>
        <a:cs typeface="Arial" panose="020B0604020202020204" pitchFamily="34" charset="0"/>
      </a:defRPr>
    </a:lvl3pPr>
    <a:lvl4pPr marL="1371600" algn="l" rtl="0" eaLnBrk="0" fontAlgn="base" hangingPunct="0">
      <a:spcBef>
        <a:spcPct val="0"/>
      </a:spcBef>
      <a:spcAft>
        <a:spcPct val="0"/>
      </a:spcAft>
      <a:defRPr sz="6000" kern="1200">
        <a:solidFill>
          <a:schemeClr val="tx1"/>
        </a:solidFill>
        <a:latin typeface="Arial" panose="020B0604020202020204" pitchFamily="34" charset="0"/>
        <a:ea typeface="+mn-ea"/>
        <a:cs typeface="Arial" panose="020B0604020202020204" pitchFamily="34" charset="0"/>
      </a:defRPr>
    </a:lvl4pPr>
    <a:lvl5pPr marL="1828800" algn="l" rtl="0" eaLnBrk="0" fontAlgn="base" hangingPunct="0">
      <a:spcBef>
        <a:spcPct val="0"/>
      </a:spcBef>
      <a:spcAft>
        <a:spcPct val="0"/>
      </a:spcAft>
      <a:defRPr sz="6000" kern="1200">
        <a:solidFill>
          <a:schemeClr val="tx1"/>
        </a:solidFill>
        <a:latin typeface="Arial" panose="020B0604020202020204" pitchFamily="34" charset="0"/>
        <a:ea typeface="+mn-ea"/>
        <a:cs typeface="Arial" panose="020B0604020202020204" pitchFamily="34" charset="0"/>
      </a:defRPr>
    </a:lvl5pPr>
    <a:lvl6pPr marL="2286000" algn="l" defTabSz="914400" rtl="0" eaLnBrk="1" latinLnBrk="0" hangingPunct="1">
      <a:defRPr sz="6000" kern="1200">
        <a:solidFill>
          <a:schemeClr val="tx1"/>
        </a:solidFill>
        <a:latin typeface="Arial" panose="020B0604020202020204" pitchFamily="34" charset="0"/>
        <a:ea typeface="+mn-ea"/>
        <a:cs typeface="Arial" panose="020B0604020202020204" pitchFamily="34" charset="0"/>
      </a:defRPr>
    </a:lvl6pPr>
    <a:lvl7pPr marL="2743200" algn="l" defTabSz="914400" rtl="0" eaLnBrk="1" latinLnBrk="0" hangingPunct="1">
      <a:defRPr sz="6000" kern="1200">
        <a:solidFill>
          <a:schemeClr val="tx1"/>
        </a:solidFill>
        <a:latin typeface="Arial" panose="020B0604020202020204" pitchFamily="34" charset="0"/>
        <a:ea typeface="+mn-ea"/>
        <a:cs typeface="Arial" panose="020B0604020202020204" pitchFamily="34" charset="0"/>
      </a:defRPr>
    </a:lvl7pPr>
    <a:lvl8pPr marL="3200400" algn="l" defTabSz="914400" rtl="0" eaLnBrk="1" latinLnBrk="0" hangingPunct="1">
      <a:defRPr sz="6000" kern="1200">
        <a:solidFill>
          <a:schemeClr val="tx1"/>
        </a:solidFill>
        <a:latin typeface="Arial" panose="020B0604020202020204" pitchFamily="34" charset="0"/>
        <a:ea typeface="+mn-ea"/>
        <a:cs typeface="Arial" panose="020B0604020202020204" pitchFamily="34" charset="0"/>
      </a:defRPr>
    </a:lvl8pPr>
    <a:lvl9pPr marL="3657600" algn="l" defTabSz="914400" rtl="0" eaLnBrk="1" latinLnBrk="0" hangingPunct="1">
      <a:defRPr sz="6000" kern="1200">
        <a:solidFill>
          <a:schemeClr val="tx1"/>
        </a:solidFill>
        <a:latin typeface="Arial" panose="020B060402020202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275">
          <p15:clr>
            <a:srgbClr val="A4A3A4"/>
          </p15:clr>
        </p15:guide>
        <p15:guide id="2" pos="390">
          <p15:clr>
            <a:srgbClr val="A4A3A4"/>
          </p15:clr>
        </p15:guide>
      </p15:sldGuideLst>
    </p:ext>
    <p:ext uri="{2D200454-40CA-4A62-9FC3-DE9A4176ACB9}">
      <p15:notesGuideLst xmlns:p15="http://schemas.microsoft.com/office/powerpoint/2012/main">
        <p15:guide id="1" orient="horz" pos="2928">
          <p15:clr>
            <a:srgbClr val="A4A3A4"/>
          </p15:clr>
        </p15:guide>
        <p15:guide id="2"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9892" autoAdjust="0"/>
    <p:restoredTop sz="85993" autoAdjust="0"/>
  </p:normalViewPr>
  <p:slideViewPr>
    <p:cSldViewPr snapToGrid="0">
      <p:cViewPr varScale="1">
        <p:scale>
          <a:sx n="110" d="100"/>
          <a:sy n="110" d="100"/>
        </p:scale>
        <p:origin x="1974" y="102"/>
      </p:cViewPr>
      <p:guideLst>
        <p:guide orient="horz" pos="2275"/>
        <p:guide pos="390"/>
      </p:guideLst>
    </p:cSldViewPr>
  </p:slideViewPr>
  <p:notesTextViewPr>
    <p:cViewPr>
      <p:scale>
        <a:sx n="100" d="100"/>
        <a:sy n="100" d="100"/>
      </p:scale>
      <p:origin x="0" y="0"/>
    </p:cViewPr>
  </p:notesTextViewPr>
  <p:sorterViewPr>
    <p:cViewPr>
      <p:scale>
        <a:sx n="100" d="100"/>
        <a:sy n="100" d="100"/>
      </p:scale>
      <p:origin x="0" y="0"/>
    </p:cViewPr>
  </p:sorterViewPr>
  <p:notesViewPr>
    <p:cSldViewPr snapToGrid="0">
      <p:cViewPr>
        <p:scale>
          <a:sx n="100" d="100"/>
          <a:sy n="100" d="100"/>
        </p:scale>
        <p:origin x="-2275" y="-58"/>
      </p:cViewPr>
      <p:guideLst>
        <p:guide orient="horz" pos="2928"/>
        <p:guide pos="2208"/>
      </p:guideLst>
    </p:cSldViewPr>
  </p:notesViewPr>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2.xml"/><Relationship Id="rId21" Type="http://schemas.openxmlformats.org/officeDocument/2006/relationships/slide" Target="slides/slide16.xml"/><Relationship Id="rId42" Type="http://schemas.openxmlformats.org/officeDocument/2006/relationships/slide" Target="slides/slide37.xml"/><Relationship Id="rId63" Type="http://schemas.openxmlformats.org/officeDocument/2006/relationships/slide" Target="slides/slide58.xml"/><Relationship Id="rId84" Type="http://schemas.openxmlformats.org/officeDocument/2006/relationships/slide" Target="slides/slide79.xml"/><Relationship Id="rId138" Type="http://schemas.openxmlformats.org/officeDocument/2006/relationships/slide" Target="slides/slide133.xml"/><Relationship Id="rId159" Type="http://schemas.openxmlformats.org/officeDocument/2006/relationships/slide" Target="slides/slide154.xml"/><Relationship Id="rId170" Type="http://schemas.openxmlformats.org/officeDocument/2006/relationships/slide" Target="slides/slide165.xml"/><Relationship Id="rId191" Type="http://schemas.openxmlformats.org/officeDocument/2006/relationships/slide" Target="slides/slide186.xml"/><Relationship Id="rId205" Type="http://schemas.openxmlformats.org/officeDocument/2006/relationships/slide" Target="slides/slide200.xml"/><Relationship Id="rId226" Type="http://schemas.openxmlformats.org/officeDocument/2006/relationships/slide" Target="slides/slide221.xml"/><Relationship Id="rId107" Type="http://schemas.openxmlformats.org/officeDocument/2006/relationships/slide" Target="slides/slide102.xml"/><Relationship Id="rId11" Type="http://schemas.openxmlformats.org/officeDocument/2006/relationships/slide" Target="slides/slide6.xml"/><Relationship Id="rId32" Type="http://schemas.openxmlformats.org/officeDocument/2006/relationships/slide" Target="slides/slide27.xml"/><Relationship Id="rId53" Type="http://schemas.openxmlformats.org/officeDocument/2006/relationships/slide" Target="slides/slide48.xml"/><Relationship Id="rId74" Type="http://schemas.openxmlformats.org/officeDocument/2006/relationships/slide" Target="slides/slide69.xml"/><Relationship Id="rId128" Type="http://schemas.openxmlformats.org/officeDocument/2006/relationships/slide" Target="slides/slide123.xml"/><Relationship Id="rId149" Type="http://schemas.openxmlformats.org/officeDocument/2006/relationships/slide" Target="slides/slide144.xml"/><Relationship Id="rId5" Type="http://schemas.openxmlformats.org/officeDocument/2006/relationships/slideMaster" Target="slideMasters/slideMaster1.xml"/><Relationship Id="rId95" Type="http://schemas.openxmlformats.org/officeDocument/2006/relationships/slide" Target="slides/slide90.xml"/><Relationship Id="rId160" Type="http://schemas.openxmlformats.org/officeDocument/2006/relationships/slide" Target="slides/slide155.xml"/><Relationship Id="rId181" Type="http://schemas.openxmlformats.org/officeDocument/2006/relationships/slide" Target="slides/slide176.xml"/><Relationship Id="rId216" Type="http://schemas.openxmlformats.org/officeDocument/2006/relationships/slide" Target="slides/slide211.xml"/><Relationship Id="rId22" Type="http://schemas.openxmlformats.org/officeDocument/2006/relationships/slide" Target="slides/slide17.xml"/><Relationship Id="rId43" Type="http://schemas.openxmlformats.org/officeDocument/2006/relationships/slide" Target="slides/slide38.xml"/><Relationship Id="rId64" Type="http://schemas.openxmlformats.org/officeDocument/2006/relationships/slide" Target="slides/slide59.xml"/><Relationship Id="rId118" Type="http://schemas.openxmlformats.org/officeDocument/2006/relationships/slide" Target="slides/slide113.xml"/><Relationship Id="rId139" Type="http://schemas.openxmlformats.org/officeDocument/2006/relationships/slide" Target="slides/slide134.xml"/><Relationship Id="rId85" Type="http://schemas.openxmlformats.org/officeDocument/2006/relationships/slide" Target="slides/slide80.xml"/><Relationship Id="rId150" Type="http://schemas.openxmlformats.org/officeDocument/2006/relationships/slide" Target="slides/slide145.xml"/><Relationship Id="rId171" Type="http://schemas.openxmlformats.org/officeDocument/2006/relationships/slide" Target="slides/slide166.xml"/><Relationship Id="rId192" Type="http://schemas.openxmlformats.org/officeDocument/2006/relationships/slide" Target="slides/slide187.xml"/><Relationship Id="rId206" Type="http://schemas.openxmlformats.org/officeDocument/2006/relationships/slide" Target="slides/slide201.xml"/><Relationship Id="rId227" Type="http://schemas.openxmlformats.org/officeDocument/2006/relationships/slide" Target="slides/slide222.xml"/><Relationship Id="rId12" Type="http://schemas.openxmlformats.org/officeDocument/2006/relationships/slide" Target="slides/slide7.xml"/><Relationship Id="rId33" Type="http://schemas.openxmlformats.org/officeDocument/2006/relationships/slide" Target="slides/slide28.xml"/><Relationship Id="rId108" Type="http://schemas.openxmlformats.org/officeDocument/2006/relationships/slide" Target="slides/slide103.xml"/><Relationship Id="rId129" Type="http://schemas.openxmlformats.org/officeDocument/2006/relationships/slide" Target="slides/slide124.xml"/><Relationship Id="rId54" Type="http://schemas.openxmlformats.org/officeDocument/2006/relationships/slide" Target="slides/slide49.xml"/><Relationship Id="rId75" Type="http://schemas.openxmlformats.org/officeDocument/2006/relationships/slide" Target="slides/slide70.xml"/><Relationship Id="rId96" Type="http://schemas.openxmlformats.org/officeDocument/2006/relationships/slide" Target="slides/slide91.xml"/><Relationship Id="rId140" Type="http://schemas.openxmlformats.org/officeDocument/2006/relationships/slide" Target="slides/slide135.xml"/><Relationship Id="rId161" Type="http://schemas.openxmlformats.org/officeDocument/2006/relationships/slide" Target="slides/slide156.xml"/><Relationship Id="rId182" Type="http://schemas.openxmlformats.org/officeDocument/2006/relationships/slide" Target="slides/slide177.xml"/><Relationship Id="rId217" Type="http://schemas.openxmlformats.org/officeDocument/2006/relationships/slide" Target="slides/slide212.xml"/><Relationship Id="rId6" Type="http://schemas.openxmlformats.org/officeDocument/2006/relationships/slide" Target="slides/slide1.xml"/><Relationship Id="rId23" Type="http://schemas.openxmlformats.org/officeDocument/2006/relationships/slide" Target="slides/slide18.xml"/><Relationship Id="rId119" Type="http://schemas.openxmlformats.org/officeDocument/2006/relationships/slide" Target="slides/slide114.xml"/><Relationship Id="rId44" Type="http://schemas.openxmlformats.org/officeDocument/2006/relationships/slide" Target="slides/slide39.xml"/><Relationship Id="rId65" Type="http://schemas.openxmlformats.org/officeDocument/2006/relationships/slide" Target="slides/slide60.xml"/><Relationship Id="rId86" Type="http://schemas.openxmlformats.org/officeDocument/2006/relationships/slide" Target="slides/slide81.xml"/><Relationship Id="rId130" Type="http://schemas.openxmlformats.org/officeDocument/2006/relationships/slide" Target="slides/slide125.xml"/><Relationship Id="rId151" Type="http://schemas.openxmlformats.org/officeDocument/2006/relationships/slide" Target="slides/slide146.xml"/><Relationship Id="rId172" Type="http://schemas.openxmlformats.org/officeDocument/2006/relationships/slide" Target="slides/slide167.xml"/><Relationship Id="rId193" Type="http://schemas.openxmlformats.org/officeDocument/2006/relationships/slide" Target="slides/slide188.xml"/><Relationship Id="rId207" Type="http://schemas.openxmlformats.org/officeDocument/2006/relationships/slide" Target="slides/slide202.xml"/><Relationship Id="rId228" Type="http://schemas.openxmlformats.org/officeDocument/2006/relationships/slide" Target="slides/slide223.xml"/><Relationship Id="rId13" Type="http://schemas.openxmlformats.org/officeDocument/2006/relationships/slide" Target="slides/slide8.xml"/><Relationship Id="rId109" Type="http://schemas.openxmlformats.org/officeDocument/2006/relationships/slide" Target="slides/slide104.xml"/><Relationship Id="rId34" Type="http://schemas.openxmlformats.org/officeDocument/2006/relationships/slide" Target="slides/slide29.xml"/><Relationship Id="rId55" Type="http://schemas.openxmlformats.org/officeDocument/2006/relationships/slide" Target="slides/slide50.xml"/><Relationship Id="rId76" Type="http://schemas.openxmlformats.org/officeDocument/2006/relationships/slide" Target="slides/slide71.xml"/><Relationship Id="rId97" Type="http://schemas.openxmlformats.org/officeDocument/2006/relationships/slide" Target="slides/slide92.xml"/><Relationship Id="rId120" Type="http://schemas.openxmlformats.org/officeDocument/2006/relationships/slide" Target="slides/slide115.xml"/><Relationship Id="rId141" Type="http://schemas.openxmlformats.org/officeDocument/2006/relationships/slide" Target="slides/slide136.xml"/><Relationship Id="rId7" Type="http://schemas.openxmlformats.org/officeDocument/2006/relationships/slide" Target="slides/slide2.xml"/><Relationship Id="rId162" Type="http://schemas.openxmlformats.org/officeDocument/2006/relationships/slide" Target="slides/slide157.xml"/><Relationship Id="rId183" Type="http://schemas.openxmlformats.org/officeDocument/2006/relationships/slide" Target="slides/slide178.xml"/><Relationship Id="rId218" Type="http://schemas.openxmlformats.org/officeDocument/2006/relationships/slide" Target="slides/slide213.xml"/><Relationship Id="rId24" Type="http://schemas.openxmlformats.org/officeDocument/2006/relationships/slide" Target="slides/slide19.xml"/><Relationship Id="rId45" Type="http://schemas.openxmlformats.org/officeDocument/2006/relationships/slide" Target="slides/slide40.xml"/><Relationship Id="rId66" Type="http://schemas.openxmlformats.org/officeDocument/2006/relationships/slide" Target="slides/slide61.xml"/><Relationship Id="rId87" Type="http://schemas.openxmlformats.org/officeDocument/2006/relationships/slide" Target="slides/slide82.xml"/><Relationship Id="rId110" Type="http://schemas.openxmlformats.org/officeDocument/2006/relationships/slide" Target="slides/slide105.xml"/><Relationship Id="rId131" Type="http://schemas.openxmlformats.org/officeDocument/2006/relationships/slide" Target="slides/slide126.xml"/><Relationship Id="rId152" Type="http://schemas.openxmlformats.org/officeDocument/2006/relationships/slide" Target="slides/slide147.xml"/><Relationship Id="rId173" Type="http://schemas.openxmlformats.org/officeDocument/2006/relationships/slide" Target="slides/slide168.xml"/><Relationship Id="rId194" Type="http://schemas.openxmlformats.org/officeDocument/2006/relationships/slide" Target="slides/slide189.xml"/><Relationship Id="rId208" Type="http://schemas.openxmlformats.org/officeDocument/2006/relationships/slide" Target="slides/slide203.xml"/><Relationship Id="rId229" Type="http://schemas.openxmlformats.org/officeDocument/2006/relationships/notesMaster" Target="notesMasters/notesMaster1.xml"/><Relationship Id="rId14" Type="http://schemas.openxmlformats.org/officeDocument/2006/relationships/slide" Target="slides/slide9.xml"/><Relationship Id="rId35" Type="http://schemas.openxmlformats.org/officeDocument/2006/relationships/slide" Target="slides/slide30.xml"/><Relationship Id="rId56" Type="http://schemas.openxmlformats.org/officeDocument/2006/relationships/slide" Target="slides/slide51.xml"/><Relationship Id="rId77" Type="http://schemas.openxmlformats.org/officeDocument/2006/relationships/slide" Target="slides/slide72.xml"/><Relationship Id="rId100" Type="http://schemas.openxmlformats.org/officeDocument/2006/relationships/slide" Target="slides/slide95.xml"/><Relationship Id="rId8" Type="http://schemas.openxmlformats.org/officeDocument/2006/relationships/slide" Target="slides/slide3.xml"/><Relationship Id="rId98" Type="http://schemas.openxmlformats.org/officeDocument/2006/relationships/slide" Target="slides/slide93.xml"/><Relationship Id="rId121" Type="http://schemas.openxmlformats.org/officeDocument/2006/relationships/slide" Target="slides/slide116.xml"/><Relationship Id="rId142" Type="http://schemas.openxmlformats.org/officeDocument/2006/relationships/slide" Target="slides/slide137.xml"/><Relationship Id="rId163" Type="http://schemas.openxmlformats.org/officeDocument/2006/relationships/slide" Target="slides/slide158.xml"/><Relationship Id="rId184" Type="http://schemas.openxmlformats.org/officeDocument/2006/relationships/slide" Target="slides/slide179.xml"/><Relationship Id="rId219" Type="http://schemas.openxmlformats.org/officeDocument/2006/relationships/slide" Target="slides/slide214.xml"/><Relationship Id="rId230" Type="http://schemas.openxmlformats.org/officeDocument/2006/relationships/handoutMaster" Target="handoutMasters/handoutMaster1.xml"/><Relationship Id="rId25" Type="http://schemas.openxmlformats.org/officeDocument/2006/relationships/slide" Target="slides/slide20.xml"/><Relationship Id="rId46" Type="http://schemas.openxmlformats.org/officeDocument/2006/relationships/slide" Target="slides/slide41.xml"/><Relationship Id="rId67" Type="http://schemas.openxmlformats.org/officeDocument/2006/relationships/slide" Target="slides/slide62.xml"/><Relationship Id="rId20" Type="http://schemas.openxmlformats.org/officeDocument/2006/relationships/slide" Target="slides/slide15.xml"/><Relationship Id="rId41" Type="http://schemas.openxmlformats.org/officeDocument/2006/relationships/slide" Target="slides/slide36.xml"/><Relationship Id="rId62" Type="http://schemas.openxmlformats.org/officeDocument/2006/relationships/slide" Target="slides/slide57.xml"/><Relationship Id="rId83" Type="http://schemas.openxmlformats.org/officeDocument/2006/relationships/slide" Target="slides/slide78.xml"/><Relationship Id="rId88" Type="http://schemas.openxmlformats.org/officeDocument/2006/relationships/slide" Target="slides/slide83.xml"/><Relationship Id="rId111" Type="http://schemas.openxmlformats.org/officeDocument/2006/relationships/slide" Target="slides/slide106.xml"/><Relationship Id="rId132" Type="http://schemas.openxmlformats.org/officeDocument/2006/relationships/slide" Target="slides/slide127.xml"/><Relationship Id="rId153" Type="http://schemas.openxmlformats.org/officeDocument/2006/relationships/slide" Target="slides/slide148.xml"/><Relationship Id="rId174" Type="http://schemas.openxmlformats.org/officeDocument/2006/relationships/slide" Target="slides/slide169.xml"/><Relationship Id="rId179" Type="http://schemas.openxmlformats.org/officeDocument/2006/relationships/slide" Target="slides/slide174.xml"/><Relationship Id="rId195" Type="http://schemas.openxmlformats.org/officeDocument/2006/relationships/slide" Target="slides/slide190.xml"/><Relationship Id="rId209" Type="http://schemas.openxmlformats.org/officeDocument/2006/relationships/slide" Target="slides/slide204.xml"/><Relationship Id="rId190" Type="http://schemas.openxmlformats.org/officeDocument/2006/relationships/slide" Target="slides/slide185.xml"/><Relationship Id="rId204" Type="http://schemas.openxmlformats.org/officeDocument/2006/relationships/slide" Target="slides/slide199.xml"/><Relationship Id="rId220" Type="http://schemas.openxmlformats.org/officeDocument/2006/relationships/slide" Target="slides/slide215.xml"/><Relationship Id="rId225" Type="http://schemas.openxmlformats.org/officeDocument/2006/relationships/slide" Target="slides/slide220.xml"/><Relationship Id="rId15" Type="http://schemas.openxmlformats.org/officeDocument/2006/relationships/slide" Target="slides/slide10.xml"/><Relationship Id="rId36" Type="http://schemas.openxmlformats.org/officeDocument/2006/relationships/slide" Target="slides/slide31.xml"/><Relationship Id="rId57" Type="http://schemas.openxmlformats.org/officeDocument/2006/relationships/slide" Target="slides/slide52.xml"/><Relationship Id="rId106" Type="http://schemas.openxmlformats.org/officeDocument/2006/relationships/slide" Target="slides/slide101.xml"/><Relationship Id="rId127" Type="http://schemas.openxmlformats.org/officeDocument/2006/relationships/slide" Target="slides/slide122.xml"/><Relationship Id="rId10" Type="http://schemas.openxmlformats.org/officeDocument/2006/relationships/slide" Target="slides/slide5.xml"/><Relationship Id="rId31" Type="http://schemas.openxmlformats.org/officeDocument/2006/relationships/slide" Target="slides/slide26.xml"/><Relationship Id="rId52" Type="http://schemas.openxmlformats.org/officeDocument/2006/relationships/slide" Target="slides/slide47.xml"/><Relationship Id="rId73" Type="http://schemas.openxmlformats.org/officeDocument/2006/relationships/slide" Target="slides/slide68.xml"/><Relationship Id="rId78" Type="http://schemas.openxmlformats.org/officeDocument/2006/relationships/slide" Target="slides/slide73.xml"/><Relationship Id="rId94" Type="http://schemas.openxmlformats.org/officeDocument/2006/relationships/slide" Target="slides/slide89.xml"/><Relationship Id="rId99" Type="http://schemas.openxmlformats.org/officeDocument/2006/relationships/slide" Target="slides/slide94.xml"/><Relationship Id="rId101" Type="http://schemas.openxmlformats.org/officeDocument/2006/relationships/slide" Target="slides/slide96.xml"/><Relationship Id="rId122" Type="http://schemas.openxmlformats.org/officeDocument/2006/relationships/slide" Target="slides/slide117.xml"/><Relationship Id="rId143" Type="http://schemas.openxmlformats.org/officeDocument/2006/relationships/slide" Target="slides/slide138.xml"/><Relationship Id="rId148" Type="http://schemas.openxmlformats.org/officeDocument/2006/relationships/slide" Target="slides/slide143.xml"/><Relationship Id="rId164" Type="http://schemas.openxmlformats.org/officeDocument/2006/relationships/slide" Target="slides/slide159.xml"/><Relationship Id="rId169" Type="http://schemas.openxmlformats.org/officeDocument/2006/relationships/slide" Target="slides/slide164.xml"/><Relationship Id="rId185" Type="http://schemas.openxmlformats.org/officeDocument/2006/relationships/slide" Target="slides/slide180.xml"/><Relationship Id="rId4" Type="http://schemas.openxmlformats.org/officeDocument/2006/relationships/customXml" Target="../customXml/item4.xml"/><Relationship Id="rId9" Type="http://schemas.openxmlformats.org/officeDocument/2006/relationships/slide" Target="slides/slide4.xml"/><Relationship Id="rId180" Type="http://schemas.openxmlformats.org/officeDocument/2006/relationships/slide" Target="slides/slide175.xml"/><Relationship Id="rId210" Type="http://schemas.openxmlformats.org/officeDocument/2006/relationships/slide" Target="slides/slide205.xml"/><Relationship Id="rId215" Type="http://schemas.openxmlformats.org/officeDocument/2006/relationships/slide" Target="slides/slide210.xml"/><Relationship Id="rId26" Type="http://schemas.openxmlformats.org/officeDocument/2006/relationships/slide" Target="slides/slide21.xml"/><Relationship Id="rId231" Type="http://schemas.openxmlformats.org/officeDocument/2006/relationships/presProps" Target="presProps.xml"/><Relationship Id="rId47" Type="http://schemas.openxmlformats.org/officeDocument/2006/relationships/slide" Target="slides/slide42.xml"/><Relationship Id="rId68" Type="http://schemas.openxmlformats.org/officeDocument/2006/relationships/slide" Target="slides/slide63.xml"/><Relationship Id="rId89" Type="http://schemas.openxmlformats.org/officeDocument/2006/relationships/slide" Target="slides/slide84.xml"/><Relationship Id="rId112" Type="http://schemas.openxmlformats.org/officeDocument/2006/relationships/slide" Target="slides/slide107.xml"/><Relationship Id="rId133" Type="http://schemas.openxmlformats.org/officeDocument/2006/relationships/slide" Target="slides/slide128.xml"/><Relationship Id="rId154" Type="http://schemas.openxmlformats.org/officeDocument/2006/relationships/slide" Target="slides/slide149.xml"/><Relationship Id="rId175" Type="http://schemas.openxmlformats.org/officeDocument/2006/relationships/slide" Target="slides/slide170.xml"/><Relationship Id="rId196" Type="http://schemas.openxmlformats.org/officeDocument/2006/relationships/slide" Target="slides/slide191.xml"/><Relationship Id="rId200" Type="http://schemas.openxmlformats.org/officeDocument/2006/relationships/slide" Target="slides/slide195.xml"/><Relationship Id="rId16" Type="http://schemas.openxmlformats.org/officeDocument/2006/relationships/slide" Target="slides/slide11.xml"/><Relationship Id="rId221" Type="http://schemas.openxmlformats.org/officeDocument/2006/relationships/slide" Target="slides/slide216.xml"/><Relationship Id="rId37" Type="http://schemas.openxmlformats.org/officeDocument/2006/relationships/slide" Target="slides/slide32.xml"/><Relationship Id="rId58" Type="http://schemas.openxmlformats.org/officeDocument/2006/relationships/slide" Target="slides/slide53.xml"/><Relationship Id="rId79" Type="http://schemas.openxmlformats.org/officeDocument/2006/relationships/slide" Target="slides/slide74.xml"/><Relationship Id="rId102" Type="http://schemas.openxmlformats.org/officeDocument/2006/relationships/slide" Target="slides/slide97.xml"/><Relationship Id="rId123" Type="http://schemas.openxmlformats.org/officeDocument/2006/relationships/slide" Target="slides/slide118.xml"/><Relationship Id="rId144" Type="http://schemas.openxmlformats.org/officeDocument/2006/relationships/slide" Target="slides/slide139.xml"/><Relationship Id="rId90" Type="http://schemas.openxmlformats.org/officeDocument/2006/relationships/slide" Target="slides/slide85.xml"/><Relationship Id="rId165" Type="http://schemas.openxmlformats.org/officeDocument/2006/relationships/slide" Target="slides/slide160.xml"/><Relationship Id="rId186" Type="http://schemas.openxmlformats.org/officeDocument/2006/relationships/slide" Target="slides/slide181.xml"/><Relationship Id="rId211" Type="http://schemas.openxmlformats.org/officeDocument/2006/relationships/slide" Target="slides/slide206.xml"/><Relationship Id="rId232" Type="http://schemas.openxmlformats.org/officeDocument/2006/relationships/viewProps" Target="viewProps.xml"/><Relationship Id="rId27" Type="http://schemas.openxmlformats.org/officeDocument/2006/relationships/slide" Target="slides/slide22.xml"/><Relationship Id="rId48" Type="http://schemas.openxmlformats.org/officeDocument/2006/relationships/slide" Target="slides/slide43.xml"/><Relationship Id="rId69" Type="http://schemas.openxmlformats.org/officeDocument/2006/relationships/slide" Target="slides/slide64.xml"/><Relationship Id="rId113" Type="http://schemas.openxmlformats.org/officeDocument/2006/relationships/slide" Target="slides/slide108.xml"/><Relationship Id="rId134" Type="http://schemas.openxmlformats.org/officeDocument/2006/relationships/slide" Target="slides/slide129.xml"/><Relationship Id="rId80" Type="http://schemas.openxmlformats.org/officeDocument/2006/relationships/slide" Target="slides/slide75.xml"/><Relationship Id="rId155" Type="http://schemas.openxmlformats.org/officeDocument/2006/relationships/slide" Target="slides/slide150.xml"/><Relationship Id="rId176" Type="http://schemas.openxmlformats.org/officeDocument/2006/relationships/slide" Target="slides/slide171.xml"/><Relationship Id="rId197" Type="http://schemas.openxmlformats.org/officeDocument/2006/relationships/slide" Target="slides/slide192.xml"/><Relationship Id="rId201" Type="http://schemas.openxmlformats.org/officeDocument/2006/relationships/slide" Target="slides/slide196.xml"/><Relationship Id="rId222" Type="http://schemas.openxmlformats.org/officeDocument/2006/relationships/slide" Target="slides/slide217.xml"/><Relationship Id="rId17" Type="http://schemas.openxmlformats.org/officeDocument/2006/relationships/slide" Target="slides/slide12.xml"/><Relationship Id="rId38" Type="http://schemas.openxmlformats.org/officeDocument/2006/relationships/slide" Target="slides/slide33.xml"/><Relationship Id="rId59" Type="http://schemas.openxmlformats.org/officeDocument/2006/relationships/slide" Target="slides/slide54.xml"/><Relationship Id="rId103" Type="http://schemas.openxmlformats.org/officeDocument/2006/relationships/slide" Target="slides/slide98.xml"/><Relationship Id="rId124" Type="http://schemas.openxmlformats.org/officeDocument/2006/relationships/slide" Target="slides/slide119.xml"/><Relationship Id="rId70" Type="http://schemas.openxmlformats.org/officeDocument/2006/relationships/slide" Target="slides/slide65.xml"/><Relationship Id="rId91" Type="http://schemas.openxmlformats.org/officeDocument/2006/relationships/slide" Target="slides/slide86.xml"/><Relationship Id="rId145" Type="http://schemas.openxmlformats.org/officeDocument/2006/relationships/slide" Target="slides/slide140.xml"/><Relationship Id="rId166" Type="http://schemas.openxmlformats.org/officeDocument/2006/relationships/slide" Target="slides/slide161.xml"/><Relationship Id="rId187" Type="http://schemas.openxmlformats.org/officeDocument/2006/relationships/slide" Target="slides/slide182.xml"/><Relationship Id="rId1" Type="http://schemas.openxmlformats.org/officeDocument/2006/relationships/customXml" Target="../customXml/item1.xml"/><Relationship Id="rId212" Type="http://schemas.openxmlformats.org/officeDocument/2006/relationships/slide" Target="slides/slide207.xml"/><Relationship Id="rId233" Type="http://schemas.openxmlformats.org/officeDocument/2006/relationships/theme" Target="theme/theme1.xml"/><Relationship Id="rId28" Type="http://schemas.openxmlformats.org/officeDocument/2006/relationships/slide" Target="slides/slide23.xml"/><Relationship Id="rId49" Type="http://schemas.openxmlformats.org/officeDocument/2006/relationships/slide" Target="slides/slide44.xml"/><Relationship Id="rId114" Type="http://schemas.openxmlformats.org/officeDocument/2006/relationships/slide" Target="slides/slide109.xml"/><Relationship Id="rId60" Type="http://schemas.openxmlformats.org/officeDocument/2006/relationships/slide" Target="slides/slide55.xml"/><Relationship Id="rId81" Type="http://schemas.openxmlformats.org/officeDocument/2006/relationships/slide" Target="slides/slide76.xml"/><Relationship Id="rId135" Type="http://schemas.openxmlformats.org/officeDocument/2006/relationships/slide" Target="slides/slide130.xml"/><Relationship Id="rId156" Type="http://schemas.openxmlformats.org/officeDocument/2006/relationships/slide" Target="slides/slide151.xml"/><Relationship Id="rId177" Type="http://schemas.openxmlformats.org/officeDocument/2006/relationships/slide" Target="slides/slide172.xml"/><Relationship Id="rId198" Type="http://schemas.openxmlformats.org/officeDocument/2006/relationships/slide" Target="slides/slide193.xml"/><Relationship Id="rId202" Type="http://schemas.openxmlformats.org/officeDocument/2006/relationships/slide" Target="slides/slide197.xml"/><Relationship Id="rId223" Type="http://schemas.openxmlformats.org/officeDocument/2006/relationships/slide" Target="slides/slide218.xml"/><Relationship Id="rId18" Type="http://schemas.openxmlformats.org/officeDocument/2006/relationships/slide" Target="slides/slide13.xml"/><Relationship Id="rId39" Type="http://schemas.openxmlformats.org/officeDocument/2006/relationships/slide" Target="slides/slide34.xml"/><Relationship Id="rId50" Type="http://schemas.openxmlformats.org/officeDocument/2006/relationships/slide" Target="slides/slide45.xml"/><Relationship Id="rId104" Type="http://schemas.openxmlformats.org/officeDocument/2006/relationships/slide" Target="slides/slide99.xml"/><Relationship Id="rId125" Type="http://schemas.openxmlformats.org/officeDocument/2006/relationships/slide" Target="slides/slide120.xml"/><Relationship Id="rId146" Type="http://schemas.openxmlformats.org/officeDocument/2006/relationships/slide" Target="slides/slide141.xml"/><Relationship Id="rId167" Type="http://schemas.openxmlformats.org/officeDocument/2006/relationships/slide" Target="slides/slide162.xml"/><Relationship Id="rId188" Type="http://schemas.openxmlformats.org/officeDocument/2006/relationships/slide" Target="slides/slide183.xml"/><Relationship Id="rId71" Type="http://schemas.openxmlformats.org/officeDocument/2006/relationships/slide" Target="slides/slide66.xml"/><Relationship Id="rId92" Type="http://schemas.openxmlformats.org/officeDocument/2006/relationships/slide" Target="slides/slide87.xml"/><Relationship Id="rId213" Type="http://schemas.openxmlformats.org/officeDocument/2006/relationships/slide" Target="slides/slide208.xml"/><Relationship Id="rId234" Type="http://schemas.openxmlformats.org/officeDocument/2006/relationships/tableStyles" Target="tableStyles.xml"/><Relationship Id="rId2" Type="http://schemas.openxmlformats.org/officeDocument/2006/relationships/customXml" Target="../customXml/item2.xml"/><Relationship Id="rId29" Type="http://schemas.openxmlformats.org/officeDocument/2006/relationships/slide" Target="slides/slide24.xml"/><Relationship Id="rId40" Type="http://schemas.openxmlformats.org/officeDocument/2006/relationships/slide" Target="slides/slide35.xml"/><Relationship Id="rId115" Type="http://schemas.openxmlformats.org/officeDocument/2006/relationships/slide" Target="slides/slide110.xml"/><Relationship Id="rId136" Type="http://schemas.openxmlformats.org/officeDocument/2006/relationships/slide" Target="slides/slide131.xml"/><Relationship Id="rId157" Type="http://schemas.openxmlformats.org/officeDocument/2006/relationships/slide" Target="slides/slide152.xml"/><Relationship Id="rId178" Type="http://schemas.openxmlformats.org/officeDocument/2006/relationships/slide" Target="slides/slide173.xml"/><Relationship Id="rId61" Type="http://schemas.openxmlformats.org/officeDocument/2006/relationships/slide" Target="slides/slide56.xml"/><Relationship Id="rId82" Type="http://schemas.openxmlformats.org/officeDocument/2006/relationships/slide" Target="slides/slide77.xml"/><Relationship Id="rId199" Type="http://schemas.openxmlformats.org/officeDocument/2006/relationships/slide" Target="slides/slide194.xml"/><Relationship Id="rId203" Type="http://schemas.openxmlformats.org/officeDocument/2006/relationships/slide" Target="slides/slide198.xml"/><Relationship Id="rId19" Type="http://schemas.openxmlformats.org/officeDocument/2006/relationships/slide" Target="slides/slide14.xml"/><Relationship Id="rId224" Type="http://schemas.openxmlformats.org/officeDocument/2006/relationships/slide" Target="slides/slide219.xml"/><Relationship Id="rId30" Type="http://schemas.openxmlformats.org/officeDocument/2006/relationships/slide" Target="slides/slide25.xml"/><Relationship Id="rId105" Type="http://schemas.openxmlformats.org/officeDocument/2006/relationships/slide" Target="slides/slide100.xml"/><Relationship Id="rId126" Type="http://schemas.openxmlformats.org/officeDocument/2006/relationships/slide" Target="slides/slide121.xml"/><Relationship Id="rId147" Type="http://schemas.openxmlformats.org/officeDocument/2006/relationships/slide" Target="slides/slide142.xml"/><Relationship Id="rId168" Type="http://schemas.openxmlformats.org/officeDocument/2006/relationships/slide" Target="slides/slide163.xml"/><Relationship Id="rId51" Type="http://schemas.openxmlformats.org/officeDocument/2006/relationships/slide" Target="slides/slide46.xml"/><Relationship Id="rId72" Type="http://schemas.openxmlformats.org/officeDocument/2006/relationships/slide" Target="slides/slide67.xml"/><Relationship Id="rId93" Type="http://schemas.openxmlformats.org/officeDocument/2006/relationships/slide" Target="slides/slide88.xml"/><Relationship Id="rId189" Type="http://schemas.openxmlformats.org/officeDocument/2006/relationships/slide" Target="slides/slide184.xml"/><Relationship Id="rId3" Type="http://schemas.openxmlformats.org/officeDocument/2006/relationships/customXml" Target="../customXml/item3.xml"/><Relationship Id="rId214" Type="http://schemas.openxmlformats.org/officeDocument/2006/relationships/slide" Target="slides/slide209.xml"/><Relationship Id="rId235" Type="http://schemas.microsoft.com/office/2016/11/relationships/changesInfo" Target="changesInfos/changesInfo1.xml"/><Relationship Id="rId116" Type="http://schemas.openxmlformats.org/officeDocument/2006/relationships/slide" Target="slides/slide111.xml"/><Relationship Id="rId137" Type="http://schemas.openxmlformats.org/officeDocument/2006/relationships/slide" Target="slides/slide132.xml"/><Relationship Id="rId158" Type="http://schemas.openxmlformats.org/officeDocument/2006/relationships/slide" Target="slides/slide15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CLEAN, JEREMY K CIV USAF AFMC 431 SCMS/GUMA" userId="f397cf71-47ed-425c-be33-41f8ce4f6f50" providerId="ADAL" clId="{104CAA8E-042D-4D85-8011-4E22D22B0DD7}"/>
    <pc:docChg chg="modSld">
      <pc:chgData name="MCLEAN, JEREMY K CIV USAF AFMC 431 SCMS/GUMA" userId="f397cf71-47ed-425c-be33-41f8ce4f6f50" providerId="ADAL" clId="{104CAA8E-042D-4D85-8011-4E22D22B0DD7}" dt="2024-01-26T19:10:54.901" v="5" actId="20577"/>
      <pc:docMkLst>
        <pc:docMk/>
      </pc:docMkLst>
      <pc:sldChg chg="modSp mod">
        <pc:chgData name="MCLEAN, JEREMY K CIV USAF AFMC 431 SCMS/GUMA" userId="f397cf71-47ed-425c-be33-41f8ce4f6f50" providerId="ADAL" clId="{104CAA8E-042D-4D85-8011-4E22D22B0DD7}" dt="2024-01-26T19:10:54.901" v="5" actId="20577"/>
        <pc:sldMkLst>
          <pc:docMk/>
          <pc:sldMk cId="0" sldId="778"/>
        </pc:sldMkLst>
        <pc:spChg chg="mod">
          <ac:chgData name="MCLEAN, JEREMY K CIV USAF AFMC 431 SCMS/GUMA" userId="f397cf71-47ed-425c-be33-41f8ce4f6f50" providerId="ADAL" clId="{104CAA8E-042D-4D85-8011-4E22D22B0DD7}" dt="2024-01-26T19:10:54.901" v="5" actId="20577"/>
          <ac:spMkLst>
            <pc:docMk/>
            <pc:sldMk cId="0" sldId="778"/>
            <ac:spMk id="63492" creationId="{9F0A1124-943A-606C-1538-EBB2C5B31DBF}"/>
          </ac:spMkLst>
        </pc:spChg>
      </pc:sldChg>
    </pc:docChg>
  </pc:docChgLst>
  <pc:docChgLst>
    <pc:chgData name="MCLEAN, JEREMY K CIV USAF AFMC 431 SCMS/GUMA" userId="f397cf71-47ed-425c-be33-41f8ce4f6f50" providerId="ADAL" clId="{59BEB454-82E5-4C6D-ACC9-EBE9D5B9597E}"/>
    <pc:docChg chg="custSel modSld">
      <pc:chgData name="MCLEAN, JEREMY K CIV USAF AFMC 431 SCMS/GUMA" userId="f397cf71-47ed-425c-be33-41f8ce4f6f50" providerId="ADAL" clId="{59BEB454-82E5-4C6D-ACC9-EBE9D5B9597E}" dt="2024-05-21T14:04:17.905" v="729" actId="20577"/>
      <pc:docMkLst>
        <pc:docMk/>
      </pc:docMkLst>
      <pc:sldChg chg="modNotesTx">
        <pc:chgData name="MCLEAN, JEREMY K CIV USAF AFMC 431 SCMS/GUMA" userId="f397cf71-47ed-425c-be33-41f8ce4f6f50" providerId="ADAL" clId="{59BEB454-82E5-4C6D-ACC9-EBE9D5B9597E}" dt="2024-05-21T14:03:38.321" v="642" actId="20577"/>
        <pc:sldMkLst>
          <pc:docMk/>
          <pc:sldMk cId="0" sldId="867"/>
        </pc:sldMkLst>
      </pc:sldChg>
      <pc:sldChg chg="modNotesTx">
        <pc:chgData name="MCLEAN, JEREMY K CIV USAF AFMC 431 SCMS/GUMA" userId="f397cf71-47ed-425c-be33-41f8ce4f6f50" providerId="ADAL" clId="{59BEB454-82E5-4C6D-ACC9-EBE9D5B9597E}" dt="2024-05-21T14:02:42.510" v="636" actId="20577"/>
        <pc:sldMkLst>
          <pc:docMk/>
          <pc:sldMk cId="0" sldId="868"/>
        </pc:sldMkLst>
      </pc:sldChg>
      <pc:sldChg chg="modNotesTx">
        <pc:chgData name="MCLEAN, JEREMY K CIV USAF AFMC 431 SCMS/GUMA" userId="f397cf71-47ed-425c-be33-41f8ce4f6f50" providerId="ADAL" clId="{59BEB454-82E5-4C6D-ACC9-EBE9D5B9597E}" dt="2024-05-21T14:03:04.067" v="640" actId="20577"/>
        <pc:sldMkLst>
          <pc:docMk/>
          <pc:sldMk cId="0" sldId="869"/>
        </pc:sldMkLst>
      </pc:sldChg>
      <pc:sldChg chg="modNotesTx">
        <pc:chgData name="MCLEAN, JEREMY K CIV USAF AFMC 431 SCMS/GUMA" userId="f397cf71-47ed-425c-be33-41f8ce4f6f50" providerId="ADAL" clId="{59BEB454-82E5-4C6D-ACC9-EBE9D5B9597E}" dt="2024-05-21T14:04:17.905" v="729" actId="20577"/>
        <pc:sldMkLst>
          <pc:docMk/>
          <pc:sldMk cId="0" sldId="870"/>
        </pc:sldMkLst>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2770" name="Rectangle 2">
            <a:extLst>
              <a:ext uri="{FF2B5EF4-FFF2-40B4-BE49-F238E27FC236}">
                <a16:creationId xmlns:a16="http://schemas.microsoft.com/office/drawing/2014/main" id="{7E9F9AA5-1CD5-934D-9D63-DF6A5D636B34}"/>
              </a:ext>
            </a:extLst>
          </p:cNvPr>
          <p:cNvSpPr>
            <a:spLocks noGrp="1" noChangeArrowheads="1"/>
          </p:cNvSpPr>
          <p:nvPr>
            <p:ph type="hdr" sz="quarter"/>
          </p:nvPr>
        </p:nvSpPr>
        <p:spPr bwMode="auto">
          <a:xfrm>
            <a:off x="0" y="0"/>
            <a:ext cx="3043238" cy="465138"/>
          </a:xfrm>
          <a:prstGeom prst="rect">
            <a:avLst/>
          </a:prstGeom>
          <a:noFill/>
          <a:ln w="12700">
            <a:noFill/>
            <a:miter lim="800000"/>
            <a:headEnd/>
            <a:tailEnd/>
          </a:ln>
          <a:effectLst/>
        </p:spPr>
        <p:txBody>
          <a:bodyPr vert="horz" wrap="square" lIns="92294" tIns="46146" rIns="92294" bIns="46146" numCol="1" anchor="t" anchorCtr="0" compatLnSpc="1">
            <a:prstTxWarp prst="textNoShape">
              <a:avLst/>
            </a:prstTxWarp>
          </a:bodyPr>
          <a:lstStyle>
            <a:lvl1pPr algn="l" defTabSz="922338" eaLnBrk="0" hangingPunct="0">
              <a:lnSpc>
                <a:spcPct val="100000"/>
              </a:lnSpc>
              <a:buClrTx/>
              <a:buSzTx/>
              <a:buFontTx/>
              <a:buNone/>
              <a:defRPr sz="1200">
                <a:latin typeface="Arial" charset="0"/>
                <a:cs typeface="+mn-cs"/>
              </a:defRPr>
            </a:lvl1pPr>
          </a:lstStyle>
          <a:p>
            <a:pPr>
              <a:defRPr/>
            </a:pPr>
            <a:endParaRPr lang="en-US"/>
          </a:p>
        </p:txBody>
      </p:sp>
      <p:sp>
        <p:nvSpPr>
          <p:cNvPr id="32771" name="Rectangle 3">
            <a:extLst>
              <a:ext uri="{FF2B5EF4-FFF2-40B4-BE49-F238E27FC236}">
                <a16:creationId xmlns:a16="http://schemas.microsoft.com/office/drawing/2014/main" id="{1D247C5B-916E-FA4D-8A67-FB700D1027DC}"/>
              </a:ext>
            </a:extLst>
          </p:cNvPr>
          <p:cNvSpPr>
            <a:spLocks noGrp="1" noChangeArrowheads="1"/>
          </p:cNvSpPr>
          <p:nvPr>
            <p:ph type="dt" sz="quarter" idx="1"/>
          </p:nvPr>
        </p:nvSpPr>
        <p:spPr bwMode="auto">
          <a:xfrm>
            <a:off x="3967163" y="0"/>
            <a:ext cx="3043237" cy="465138"/>
          </a:xfrm>
          <a:prstGeom prst="rect">
            <a:avLst/>
          </a:prstGeom>
          <a:noFill/>
          <a:ln w="12700">
            <a:noFill/>
            <a:miter lim="800000"/>
            <a:headEnd/>
            <a:tailEnd/>
          </a:ln>
          <a:effectLst/>
        </p:spPr>
        <p:txBody>
          <a:bodyPr vert="horz" wrap="square" lIns="92294" tIns="46146" rIns="92294" bIns="46146" numCol="1" anchor="t" anchorCtr="0" compatLnSpc="1">
            <a:prstTxWarp prst="textNoShape">
              <a:avLst/>
            </a:prstTxWarp>
          </a:bodyPr>
          <a:lstStyle>
            <a:lvl1pPr algn="r" defTabSz="922338" eaLnBrk="0" hangingPunct="0">
              <a:lnSpc>
                <a:spcPct val="100000"/>
              </a:lnSpc>
              <a:buClrTx/>
              <a:buSzTx/>
              <a:buFontTx/>
              <a:buNone/>
              <a:defRPr sz="1200">
                <a:latin typeface="Arial" charset="0"/>
                <a:cs typeface="+mn-cs"/>
              </a:defRPr>
            </a:lvl1pPr>
          </a:lstStyle>
          <a:p>
            <a:pPr>
              <a:defRPr/>
            </a:pPr>
            <a:endParaRPr lang="en-US"/>
          </a:p>
        </p:txBody>
      </p:sp>
      <p:sp>
        <p:nvSpPr>
          <p:cNvPr id="32772" name="Rectangle 4">
            <a:extLst>
              <a:ext uri="{FF2B5EF4-FFF2-40B4-BE49-F238E27FC236}">
                <a16:creationId xmlns:a16="http://schemas.microsoft.com/office/drawing/2014/main" id="{D6C9D21F-CE7E-9646-A341-1B5833B05504}"/>
              </a:ext>
            </a:extLst>
          </p:cNvPr>
          <p:cNvSpPr>
            <a:spLocks noGrp="1" noChangeArrowheads="1"/>
          </p:cNvSpPr>
          <p:nvPr>
            <p:ph type="ftr" sz="quarter" idx="2"/>
          </p:nvPr>
        </p:nvSpPr>
        <p:spPr bwMode="auto">
          <a:xfrm>
            <a:off x="0" y="8831263"/>
            <a:ext cx="3043238" cy="465137"/>
          </a:xfrm>
          <a:prstGeom prst="rect">
            <a:avLst/>
          </a:prstGeom>
          <a:noFill/>
          <a:ln w="12700">
            <a:noFill/>
            <a:miter lim="800000"/>
            <a:headEnd/>
            <a:tailEnd/>
          </a:ln>
          <a:effectLst/>
        </p:spPr>
        <p:txBody>
          <a:bodyPr vert="horz" wrap="square" lIns="92294" tIns="46146" rIns="92294" bIns="46146" numCol="1" anchor="b" anchorCtr="0" compatLnSpc="1">
            <a:prstTxWarp prst="textNoShape">
              <a:avLst/>
            </a:prstTxWarp>
          </a:bodyPr>
          <a:lstStyle>
            <a:lvl1pPr algn="l" defTabSz="922338" eaLnBrk="0" hangingPunct="0">
              <a:lnSpc>
                <a:spcPct val="100000"/>
              </a:lnSpc>
              <a:buClrTx/>
              <a:buSzTx/>
              <a:buFontTx/>
              <a:buNone/>
              <a:defRPr sz="1200">
                <a:latin typeface="Arial" charset="0"/>
                <a:cs typeface="+mn-cs"/>
              </a:defRPr>
            </a:lvl1pPr>
          </a:lstStyle>
          <a:p>
            <a:pPr>
              <a:defRPr/>
            </a:pPr>
            <a:endParaRPr lang="en-US"/>
          </a:p>
        </p:txBody>
      </p:sp>
      <p:sp>
        <p:nvSpPr>
          <p:cNvPr id="32773" name="Rectangle 5">
            <a:extLst>
              <a:ext uri="{FF2B5EF4-FFF2-40B4-BE49-F238E27FC236}">
                <a16:creationId xmlns:a16="http://schemas.microsoft.com/office/drawing/2014/main" id="{0450E3D4-EBF2-2E45-857B-3E129A0A9AFC}"/>
              </a:ext>
            </a:extLst>
          </p:cNvPr>
          <p:cNvSpPr>
            <a:spLocks noGrp="1" noChangeArrowheads="1"/>
          </p:cNvSpPr>
          <p:nvPr>
            <p:ph type="sldNum" sz="quarter" idx="3"/>
          </p:nvPr>
        </p:nvSpPr>
        <p:spPr bwMode="auto">
          <a:xfrm>
            <a:off x="3967163" y="8831263"/>
            <a:ext cx="3043237" cy="465137"/>
          </a:xfrm>
          <a:prstGeom prst="rect">
            <a:avLst/>
          </a:prstGeom>
          <a:noFill/>
          <a:ln w="12700">
            <a:noFill/>
            <a:miter lim="800000"/>
            <a:headEnd/>
            <a:tailEnd/>
          </a:ln>
          <a:effectLst/>
        </p:spPr>
        <p:txBody>
          <a:bodyPr vert="horz" wrap="square" lIns="92294" tIns="46146" rIns="92294" bIns="46146" numCol="1" anchor="b" anchorCtr="0" compatLnSpc="1">
            <a:prstTxWarp prst="textNoShape">
              <a:avLst/>
            </a:prstTxWarp>
          </a:bodyPr>
          <a:lstStyle>
            <a:lvl1pPr algn="r" defTabSz="922338">
              <a:defRPr sz="1200"/>
            </a:lvl1pPr>
          </a:lstStyle>
          <a:p>
            <a:fld id="{25AFB03D-30F5-459B-9293-0CBE7B4AB540}" type="slidenum">
              <a:rPr lang="en-US" altLang="en-US"/>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0722" name="Rectangle 2">
            <a:extLst>
              <a:ext uri="{FF2B5EF4-FFF2-40B4-BE49-F238E27FC236}">
                <a16:creationId xmlns:a16="http://schemas.microsoft.com/office/drawing/2014/main" id="{C2072BC0-31E7-324A-8186-53BDFFC38FE5}"/>
              </a:ext>
            </a:extLst>
          </p:cNvPr>
          <p:cNvSpPr>
            <a:spLocks noGrp="1" noChangeArrowheads="1"/>
          </p:cNvSpPr>
          <p:nvPr>
            <p:ph type="hdr" sz="quarter"/>
          </p:nvPr>
        </p:nvSpPr>
        <p:spPr bwMode="auto">
          <a:xfrm>
            <a:off x="0" y="0"/>
            <a:ext cx="3043238" cy="465138"/>
          </a:xfrm>
          <a:prstGeom prst="rect">
            <a:avLst/>
          </a:prstGeom>
          <a:noFill/>
          <a:ln w="12700">
            <a:noFill/>
            <a:miter lim="800000"/>
            <a:headEnd/>
            <a:tailEnd/>
          </a:ln>
          <a:effectLst/>
        </p:spPr>
        <p:txBody>
          <a:bodyPr vert="horz" wrap="square" lIns="92294" tIns="46146" rIns="92294" bIns="46146" numCol="1" anchor="t" anchorCtr="0" compatLnSpc="1">
            <a:prstTxWarp prst="textNoShape">
              <a:avLst/>
            </a:prstTxWarp>
          </a:bodyPr>
          <a:lstStyle>
            <a:lvl1pPr algn="l" defTabSz="922338" eaLnBrk="0" hangingPunct="0">
              <a:lnSpc>
                <a:spcPct val="100000"/>
              </a:lnSpc>
              <a:buClrTx/>
              <a:buSzTx/>
              <a:buFontTx/>
              <a:buNone/>
              <a:defRPr sz="1200">
                <a:latin typeface="Arial" charset="0"/>
                <a:cs typeface="+mn-cs"/>
              </a:defRPr>
            </a:lvl1pPr>
          </a:lstStyle>
          <a:p>
            <a:pPr>
              <a:defRPr/>
            </a:pPr>
            <a:endParaRPr lang="en-US"/>
          </a:p>
        </p:txBody>
      </p:sp>
      <p:sp>
        <p:nvSpPr>
          <p:cNvPr id="30723" name="Rectangle 3">
            <a:extLst>
              <a:ext uri="{FF2B5EF4-FFF2-40B4-BE49-F238E27FC236}">
                <a16:creationId xmlns:a16="http://schemas.microsoft.com/office/drawing/2014/main" id="{A317211F-1701-294B-9B55-4E385EDBF96C}"/>
              </a:ext>
            </a:extLst>
          </p:cNvPr>
          <p:cNvSpPr>
            <a:spLocks noGrp="1" noChangeArrowheads="1"/>
          </p:cNvSpPr>
          <p:nvPr>
            <p:ph type="dt" idx="1"/>
          </p:nvPr>
        </p:nvSpPr>
        <p:spPr bwMode="auto">
          <a:xfrm>
            <a:off x="3967163" y="0"/>
            <a:ext cx="3043237" cy="465138"/>
          </a:xfrm>
          <a:prstGeom prst="rect">
            <a:avLst/>
          </a:prstGeom>
          <a:noFill/>
          <a:ln w="12700">
            <a:noFill/>
            <a:miter lim="800000"/>
            <a:headEnd/>
            <a:tailEnd/>
          </a:ln>
          <a:effectLst/>
        </p:spPr>
        <p:txBody>
          <a:bodyPr vert="horz" wrap="square" lIns="92294" tIns="46146" rIns="92294" bIns="46146" numCol="1" anchor="t" anchorCtr="0" compatLnSpc="1">
            <a:prstTxWarp prst="textNoShape">
              <a:avLst/>
            </a:prstTxWarp>
          </a:bodyPr>
          <a:lstStyle>
            <a:lvl1pPr algn="r" defTabSz="922338" eaLnBrk="0" hangingPunct="0">
              <a:lnSpc>
                <a:spcPct val="100000"/>
              </a:lnSpc>
              <a:buClrTx/>
              <a:buSzTx/>
              <a:buFontTx/>
              <a:buNone/>
              <a:defRPr sz="1200">
                <a:latin typeface="Arial" charset="0"/>
                <a:cs typeface="+mn-cs"/>
              </a:defRPr>
            </a:lvl1pPr>
          </a:lstStyle>
          <a:p>
            <a:pPr>
              <a:defRPr/>
            </a:pPr>
            <a:endParaRPr lang="en-US"/>
          </a:p>
        </p:txBody>
      </p:sp>
      <p:sp>
        <p:nvSpPr>
          <p:cNvPr id="15364" name="Rectangle 4">
            <a:extLst>
              <a:ext uri="{FF2B5EF4-FFF2-40B4-BE49-F238E27FC236}">
                <a16:creationId xmlns:a16="http://schemas.microsoft.com/office/drawing/2014/main" id="{E324B018-EB9A-2F9F-568A-2261375CAF2F}"/>
              </a:ext>
            </a:extLst>
          </p:cNvPr>
          <p:cNvSpPr>
            <a:spLocks noGrp="1" noRot="1" noChangeAspect="1" noChangeArrowheads="1" noTextEdit="1"/>
          </p:cNvSpPr>
          <p:nvPr>
            <p:ph type="sldImg" idx="2"/>
          </p:nvPr>
        </p:nvSpPr>
        <p:spPr bwMode="auto">
          <a:xfrm>
            <a:off x="1181100" y="696913"/>
            <a:ext cx="4649788" cy="3487737"/>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30725" name="Rectangle 5">
            <a:extLst>
              <a:ext uri="{FF2B5EF4-FFF2-40B4-BE49-F238E27FC236}">
                <a16:creationId xmlns:a16="http://schemas.microsoft.com/office/drawing/2014/main" id="{C57C7510-1B01-9744-9407-447CB065FEDB}"/>
              </a:ext>
            </a:extLst>
          </p:cNvPr>
          <p:cNvSpPr>
            <a:spLocks noGrp="1" noChangeArrowheads="1"/>
          </p:cNvSpPr>
          <p:nvPr>
            <p:ph type="body" sz="quarter" idx="3"/>
          </p:nvPr>
        </p:nvSpPr>
        <p:spPr bwMode="auto">
          <a:xfrm>
            <a:off x="936625" y="4416425"/>
            <a:ext cx="5137150" cy="4183063"/>
          </a:xfrm>
          <a:prstGeom prst="rect">
            <a:avLst/>
          </a:prstGeom>
          <a:noFill/>
          <a:ln w="12700">
            <a:noFill/>
            <a:miter lim="800000"/>
            <a:headEnd/>
            <a:tailEnd/>
          </a:ln>
          <a:effectLst/>
        </p:spPr>
        <p:txBody>
          <a:bodyPr vert="horz" wrap="square" lIns="92294" tIns="46146" rIns="92294" bIns="46146"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30726" name="Rectangle 6">
            <a:extLst>
              <a:ext uri="{FF2B5EF4-FFF2-40B4-BE49-F238E27FC236}">
                <a16:creationId xmlns:a16="http://schemas.microsoft.com/office/drawing/2014/main" id="{CA079D40-C61C-9D45-A40B-F588C5901DCE}"/>
              </a:ext>
            </a:extLst>
          </p:cNvPr>
          <p:cNvSpPr>
            <a:spLocks noGrp="1" noChangeArrowheads="1"/>
          </p:cNvSpPr>
          <p:nvPr>
            <p:ph type="ftr" sz="quarter" idx="4"/>
          </p:nvPr>
        </p:nvSpPr>
        <p:spPr bwMode="auto">
          <a:xfrm>
            <a:off x="0" y="8831263"/>
            <a:ext cx="3043238" cy="465137"/>
          </a:xfrm>
          <a:prstGeom prst="rect">
            <a:avLst/>
          </a:prstGeom>
          <a:noFill/>
          <a:ln w="12700">
            <a:noFill/>
            <a:miter lim="800000"/>
            <a:headEnd/>
            <a:tailEnd/>
          </a:ln>
          <a:effectLst/>
        </p:spPr>
        <p:txBody>
          <a:bodyPr vert="horz" wrap="square" lIns="92294" tIns="46146" rIns="92294" bIns="46146" numCol="1" anchor="b" anchorCtr="0" compatLnSpc="1">
            <a:prstTxWarp prst="textNoShape">
              <a:avLst/>
            </a:prstTxWarp>
          </a:bodyPr>
          <a:lstStyle>
            <a:lvl1pPr algn="l" defTabSz="922338" eaLnBrk="0" hangingPunct="0">
              <a:lnSpc>
                <a:spcPct val="100000"/>
              </a:lnSpc>
              <a:buClrTx/>
              <a:buSzTx/>
              <a:buFontTx/>
              <a:buNone/>
              <a:defRPr sz="1200">
                <a:latin typeface="Arial" charset="0"/>
                <a:cs typeface="+mn-cs"/>
              </a:defRPr>
            </a:lvl1pPr>
          </a:lstStyle>
          <a:p>
            <a:pPr>
              <a:defRPr/>
            </a:pPr>
            <a:endParaRPr lang="en-US"/>
          </a:p>
        </p:txBody>
      </p:sp>
      <p:sp>
        <p:nvSpPr>
          <p:cNvPr id="30727" name="Rectangle 7">
            <a:extLst>
              <a:ext uri="{FF2B5EF4-FFF2-40B4-BE49-F238E27FC236}">
                <a16:creationId xmlns:a16="http://schemas.microsoft.com/office/drawing/2014/main" id="{09130CE8-19E7-B845-A61B-ABF130872930}"/>
              </a:ext>
            </a:extLst>
          </p:cNvPr>
          <p:cNvSpPr>
            <a:spLocks noGrp="1" noChangeArrowheads="1"/>
          </p:cNvSpPr>
          <p:nvPr>
            <p:ph type="sldNum" sz="quarter" idx="5"/>
          </p:nvPr>
        </p:nvSpPr>
        <p:spPr bwMode="auto">
          <a:xfrm>
            <a:off x="3967163" y="8831263"/>
            <a:ext cx="3043237" cy="465137"/>
          </a:xfrm>
          <a:prstGeom prst="rect">
            <a:avLst/>
          </a:prstGeom>
          <a:noFill/>
          <a:ln w="12700">
            <a:noFill/>
            <a:miter lim="800000"/>
            <a:headEnd/>
            <a:tailEnd/>
          </a:ln>
          <a:effectLst/>
        </p:spPr>
        <p:txBody>
          <a:bodyPr vert="horz" wrap="square" lIns="92294" tIns="46146" rIns="92294" bIns="46146" numCol="1" anchor="b" anchorCtr="0" compatLnSpc="1">
            <a:prstTxWarp prst="textNoShape">
              <a:avLst/>
            </a:prstTxWarp>
          </a:bodyPr>
          <a:lstStyle>
            <a:lvl1pPr algn="r" defTabSz="922338">
              <a:defRPr sz="1200"/>
            </a:lvl1pPr>
          </a:lstStyle>
          <a:p>
            <a:fld id="{0328C531-A904-40B7-A13B-16A4100C2AAC}" type="slidenum">
              <a:rPr lang="en-US" altLang="en-US"/>
              <a:pPr/>
              <a:t>‹#›</a:t>
            </a:fld>
            <a:endParaRPr lang="en-US"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14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155.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18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22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2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3" name="Slide Image Placeholder 1">
            <a:extLst>
              <a:ext uri="{FF2B5EF4-FFF2-40B4-BE49-F238E27FC236}">
                <a16:creationId xmlns:a16="http://schemas.microsoft.com/office/drawing/2014/main" id="{9688E784-6F03-45E1-E9F5-D546262B796B}"/>
              </a:ext>
            </a:extLst>
          </p:cNvPr>
          <p:cNvSpPr>
            <a:spLocks noGrp="1" noRot="1" noChangeAspect="1" noChangeArrowheads="1" noTextEdit="1"/>
          </p:cNvSpPr>
          <p:nvPr>
            <p:ph type="sldImg"/>
          </p:nvPr>
        </p:nvSpPr>
        <p:spPr>
          <a:ln/>
        </p:spPr>
      </p:sp>
      <p:sp>
        <p:nvSpPr>
          <p:cNvPr id="18434" name="Notes Placeholder 2">
            <a:extLst>
              <a:ext uri="{FF2B5EF4-FFF2-40B4-BE49-F238E27FC236}">
                <a16:creationId xmlns:a16="http://schemas.microsoft.com/office/drawing/2014/main" id="{9E7F3899-1741-8646-B21F-76F968FC2923}"/>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en-US" altLang="en-US"/>
          </a:p>
        </p:txBody>
      </p:sp>
      <p:sp>
        <p:nvSpPr>
          <p:cNvPr id="18435" name="Slide Number Placeholder 3">
            <a:extLst>
              <a:ext uri="{FF2B5EF4-FFF2-40B4-BE49-F238E27FC236}">
                <a16:creationId xmlns:a16="http://schemas.microsoft.com/office/drawing/2014/main" id="{31CB549E-6A15-6734-A362-E79F0FE586AA}"/>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77885D0-8DC2-4626-B320-7FDAE7D29C84}" type="slidenum">
              <a:rPr lang="en-US" altLang="en-US">
                <a:latin typeface="Arial" panose="020B0604020202020204" pitchFamily="34" charset="0"/>
              </a:rPr>
              <a:pPr>
                <a:spcBef>
                  <a:spcPct val="0"/>
                </a:spcBef>
              </a:pPr>
              <a:t>1</a:t>
            </a:fld>
            <a:endParaRPr lang="en-US" altLang="en-US">
              <a:latin typeface="Arial" panose="020B0604020202020204" pitchFamily="34"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5" name="Rectangle 7">
            <a:extLst>
              <a:ext uri="{FF2B5EF4-FFF2-40B4-BE49-F238E27FC236}">
                <a16:creationId xmlns:a16="http://schemas.microsoft.com/office/drawing/2014/main" id="{8C72F15B-6245-E94A-6BC2-515F0A21C04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CC97225B-5DFC-49D5-B82B-276F0096FD73}" type="slidenum">
              <a:rPr lang="en-US" altLang="en-US">
                <a:latin typeface="Arial" panose="020B0604020202020204" pitchFamily="34" charset="0"/>
              </a:rPr>
              <a:pPr>
                <a:spcBef>
                  <a:spcPct val="0"/>
                </a:spcBef>
              </a:pPr>
              <a:t>3</a:t>
            </a:fld>
            <a:endParaRPr lang="en-US" altLang="en-US">
              <a:latin typeface="Arial" panose="020B0604020202020204" pitchFamily="34" charset="0"/>
            </a:endParaRPr>
          </a:p>
        </p:txBody>
      </p:sp>
      <p:sp>
        <p:nvSpPr>
          <p:cNvPr id="21506" name="Rectangle 2">
            <a:extLst>
              <a:ext uri="{FF2B5EF4-FFF2-40B4-BE49-F238E27FC236}">
                <a16:creationId xmlns:a16="http://schemas.microsoft.com/office/drawing/2014/main" id="{8A266902-203B-CF1D-CD92-D44A9F9D68C0}"/>
              </a:ext>
            </a:extLst>
          </p:cNvPr>
          <p:cNvSpPr>
            <a:spLocks noGrp="1" noRot="1" noChangeAspect="1" noChangeArrowheads="1" noTextEdit="1"/>
          </p:cNvSpPr>
          <p:nvPr>
            <p:ph type="sldImg"/>
          </p:nvPr>
        </p:nvSpPr>
        <p:spPr>
          <a:ln/>
        </p:spPr>
      </p:sp>
      <p:sp>
        <p:nvSpPr>
          <p:cNvPr id="21507" name="Rectangle 3">
            <a:extLst>
              <a:ext uri="{FF2B5EF4-FFF2-40B4-BE49-F238E27FC236}">
                <a16:creationId xmlns:a16="http://schemas.microsoft.com/office/drawing/2014/main" id="{010DF81E-D28B-F11F-894C-509F456A3B6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3" name="Rectangle 7">
            <a:extLst>
              <a:ext uri="{FF2B5EF4-FFF2-40B4-BE49-F238E27FC236}">
                <a16:creationId xmlns:a16="http://schemas.microsoft.com/office/drawing/2014/main" id="{B34140F9-6CEB-04F5-4099-95A7D1D9B62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3917DD9-9F39-4F51-A774-942C1FF1369D}" type="slidenum">
              <a:rPr lang="en-US" altLang="en-US">
                <a:latin typeface="Arial" panose="020B0604020202020204" pitchFamily="34" charset="0"/>
              </a:rPr>
              <a:pPr>
                <a:spcBef>
                  <a:spcPct val="0"/>
                </a:spcBef>
              </a:pPr>
              <a:t>4</a:t>
            </a:fld>
            <a:endParaRPr lang="en-US" altLang="en-US">
              <a:latin typeface="Arial" panose="020B0604020202020204" pitchFamily="34" charset="0"/>
            </a:endParaRPr>
          </a:p>
        </p:txBody>
      </p:sp>
      <p:sp>
        <p:nvSpPr>
          <p:cNvPr id="23554" name="Rectangle 2">
            <a:extLst>
              <a:ext uri="{FF2B5EF4-FFF2-40B4-BE49-F238E27FC236}">
                <a16:creationId xmlns:a16="http://schemas.microsoft.com/office/drawing/2014/main" id="{01F1ACC5-8571-2C2A-D01B-536B6FCE8572}"/>
              </a:ext>
            </a:extLst>
          </p:cNvPr>
          <p:cNvSpPr>
            <a:spLocks noGrp="1" noRot="1" noChangeAspect="1" noChangeArrowheads="1" noTextEdit="1"/>
          </p:cNvSpPr>
          <p:nvPr>
            <p:ph type="sldImg"/>
          </p:nvPr>
        </p:nvSpPr>
        <p:spPr>
          <a:ln/>
        </p:spPr>
      </p:sp>
      <p:sp>
        <p:nvSpPr>
          <p:cNvPr id="23555" name="Rectangle 3">
            <a:extLst>
              <a:ext uri="{FF2B5EF4-FFF2-40B4-BE49-F238E27FC236}">
                <a16:creationId xmlns:a16="http://schemas.microsoft.com/office/drawing/2014/main" id="{5BF25D56-3467-97FB-5720-AA36D5C27DD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1" name="Rectangle 7">
            <a:extLst>
              <a:ext uri="{FF2B5EF4-FFF2-40B4-BE49-F238E27FC236}">
                <a16:creationId xmlns:a16="http://schemas.microsoft.com/office/drawing/2014/main" id="{B6C731DE-F92A-8AD5-B2C6-0F6AB4106F5B}"/>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00E5F51-0B52-41D5-BBB8-63EB89A14D0E}" type="slidenum">
              <a:rPr lang="en-US" altLang="en-US">
                <a:latin typeface="Arial" panose="020B0604020202020204" pitchFamily="34" charset="0"/>
              </a:rPr>
              <a:pPr>
                <a:spcBef>
                  <a:spcPct val="0"/>
                </a:spcBef>
              </a:pPr>
              <a:t>5</a:t>
            </a:fld>
            <a:endParaRPr lang="en-US" altLang="en-US">
              <a:latin typeface="Arial" panose="020B0604020202020204" pitchFamily="34" charset="0"/>
            </a:endParaRPr>
          </a:p>
        </p:txBody>
      </p:sp>
      <p:sp>
        <p:nvSpPr>
          <p:cNvPr id="25602" name="Rectangle 2">
            <a:extLst>
              <a:ext uri="{FF2B5EF4-FFF2-40B4-BE49-F238E27FC236}">
                <a16:creationId xmlns:a16="http://schemas.microsoft.com/office/drawing/2014/main" id="{D72BF9F6-6EBC-E4E4-D225-BC5771AEE9F7}"/>
              </a:ext>
            </a:extLst>
          </p:cNvPr>
          <p:cNvSpPr>
            <a:spLocks noGrp="1" noRot="1" noChangeAspect="1" noChangeArrowheads="1" noTextEdit="1"/>
          </p:cNvSpPr>
          <p:nvPr>
            <p:ph type="sldImg"/>
          </p:nvPr>
        </p:nvSpPr>
        <p:spPr>
          <a:ln/>
        </p:spPr>
      </p:sp>
      <p:sp>
        <p:nvSpPr>
          <p:cNvPr id="25603" name="Rectangle 3">
            <a:extLst>
              <a:ext uri="{FF2B5EF4-FFF2-40B4-BE49-F238E27FC236}">
                <a16:creationId xmlns:a16="http://schemas.microsoft.com/office/drawing/2014/main" id="{526AB455-7229-F7A5-6915-CBF7EEB30CD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49" name="Rectangle 7">
            <a:extLst>
              <a:ext uri="{FF2B5EF4-FFF2-40B4-BE49-F238E27FC236}">
                <a16:creationId xmlns:a16="http://schemas.microsoft.com/office/drawing/2014/main" id="{3797D7AC-5CCA-A641-1C41-F29A5850AC69}"/>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340E3BE-B76E-44E0-A991-81D27FFB3551}" type="slidenum">
              <a:rPr lang="en-US" altLang="en-US">
                <a:latin typeface="Arial" panose="020B0604020202020204" pitchFamily="34" charset="0"/>
              </a:rPr>
              <a:pPr>
                <a:spcBef>
                  <a:spcPct val="0"/>
                </a:spcBef>
              </a:pPr>
              <a:t>6</a:t>
            </a:fld>
            <a:endParaRPr lang="en-US" altLang="en-US">
              <a:latin typeface="Arial" panose="020B0604020202020204" pitchFamily="34" charset="0"/>
            </a:endParaRPr>
          </a:p>
        </p:txBody>
      </p:sp>
      <p:sp>
        <p:nvSpPr>
          <p:cNvPr id="27650" name="Rectangle 2">
            <a:extLst>
              <a:ext uri="{FF2B5EF4-FFF2-40B4-BE49-F238E27FC236}">
                <a16:creationId xmlns:a16="http://schemas.microsoft.com/office/drawing/2014/main" id="{884A91F4-F11A-B8ED-A11A-A58D6FB71BDF}"/>
              </a:ext>
            </a:extLst>
          </p:cNvPr>
          <p:cNvSpPr>
            <a:spLocks noGrp="1" noRot="1" noChangeAspect="1" noChangeArrowheads="1" noTextEdit="1"/>
          </p:cNvSpPr>
          <p:nvPr>
            <p:ph type="sldImg"/>
          </p:nvPr>
        </p:nvSpPr>
        <p:spPr>
          <a:ln/>
        </p:spPr>
      </p:sp>
      <p:sp>
        <p:nvSpPr>
          <p:cNvPr id="27651" name="Rectangle 3">
            <a:extLst>
              <a:ext uri="{FF2B5EF4-FFF2-40B4-BE49-F238E27FC236}">
                <a16:creationId xmlns:a16="http://schemas.microsoft.com/office/drawing/2014/main" id="{AE52FE96-F4A0-7CC9-F583-33B17FBF335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7" name="Rectangle 7">
            <a:extLst>
              <a:ext uri="{FF2B5EF4-FFF2-40B4-BE49-F238E27FC236}">
                <a16:creationId xmlns:a16="http://schemas.microsoft.com/office/drawing/2014/main" id="{E9EEC01B-D0C9-7DEB-FEF5-98A7982AC001}"/>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A65E572-358A-4F5E-B53F-2AB597C56F49}" type="slidenum">
              <a:rPr lang="en-US" altLang="en-US">
                <a:latin typeface="Arial" panose="020B0604020202020204" pitchFamily="34" charset="0"/>
              </a:rPr>
              <a:pPr>
                <a:spcBef>
                  <a:spcPct val="0"/>
                </a:spcBef>
              </a:pPr>
              <a:t>7</a:t>
            </a:fld>
            <a:endParaRPr lang="en-US" altLang="en-US">
              <a:latin typeface="Arial" panose="020B0604020202020204" pitchFamily="34" charset="0"/>
            </a:endParaRPr>
          </a:p>
        </p:txBody>
      </p:sp>
      <p:sp>
        <p:nvSpPr>
          <p:cNvPr id="29698" name="Rectangle 2">
            <a:extLst>
              <a:ext uri="{FF2B5EF4-FFF2-40B4-BE49-F238E27FC236}">
                <a16:creationId xmlns:a16="http://schemas.microsoft.com/office/drawing/2014/main" id="{226BBA15-DBE5-34C7-AD73-30192E0BBA82}"/>
              </a:ext>
            </a:extLst>
          </p:cNvPr>
          <p:cNvSpPr>
            <a:spLocks noGrp="1" noRot="1" noChangeAspect="1" noChangeArrowheads="1" noTextEdit="1"/>
          </p:cNvSpPr>
          <p:nvPr>
            <p:ph type="sldImg"/>
          </p:nvPr>
        </p:nvSpPr>
        <p:spPr>
          <a:ln/>
        </p:spPr>
      </p:sp>
      <p:sp>
        <p:nvSpPr>
          <p:cNvPr id="29699" name="Rectangle 3">
            <a:extLst>
              <a:ext uri="{FF2B5EF4-FFF2-40B4-BE49-F238E27FC236}">
                <a16:creationId xmlns:a16="http://schemas.microsoft.com/office/drawing/2014/main" id="{7811CC3F-4BE8-70FE-AD42-14C04FC9533D}"/>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5" name="Rectangle 7">
            <a:extLst>
              <a:ext uri="{FF2B5EF4-FFF2-40B4-BE49-F238E27FC236}">
                <a16:creationId xmlns:a16="http://schemas.microsoft.com/office/drawing/2014/main" id="{CEDAA314-1290-C50B-3F6E-2A7B9E269B4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6914459-F595-4288-BB8C-350FF888C8B0}" type="slidenum">
              <a:rPr lang="en-US" altLang="en-US">
                <a:latin typeface="Arial" panose="020B0604020202020204" pitchFamily="34" charset="0"/>
              </a:rPr>
              <a:pPr>
                <a:spcBef>
                  <a:spcPct val="0"/>
                </a:spcBef>
              </a:pPr>
              <a:t>8</a:t>
            </a:fld>
            <a:endParaRPr lang="en-US" altLang="en-US">
              <a:latin typeface="Arial" panose="020B0604020202020204" pitchFamily="34" charset="0"/>
            </a:endParaRPr>
          </a:p>
        </p:txBody>
      </p:sp>
      <p:sp>
        <p:nvSpPr>
          <p:cNvPr id="31746" name="Rectangle 2">
            <a:extLst>
              <a:ext uri="{FF2B5EF4-FFF2-40B4-BE49-F238E27FC236}">
                <a16:creationId xmlns:a16="http://schemas.microsoft.com/office/drawing/2014/main" id="{3BAF909A-D4D3-98E6-4574-9FA36F1CEDC6}"/>
              </a:ext>
            </a:extLst>
          </p:cNvPr>
          <p:cNvSpPr>
            <a:spLocks noGrp="1" noRot="1" noChangeAspect="1" noChangeArrowheads="1" noTextEdit="1"/>
          </p:cNvSpPr>
          <p:nvPr>
            <p:ph type="sldImg"/>
          </p:nvPr>
        </p:nvSpPr>
        <p:spPr>
          <a:ln/>
        </p:spPr>
      </p:sp>
      <p:sp>
        <p:nvSpPr>
          <p:cNvPr id="31747" name="Rectangle 3">
            <a:extLst>
              <a:ext uri="{FF2B5EF4-FFF2-40B4-BE49-F238E27FC236}">
                <a16:creationId xmlns:a16="http://schemas.microsoft.com/office/drawing/2014/main" id="{7BF357DF-8660-0ADA-A3FD-77576AFF779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3" name="Rectangle 7">
            <a:extLst>
              <a:ext uri="{FF2B5EF4-FFF2-40B4-BE49-F238E27FC236}">
                <a16:creationId xmlns:a16="http://schemas.microsoft.com/office/drawing/2014/main" id="{1DB5ECAB-F378-5604-CFC6-853F047F4FA6}"/>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233F93D6-D3A0-40DA-859C-B1D3E3C0EA0D}" type="slidenum">
              <a:rPr lang="en-US" altLang="en-US">
                <a:latin typeface="Arial" panose="020B0604020202020204" pitchFamily="34" charset="0"/>
              </a:rPr>
              <a:pPr>
                <a:spcBef>
                  <a:spcPct val="0"/>
                </a:spcBef>
              </a:pPr>
              <a:t>9</a:t>
            </a:fld>
            <a:endParaRPr lang="en-US" altLang="en-US">
              <a:latin typeface="Arial" panose="020B0604020202020204" pitchFamily="34" charset="0"/>
            </a:endParaRPr>
          </a:p>
        </p:txBody>
      </p:sp>
      <p:sp>
        <p:nvSpPr>
          <p:cNvPr id="33794" name="Rectangle 2">
            <a:extLst>
              <a:ext uri="{FF2B5EF4-FFF2-40B4-BE49-F238E27FC236}">
                <a16:creationId xmlns:a16="http://schemas.microsoft.com/office/drawing/2014/main" id="{1FFC68A0-6320-50F3-26FD-58CB1468EE2C}"/>
              </a:ext>
            </a:extLst>
          </p:cNvPr>
          <p:cNvSpPr>
            <a:spLocks noGrp="1" noRot="1" noChangeAspect="1" noChangeArrowheads="1" noTextEdit="1"/>
          </p:cNvSpPr>
          <p:nvPr>
            <p:ph type="sldImg"/>
          </p:nvPr>
        </p:nvSpPr>
        <p:spPr>
          <a:ln/>
        </p:spPr>
      </p:sp>
      <p:sp>
        <p:nvSpPr>
          <p:cNvPr id="33795" name="Rectangle 3">
            <a:extLst>
              <a:ext uri="{FF2B5EF4-FFF2-40B4-BE49-F238E27FC236}">
                <a16:creationId xmlns:a16="http://schemas.microsoft.com/office/drawing/2014/main" id="{C0E65747-8274-4FEA-95DC-E3C7F96B055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1" name="Rectangle 7">
            <a:extLst>
              <a:ext uri="{FF2B5EF4-FFF2-40B4-BE49-F238E27FC236}">
                <a16:creationId xmlns:a16="http://schemas.microsoft.com/office/drawing/2014/main" id="{C6150D87-F159-2864-D593-20BDCC90C918}"/>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5B10638-5338-4CA5-AB20-8F704E87EEFF}" type="slidenum">
              <a:rPr lang="en-US" altLang="en-US">
                <a:latin typeface="Arial" panose="020B0604020202020204" pitchFamily="34" charset="0"/>
              </a:rPr>
              <a:pPr>
                <a:spcBef>
                  <a:spcPct val="0"/>
                </a:spcBef>
              </a:pPr>
              <a:t>10</a:t>
            </a:fld>
            <a:endParaRPr lang="en-US" altLang="en-US">
              <a:latin typeface="Arial" panose="020B0604020202020204" pitchFamily="34" charset="0"/>
            </a:endParaRPr>
          </a:p>
        </p:txBody>
      </p:sp>
      <p:sp>
        <p:nvSpPr>
          <p:cNvPr id="35842" name="Rectangle 2">
            <a:extLst>
              <a:ext uri="{FF2B5EF4-FFF2-40B4-BE49-F238E27FC236}">
                <a16:creationId xmlns:a16="http://schemas.microsoft.com/office/drawing/2014/main" id="{7EBB7BDA-E1A6-8075-5C74-E932105C6BEB}"/>
              </a:ext>
            </a:extLst>
          </p:cNvPr>
          <p:cNvSpPr>
            <a:spLocks noGrp="1" noRot="1" noChangeAspect="1" noChangeArrowheads="1" noTextEdit="1"/>
          </p:cNvSpPr>
          <p:nvPr>
            <p:ph type="sldImg"/>
          </p:nvPr>
        </p:nvSpPr>
        <p:spPr>
          <a:ln/>
        </p:spPr>
      </p:sp>
      <p:sp>
        <p:nvSpPr>
          <p:cNvPr id="35843" name="Rectangle 3">
            <a:extLst>
              <a:ext uri="{FF2B5EF4-FFF2-40B4-BE49-F238E27FC236}">
                <a16:creationId xmlns:a16="http://schemas.microsoft.com/office/drawing/2014/main" id="{B514E2E5-8379-064F-CEB2-21458BA50B7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89" name="Rectangle 7">
            <a:extLst>
              <a:ext uri="{FF2B5EF4-FFF2-40B4-BE49-F238E27FC236}">
                <a16:creationId xmlns:a16="http://schemas.microsoft.com/office/drawing/2014/main" id="{1CC3EFF4-EA27-8287-ED0F-CF046E31A984}"/>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8F3B33D-544A-4DEB-8180-30A26CC5AC2C}" type="slidenum">
              <a:rPr lang="en-US" altLang="en-US">
                <a:latin typeface="Arial" panose="020B0604020202020204" pitchFamily="34" charset="0"/>
              </a:rPr>
              <a:pPr>
                <a:spcBef>
                  <a:spcPct val="0"/>
                </a:spcBef>
              </a:pPr>
              <a:t>11</a:t>
            </a:fld>
            <a:endParaRPr lang="en-US" altLang="en-US">
              <a:latin typeface="Arial" panose="020B0604020202020204" pitchFamily="34" charset="0"/>
            </a:endParaRPr>
          </a:p>
        </p:txBody>
      </p:sp>
      <p:sp>
        <p:nvSpPr>
          <p:cNvPr id="37890" name="Rectangle 2">
            <a:extLst>
              <a:ext uri="{FF2B5EF4-FFF2-40B4-BE49-F238E27FC236}">
                <a16:creationId xmlns:a16="http://schemas.microsoft.com/office/drawing/2014/main" id="{E3A04E5F-757E-3FBA-D4D3-FDFB724B3F44}"/>
              </a:ext>
            </a:extLst>
          </p:cNvPr>
          <p:cNvSpPr>
            <a:spLocks noGrp="1" noRot="1" noChangeAspect="1" noChangeArrowheads="1" noTextEdit="1"/>
          </p:cNvSpPr>
          <p:nvPr>
            <p:ph type="sldImg"/>
          </p:nvPr>
        </p:nvSpPr>
        <p:spPr>
          <a:ln/>
        </p:spPr>
      </p:sp>
      <p:sp>
        <p:nvSpPr>
          <p:cNvPr id="37891" name="Rectangle 3">
            <a:extLst>
              <a:ext uri="{FF2B5EF4-FFF2-40B4-BE49-F238E27FC236}">
                <a16:creationId xmlns:a16="http://schemas.microsoft.com/office/drawing/2014/main" id="{609B3B66-3394-C6D2-BB5E-4B66CDD4C66B}"/>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dirty="0">
                <a:latin typeface="Arial" panose="020B0604020202020204" pitchFamily="34" charset="0"/>
              </a:rPr>
              <a:t>D200C/EIP –  Equipment Item process - </a:t>
            </a:r>
          </a:p>
          <a:p>
            <a:pPr eaLnBrk="1" hangingPunct="1"/>
            <a:r>
              <a:rPr lang="en-US" altLang="en-US" dirty="0">
                <a:latin typeface="Arial" panose="020B0604020202020204" pitchFamily="34" charset="0"/>
              </a:rPr>
              <a:t>D200E/RIID – Requirements item identification Data – (provides cataloging data and stock list changes received from the Master Item identification control system (D043))</a:t>
            </a:r>
          </a:p>
          <a:p>
            <a:pPr eaLnBrk="1" hangingPunct="1"/>
            <a:r>
              <a:rPr lang="en-US" altLang="en-US" dirty="0">
                <a:latin typeface="Arial" panose="020B0604020202020204" pitchFamily="34" charset="0"/>
              </a:rPr>
              <a:t>D200F/API – Applications, programs, indentures – (approved system of record for API data; It establishes a secondary item application or configuration file for each weapon system to support readiness-based sparing computations.)</a:t>
            </a:r>
          </a:p>
          <a:p>
            <a:pPr eaLnBrk="1" hangingPunct="1"/>
            <a:r>
              <a:rPr lang="en-US" altLang="en-US" dirty="0">
                <a:latin typeface="Arial" panose="020B0604020202020204" pitchFamily="34" charset="0"/>
              </a:rPr>
              <a:t>D200H/IRD – Initial Requirements Determination – (subsystem is the preferred input source for program checklist)</a:t>
            </a:r>
          </a:p>
          <a:p>
            <a:pPr eaLnBrk="1" hangingPunct="1"/>
            <a:r>
              <a:rPr lang="en-US" altLang="en-US" dirty="0">
                <a:latin typeface="Arial" panose="020B0604020202020204" pitchFamily="34" charset="0"/>
              </a:rPr>
              <a:t>D200N/CSIS –  Central Secondary item Stratification – (display budget and repair deficits for each requirements segment by fiscal year; provides data on asset distribution against requirements and is used as a baseline for inventory analysis)</a:t>
            </a:r>
          </a:p>
          <a:p>
            <a:pPr eaLnBrk="1" hangingPunct="1"/>
            <a:endParaRPr lang="en-US" altLang="en-US" dirty="0">
              <a:latin typeface="Arial" panose="020B0604020202020204" pitchFamily="34" charset="0"/>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37" name="Rectangle 7">
            <a:extLst>
              <a:ext uri="{FF2B5EF4-FFF2-40B4-BE49-F238E27FC236}">
                <a16:creationId xmlns:a16="http://schemas.microsoft.com/office/drawing/2014/main" id="{8C075EAC-D53F-55E0-5DC0-CFB471FBDD34}"/>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53DDD72-3369-4F3B-A419-AFB7D76EECFE}" type="slidenum">
              <a:rPr lang="en-US" altLang="en-US">
                <a:latin typeface="Arial" panose="020B0604020202020204" pitchFamily="34" charset="0"/>
              </a:rPr>
              <a:pPr>
                <a:spcBef>
                  <a:spcPct val="0"/>
                </a:spcBef>
              </a:pPr>
              <a:t>12</a:t>
            </a:fld>
            <a:endParaRPr lang="en-US" altLang="en-US">
              <a:latin typeface="Arial" panose="020B0604020202020204" pitchFamily="34" charset="0"/>
            </a:endParaRPr>
          </a:p>
        </p:txBody>
      </p:sp>
      <p:sp>
        <p:nvSpPr>
          <p:cNvPr id="39938" name="Rectangle 2">
            <a:extLst>
              <a:ext uri="{FF2B5EF4-FFF2-40B4-BE49-F238E27FC236}">
                <a16:creationId xmlns:a16="http://schemas.microsoft.com/office/drawing/2014/main" id="{803168AC-3F9B-92BD-BF4E-8D7F07B6FFF0}"/>
              </a:ext>
            </a:extLst>
          </p:cNvPr>
          <p:cNvSpPr>
            <a:spLocks noGrp="1" noRot="1" noChangeAspect="1" noChangeArrowheads="1" noTextEdit="1"/>
          </p:cNvSpPr>
          <p:nvPr>
            <p:ph type="sldImg"/>
          </p:nvPr>
        </p:nvSpPr>
        <p:spPr>
          <a:ln/>
        </p:spPr>
      </p:sp>
      <p:sp>
        <p:nvSpPr>
          <p:cNvPr id="39939" name="Rectangle 3">
            <a:extLst>
              <a:ext uri="{FF2B5EF4-FFF2-40B4-BE49-F238E27FC236}">
                <a16:creationId xmlns:a16="http://schemas.microsoft.com/office/drawing/2014/main" id="{F14B29B7-45CE-2D82-F6DB-3BB34621F769}"/>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5" name="Rectangle 7">
            <a:extLst>
              <a:ext uri="{FF2B5EF4-FFF2-40B4-BE49-F238E27FC236}">
                <a16:creationId xmlns:a16="http://schemas.microsoft.com/office/drawing/2014/main" id="{84537AA6-1052-E1EA-CA24-A641F04617C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6824A103-27AE-41A8-9CD6-21515CF72CF7}" type="slidenum">
              <a:rPr lang="en-US" altLang="en-US">
                <a:latin typeface="Arial" panose="020B0604020202020204" pitchFamily="34" charset="0"/>
              </a:rPr>
              <a:pPr>
                <a:spcBef>
                  <a:spcPct val="0"/>
                </a:spcBef>
              </a:pPr>
              <a:t>13</a:t>
            </a:fld>
            <a:endParaRPr lang="en-US" altLang="en-US">
              <a:latin typeface="Arial" panose="020B0604020202020204" pitchFamily="34" charset="0"/>
            </a:endParaRPr>
          </a:p>
        </p:txBody>
      </p:sp>
      <p:sp>
        <p:nvSpPr>
          <p:cNvPr id="41986" name="Rectangle 2">
            <a:extLst>
              <a:ext uri="{FF2B5EF4-FFF2-40B4-BE49-F238E27FC236}">
                <a16:creationId xmlns:a16="http://schemas.microsoft.com/office/drawing/2014/main" id="{0492B4F8-DAD0-7C5E-733F-32897EC4C3C1}"/>
              </a:ext>
            </a:extLst>
          </p:cNvPr>
          <p:cNvSpPr>
            <a:spLocks noGrp="1" noRot="1" noChangeAspect="1" noChangeArrowheads="1" noTextEdit="1"/>
          </p:cNvSpPr>
          <p:nvPr>
            <p:ph type="sldImg"/>
          </p:nvPr>
        </p:nvSpPr>
        <p:spPr>
          <a:ln/>
        </p:spPr>
      </p:sp>
      <p:sp>
        <p:nvSpPr>
          <p:cNvPr id="41987" name="Rectangle 3">
            <a:extLst>
              <a:ext uri="{FF2B5EF4-FFF2-40B4-BE49-F238E27FC236}">
                <a16:creationId xmlns:a16="http://schemas.microsoft.com/office/drawing/2014/main" id="{512D4C22-5FBF-4A11-481A-E7CEF908B1FC}"/>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Rectangle 7">
            <a:extLst>
              <a:ext uri="{FF2B5EF4-FFF2-40B4-BE49-F238E27FC236}">
                <a16:creationId xmlns:a16="http://schemas.microsoft.com/office/drawing/2014/main" id="{6B72FB37-1950-9DD2-5B2E-BB42270AC9E5}"/>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8E7EDB2B-2DCF-4BAA-8A06-B6F49B694001}" type="slidenum">
              <a:rPr lang="en-US" altLang="en-US">
                <a:latin typeface="Arial" panose="020B0604020202020204" pitchFamily="34" charset="0"/>
              </a:rPr>
              <a:pPr>
                <a:spcBef>
                  <a:spcPct val="0"/>
                </a:spcBef>
              </a:pPr>
              <a:t>14</a:t>
            </a:fld>
            <a:endParaRPr lang="en-US" altLang="en-US">
              <a:latin typeface="Arial" panose="020B0604020202020204" pitchFamily="34" charset="0"/>
            </a:endParaRPr>
          </a:p>
        </p:txBody>
      </p:sp>
      <p:sp>
        <p:nvSpPr>
          <p:cNvPr id="44034" name="Rectangle 2">
            <a:extLst>
              <a:ext uri="{FF2B5EF4-FFF2-40B4-BE49-F238E27FC236}">
                <a16:creationId xmlns:a16="http://schemas.microsoft.com/office/drawing/2014/main" id="{78072831-1AF8-BD30-9187-530872367F4E}"/>
              </a:ext>
            </a:extLst>
          </p:cNvPr>
          <p:cNvSpPr>
            <a:spLocks noGrp="1" noRot="1" noChangeAspect="1" noChangeArrowheads="1" noTextEdit="1"/>
          </p:cNvSpPr>
          <p:nvPr>
            <p:ph type="sldImg"/>
          </p:nvPr>
        </p:nvSpPr>
        <p:spPr>
          <a:ln/>
        </p:spPr>
      </p:sp>
      <p:sp>
        <p:nvSpPr>
          <p:cNvPr id="44035" name="Rectangle 3">
            <a:extLst>
              <a:ext uri="{FF2B5EF4-FFF2-40B4-BE49-F238E27FC236}">
                <a16:creationId xmlns:a16="http://schemas.microsoft.com/office/drawing/2014/main" id="{AC86D9C7-F5F0-0E29-83A7-756B5FA57C94}"/>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Rectangle 7">
            <a:extLst>
              <a:ext uri="{FF2B5EF4-FFF2-40B4-BE49-F238E27FC236}">
                <a16:creationId xmlns:a16="http://schemas.microsoft.com/office/drawing/2014/main" id="{19D132C0-3ABB-AFD2-543A-25C0889948BF}"/>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029C8BCD-D15F-41C4-A93F-3AE40C54051F}" type="slidenum">
              <a:rPr lang="en-US" altLang="en-US">
                <a:latin typeface="Arial" panose="020B0604020202020204" pitchFamily="34" charset="0"/>
              </a:rPr>
              <a:pPr>
                <a:spcBef>
                  <a:spcPct val="0"/>
                </a:spcBef>
              </a:pPr>
              <a:t>15</a:t>
            </a:fld>
            <a:endParaRPr lang="en-US" altLang="en-US">
              <a:latin typeface="Arial" panose="020B0604020202020204" pitchFamily="34" charset="0"/>
            </a:endParaRPr>
          </a:p>
        </p:txBody>
      </p:sp>
      <p:sp>
        <p:nvSpPr>
          <p:cNvPr id="46082" name="Rectangle 2">
            <a:extLst>
              <a:ext uri="{FF2B5EF4-FFF2-40B4-BE49-F238E27FC236}">
                <a16:creationId xmlns:a16="http://schemas.microsoft.com/office/drawing/2014/main" id="{81AB5335-4EF8-E67A-86EC-5E5B6BDFD7C0}"/>
              </a:ext>
            </a:extLst>
          </p:cNvPr>
          <p:cNvSpPr>
            <a:spLocks noGrp="1" noRot="1" noChangeAspect="1" noChangeArrowheads="1" noTextEdit="1"/>
          </p:cNvSpPr>
          <p:nvPr>
            <p:ph type="sldImg"/>
          </p:nvPr>
        </p:nvSpPr>
        <p:spPr>
          <a:ln/>
        </p:spPr>
      </p:sp>
      <p:sp>
        <p:nvSpPr>
          <p:cNvPr id="46083" name="Rectangle 3">
            <a:extLst>
              <a:ext uri="{FF2B5EF4-FFF2-40B4-BE49-F238E27FC236}">
                <a16:creationId xmlns:a16="http://schemas.microsoft.com/office/drawing/2014/main" id="{059FE9CD-D133-1A57-8790-8DD7954E39F6}"/>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Rectangle 7">
            <a:extLst>
              <a:ext uri="{FF2B5EF4-FFF2-40B4-BE49-F238E27FC236}">
                <a16:creationId xmlns:a16="http://schemas.microsoft.com/office/drawing/2014/main" id="{8DB5CA2B-4465-CB8E-E13B-6F578DE2FFC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ACA268C-1402-4BA2-AC90-FDE685F1DBA1}" type="slidenum">
              <a:rPr lang="en-US" altLang="en-US">
                <a:latin typeface="Arial" panose="020B0604020202020204" pitchFamily="34" charset="0"/>
              </a:rPr>
              <a:pPr>
                <a:spcBef>
                  <a:spcPct val="0"/>
                </a:spcBef>
              </a:pPr>
              <a:t>16</a:t>
            </a:fld>
            <a:endParaRPr lang="en-US" altLang="en-US">
              <a:latin typeface="Arial" panose="020B0604020202020204" pitchFamily="34" charset="0"/>
            </a:endParaRPr>
          </a:p>
        </p:txBody>
      </p:sp>
      <p:sp>
        <p:nvSpPr>
          <p:cNvPr id="48130" name="Rectangle 2">
            <a:extLst>
              <a:ext uri="{FF2B5EF4-FFF2-40B4-BE49-F238E27FC236}">
                <a16:creationId xmlns:a16="http://schemas.microsoft.com/office/drawing/2014/main" id="{252C34C1-1290-4558-35BD-1A45B37653A4}"/>
              </a:ext>
            </a:extLst>
          </p:cNvPr>
          <p:cNvSpPr>
            <a:spLocks noGrp="1" noRot="1" noChangeAspect="1" noChangeArrowheads="1" noTextEdit="1"/>
          </p:cNvSpPr>
          <p:nvPr>
            <p:ph type="sldImg"/>
          </p:nvPr>
        </p:nvSpPr>
        <p:spPr>
          <a:ln/>
        </p:spPr>
      </p:sp>
      <p:sp>
        <p:nvSpPr>
          <p:cNvPr id="48131" name="Rectangle 3">
            <a:extLst>
              <a:ext uri="{FF2B5EF4-FFF2-40B4-BE49-F238E27FC236}">
                <a16:creationId xmlns:a16="http://schemas.microsoft.com/office/drawing/2014/main" id="{74376C47-A289-D608-A3EA-5E75B9EEC91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Rectangle 7">
            <a:extLst>
              <a:ext uri="{FF2B5EF4-FFF2-40B4-BE49-F238E27FC236}">
                <a16:creationId xmlns:a16="http://schemas.microsoft.com/office/drawing/2014/main" id="{F6DC5460-1EC4-41EA-58D0-E3DB6F1649C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E078572A-9218-423E-8AAA-B3EDEB666363}" type="slidenum">
              <a:rPr lang="en-US" altLang="en-US">
                <a:latin typeface="Arial" panose="020B0604020202020204" pitchFamily="34" charset="0"/>
              </a:rPr>
              <a:pPr>
                <a:spcBef>
                  <a:spcPct val="0"/>
                </a:spcBef>
              </a:pPr>
              <a:t>17</a:t>
            </a:fld>
            <a:endParaRPr lang="en-US" altLang="en-US">
              <a:latin typeface="Arial" panose="020B0604020202020204" pitchFamily="34" charset="0"/>
            </a:endParaRPr>
          </a:p>
        </p:txBody>
      </p:sp>
      <p:sp>
        <p:nvSpPr>
          <p:cNvPr id="50178" name="Rectangle 2">
            <a:extLst>
              <a:ext uri="{FF2B5EF4-FFF2-40B4-BE49-F238E27FC236}">
                <a16:creationId xmlns:a16="http://schemas.microsoft.com/office/drawing/2014/main" id="{3D119DB5-7364-215D-5645-29207CCEAC77}"/>
              </a:ext>
            </a:extLst>
          </p:cNvPr>
          <p:cNvSpPr>
            <a:spLocks noGrp="1" noRot="1" noChangeAspect="1" noChangeArrowheads="1" noTextEdit="1"/>
          </p:cNvSpPr>
          <p:nvPr>
            <p:ph type="sldImg"/>
          </p:nvPr>
        </p:nvSpPr>
        <p:spPr>
          <a:ln/>
        </p:spPr>
      </p:sp>
      <p:sp>
        <p:nvSpPr>
          <p:cNvPr id="50179" name="Rectangle 3">
            <a:extLst>
              <a:ext uri="{FF2B5EF4-FFF2-40B4-BE49-F238E27FC236}">
                <a16:creationId xmlns:a16="http://schemas.microsoft.com/office/drawing/2014/main" id="{DA771A7E-0092-6F1C-08FF-604C23D765FA}"/>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Rectangle 7">
            <a:extLst>
              <a:ext uri="{FF2B5EF4-FFF2-40B4-BE49-F238E27FC236}">
                <a16:creationId xmlns:a16="http://schemas.microsoft.com/office/drawing/2014/main" id="{2BDDF93B-7AC0-C047-328F-1D84B73E0D3A}"/>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8EDD227-9D10-4B78-BA22-FF0ED44A6A66}" type="slidenum">
              <a:rPr lang="en-US" altLang="en-US">
                <a:latin typeface="Arial" panose="020B0604020202020204" pitchFamily="34" charset="0"/>
              </a:rPr>
              <a:pPr>
                <a:spcBef>
                  <a:spcPct val="0"/>
                </a:spcBef>
              </a:pPr>
              <a:t>18</a:t>
            </a:fld>
            <a:endParaRPr lang="en-US" altLang="en-US">
              <a:latin typeface="Arial" panose="020B0604020202020204" pitchFamily="34" charset="0"/>
            </a:endParaRPr>
          </a:p>
        </p:txBody>
      </p:sp>
      <p:sp>
        <p:nvSpPr>
          <p:cNvPr id="52226" name="Rectangle 2">
            <a:extLst>
              <a:ext uri="{FF2B5EF4-FFF2-40B4-BE49-F238E27FC236}">
                <a16:creationId xmlns:a16="http://schemas.microsoft.com/office/drawing/2014/main" id="{6BB17071-3253-9674-24B3-57D18DD47F26}"/>
              </a:ext>
            </a:extLst>
          </p:cNvPr>
          <p:cNvSpPr>
            <a:spLocks noGrp="1" noRot="1" noChangeAspect="1" noChangeArrowheads="1" noTextEdit="1"/>
          </p:cNvSpPr>
          <p:nvPr>
            <p:ph type="sldImg"/>
          </p:nvPr>
        </p:nvSpPr>
        <p:spPr>
          <a:ln/>
        </p:spPr>
      </p:sp>
      <p:sp>
        <p:nvSpPr>
          <p:cNvPr id="52227" name="Rectangle 3">
            <a:extLst>
              <a:ext uri="{FF2B5EF4-FFF2-40B4-BE49-F238E27FC236}">
                <a16:creationId xmlns:a16="http://schemas.microsoft.com/office/drawing/2014/main" id="{CE96F7FF-3525-297D-BA91-EABD0AA9E58E}"/>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Rectangle 7">
            <a:extLst>
              <a:ext uri="{FF2B5EF4-FFF2-40B4-BE49-F238E27FC236}">
                <a16:creationId xmlns:a16="http://schemas.microsoft.com/office/drawing/2014/main" id="{B828370C-9741-647C-24A7-1FE722D06EB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BDB41506-41DA-4892-83C5-AD44EB7E105E}" type="slidenum">
              <a:rPr lang="en-US" altLang="en-US">
                <a:latin typeface="Arial" panose="020B0604020202020204" pitchFamily="34" charset="0"/>
              </a:rPr>
              <a:pPr>
                <a:spcBef>
                  <a:spcPct val="0"/>
                </a:spcBef>
              </a:pPr>
              <a:t>19</a:t>
            </a:fld>
            <a:endParaRPr lang="en-US" altLang="en-US">
              <a:latin typeface="Arial" panose="020B0604020202020204" pitchFamily="34" charset="0"/>
            </a:endParaRPr>
          </a:p>
        </p:txBody>
      </p:sp>
      <p:sp>
        <p:nvSpPr>
          <p:cNvPr id="54274" name="Rectangle 2">
            <a:extLst>
              <a:ext uri="{FF2B5EF4-FFF2-40B4-BE49-F238E27FC236}">
                <a16:creationId xmlns:a16="http://schemas.microsoft.com/office/drawing/2014/main" id="{1ACE5E3B-7BB4-A548-921B-809CB33B6815}"/>
              </a:ext>
            </a:extLst>
          </p:cNvPr>
          <p:cNvSpPr>
            <a:spLocks noGrp="1" noRot="1" noChangeAspect="1" noChangeArrowheads="1" noTextEdit="1"/>
          </p:cNvSpPr>
          <p:nvPr>
            <p:ph type="sldImg"/>
          </p:nvPr>
        </p:nvSpPr>
        <p:spPr>
          <a:ln/>
        </p:spPr>
      </p:sp>
      <p:sp>
        <p:nvSpPr>
          <p:cNvPr id="54275" name="Rectangle 3">
            <a:extLst>
              <a:ext uri="{FF2B5EF4-FFF2-40B4-BE49-F238E27FC236}">
                <a16:creationId xmlns:a16="http://schemas.microsoft.com/office/drawing/2014/main" id="{F46AF7B5-7200-564F-432B-9B3E14A0375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1" name="Rectangle 7">
            <a:extLst>
              <a:ext uri="{FF2B5EF4-FFF2-40B4-BE49-F238E27FC236}">
                <a16:creationId xmlns:a16="http://schemas.microsoft.com/office/drawing/2014/main" id="{A138AA35-B4BC-0B82-71ED-F843BFCB4A62}"/>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F0F2FBF8-2DAD-46F4-8FCF-1D2EC8666D60}" type="slidenum">
              <a:rPr lang="en-US" altLang="en-US">
                <a:latin typeface="Arial" panose="020B0604020202020204" pitchFamily="34" charset="0"/>
              </a:rPr>
              <a:pPr>
                <a:spcBef>
                  <a:spcPct val="0"/>
                </a:spcBef>
              </a:pPr>
              <a:t>20</a:t>
            </a:fld>
            <a:endParaRPr lang="en-US" altLang="en-US">
              <a:latin typeface="Arial" panose="020B0604020202020204" pitchFamily="34" charset="0"/>
            </a:endParaRPr>
          </a:p>
        </p:txBody>
      </p:sp>
      <p:sp>
        <p:nvSpPr>
          <p:cNvPr id="56322" name="Rectangle 2">
            <a:extLst>
              <a:ext uri="{FF2B5EF4-FFF2-40B4-BE49-F238E27FC236}">
                <a16:creationId xmlns:a16="http://schemas.microsoft.com/office/drawing/2014/main" id="{BE3500C9-3BB8-8D3B-5429-1E2C7E5C5B51}"/>
              </a:ext>
            </a:extLst>
          </p:cNvPr>
          <p:cNvSpPr>
            <a:spLocks noGrp="1" noRot="1" noChangeAspect="1" noChangeArrowheads="1" noTextEdit="1"/>
          </p:cNvSpPr>
          <p:nvPr>
            <p:ph type="sldImg"/>
          </p:nvPr>
        </p:nvSpPr>
        <p:spPr>
          <a:ln/>
        </p:spPr>
      </p:sp>
      <p:sp>
        <p:nvSpPr>
          <p:cNvPr id="56323" name="Rectangle 3">
            <a:extLst>
              <a:ext uri="{FF2B5EF4-FFF2-40B4-BE49-F238E27FC236}">
                <a16:creationId xmlns:a16="http://schemas.microsoft.com/office/drawing/2014/main" id="{67171DBC-9014-E37D-9909-0ACB68F91127}"/>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latin typeface="Arial" panose="020B0604020202020204" pitchFamily="34" charset="0"/>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DMSMS – Diminishing manufacturing sources materiel shortages</a:t>
            </a:r>
          </a:p>
        </p:txBody>
      </p:sp>
      <p:sp>
        <p:nvSpPr>
          <p:cNvPr id="4" name="Slide Number Placeholder 3"/>
          <p:cNvSpPr>
            <a:spLocks noGrp="1"/>
          </p:cNvSpPr>
          <p:nvPr>
            <p:ph type="sldNum" sz="quarter" idx="5"/>
          </p:nvPr>
        </p:nvSpPr>
        <p:spPr/>
        <p:txBody>
          <a:bodyPr/>
          <a:lstStyle/>
          <a:p>
            <a:fld id="{0328C531-A904-40B7-A13B-16A4100C2AAC}" type="slidenum">
              <a:rPr lang="en-US" altLang="en-US" smtClean="0"/>
              <a:pPr/>
              <a:t>21</a:t>
            </a:fld>
            <a:endParaRPr lang="en-US" altLang="en-US"/>
          </a:p>
        </p:txBody>
      </p:sp>
    </p:spTree>
    <p:extLst>
      <p:ext uri="{BB962C8B-B14F-4D97-AF65-F5344CB8AC3E}">
        <p14:creationId xmlns:p14="http://schemas.microsoft.com/office/powerpoint/2010/main" val="146690238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3" name="Rectangle 7">
            <a:extLst>
              <a:ext uri="{FF2B5EF4-FFF2-40B4-BE49-F238E27FC236}">
                <a16:creationId xmlns:a16="http://schemas.microsoft.com/office/drawing/2014/main" id="{D5B7A53C-D920-AE4A-8777-DDEC88864300}"/>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14344D61-30F5-4783-9F50-3BF1B9F701EC}" type="slidenum">
              <a:rPr lang="en-US" altLang="en-US">
                <a:latin typeface="Arial" panose="020B0604020202020204" pitchFamily="34" charset="0"/>
              </a:rPr>
              <a:pPr>
                <a:spcBef>
                  <a:spcPct val="0"/>
                </a:spcBef>
              </a:pPr>
              <a:t>22</a:t>
            </a:fld>
            <a:endParaRPr lang="en-US" altLang="en-US">
              <a:latin typeface="Arial" panose="020B0604020202020204" pitchFamily="34" charset="0"/>
            </a:endParaRPr>
          </a:p>
        </p:txBody>
      </p:sp>
      <p:sp>
        <p:nvSpPr>
          <p:cNvPr id="59394" name="Rectangle 2">
            <a:extLst>
              <a:ext uri="{FF2B5EF4-FFF2-40B4-BE49-F238E27FC236}">
                <a16:creationId xmlns:a16="http://schemas.microsoft.com/office/drawing/2014/main" id="{6163F5B6-B32A-C0CF-F305-B7B6A6AB1B62}"/>
              </a:ext>
            </a:extLst>
          </p:cNvPr>
          <p:cNvSpPr>
            <a:spLocks noGrp="1" noRot="1" noChangeAspect="1" noChangeArrowheads="1" noTextEdit="1"/>
          </p:cNvSpPr>
          <p:nvPr>
            <p:ph type="sldImg"/>
          </p:nvPr>
        </p:nvSpPr>
        <p:spPr>
          <a:ln/>
        </p:spPr>
      </p:sp>
      <p:sp>
        <p:nvSpPr>
          <p:cNvPr id="59395" name="Rectangle 3">
            <a:extLst>
              <a:ext uri="{FF2B5EF4-FFF2-40B4-BE49-F238E27FC236}">
                <a16:creationId xmlns:a16="http://schemas.microsoft.com/office/drawing/2014/main" id="{49D1200B-00E1-8D77-6253-940AFE468478}"/>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dirty="0">
              <a:latin typeface="Arial" panose="020B0604020202020204" pitchFamily="34" charset="0"/>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WSSP – </a:t>
            </a:r>
          </a:p>
          <a:p>
            <a:r>
              <a:rPr lang="en-US" dirty="0"/>
              <a:t>DMSMS – slide 21</a:t>
            </a:r>
          </a:p>
        </p:txBody>
      </p:sp>
      <p:sp>
        <p:nvSpPr>
          <p:cNvPr id="4" name="Slide Number Placeholder 3"/>
          <p:cNvSpPr>
            <a:spLocks noGrp="1"/>
          </p:cNvSpPr>
          <p:nvPr>
            <p:ph type="sldNum" sz="quarter" idx="5"/>
          </p:nvPr>
        </p:nvSpPr>
        <p:spPr/>
        <p:txBody>
          <a:bodyPr/>
          <a:lstStyle/>
          <a:p>
            <a:fld id="{0328C531-A904-40B7-A13B-16A4100C2AAC}" type="slidenum">
              <a:rPr lang="en-US" altLang="en-US" smtClean="0"/>
              <a:pPr/>
              <a:t>41</a:t>
            </a:fld>
            <a:endParaRPr lang="en-US" altLang="en-US"/>
          </a:p>
        </p:txBody>
      </p:sp>
    </p:spTree>
    <p:extLst>
      <p:ext uri="{BB962C8B-B14F-4D97-AF65-F5344CB8AC3E}">
        <p14:creationId xmlns:p14="http://schemas.microsoft.com/office/powerpoint/2010/main" val="3884743699"/>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FUP – Forecasted unit price</a:t>
            </a:r>
          </a:p>
        </p:txBody>
      </p:sp>
      <p:sp>
        <p:nvSpPr>
          <p:cNvPr id="4" name="Slide Number Placeholder 3"/>
          <p:cNvSpPr>
            <a:spLocks noGrp="1"/>
          </p:cNvSpPr>
          <p:nvPr>
            <p:ph type="sldNum" sz="quarter" idx="5"/>
          </p:nvPr>
        </p:nvSpPr>
        <p:spPr/>
        <p:txBody>
          <a:bodyPr/>
          <a:lstStyle/>
          <a:p>
            <a:fld id="{0328C531-A904-40B7-A13B-16A4100C2AAC}" type="slidenum">
              <a:rPr lang="en-US" altLang="en-US" smtClean="0"/>
              <a:pPr/>
              <a:t>56</a:t>
            </a:fld>
            <a:endParaRPr lang="en-US" altLang="en-US"/>
          </a:p>
        </p:txBody>
      </p:sp>
    </p:spTree>
    <p:extLst>
      <p:ext uri="{BB962C8B-B14F-4D97-AF65-F5344CB8AC3E}">
        <p14:creationId xmlns:p14="http://schemas.microsoft.com/office/powerpoint/2010/main" val="142360716"/>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1" name="Rectangle 7">
            <a:extLst>
              <a:ext uri="{FF2B5EF4-FFF2-40B4-BE49-F238E27FC236}">
                <a16:creationId xmlns:a16="http://schemas.microsoft.com/office/drawing/2014/main" id="{8EA179AD-5F2C-A1EA-3BCB-3FC81191C72E}"/>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5C531018-BF95-4AFE-804E-BB7804379F3B}" type="slidenum">
              <a:rPr lang="en-US" altLang="en-US">
                <a:latin typeface="Arial" panose="020B0604020202020204" pitchFamily="34" charset="0"/>
              </a:rPr>
              <a:pPr>
                <a:spcBef>
                  <a:spcPct val="0"/>
                </a:spcBef>
              </a:pPr>
              <a:t>66</a:t>
            </a:fld>
            <a:endParaRPr lang="en-US" altLang="en-US">
              <a:latin typeface="Arial" panose="020B0604020202020204" pitchFamily="34" charset="0"/>
            </a:endParaRPr>
          </a:p>
        </p:txBody>
      </p:sp>
      <p:sp>
        <p:nvSpPr>
          <p:cNvPr id="107522" name="Rectangle 2">
            <a:extLst>
              <a:ext uri="{FF2B5EF4-FFF2-40B4-BE49-F238E27FC236}">
                <a16:creationId xmlns:a16="http://schemas.microsoft.com/office/drawing/2014/main" id="{D76F4065-AB48-5637-DD97-DA131451CAC6}"/>
              </a:ext>
            </a:extLst>
          </p:cNvPr>
          <p:cNvSpPr>
            <a:spLocks noGrp="1" noRot="1" noChangeAspect="1" noChangeArrowheads="1" noTextEdit="1"/>
          </p:cNvSpPr>
          <p:nvPr>
            <p:ph type="sldImg"/>
          </p:nvPr>
        </p:nvSpPr>
        <p:spPr>
          <a:ln/>
        </p:spPr>
      </p:sp>
      <p:sp>
        <p:nvSpPr>
          <p:cNvPr id="107523" name="Rectangle 3">
            <a:extLst>
              <a:ext uri="{FF2B5EF4-FFF2-40B4-BE49-F238E27FC236}">
                <a16:creationId xmlns:a16="http://schemas.microsoft.com/office/drawing/2014/main" id="{12E3CDAC-92BD-7F4D-2221-B095B034DD01}"/>
              </a:ext>
            </a:extLst>
          </p:cNvPr>
          <p:cNvSpPr>
            <a:spLocks noGrp="1" noChangeArrowheads="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r>
              <a:rPr lang="en-US" altLang="en-US">
                <a:latin typeface="Arial" panose="020B0604020202020204" pitchFamily="34" charset="0"/>
              </a:rPr>
              <a:t>Requirements for non-expendable items are based on Allowance Standard (AS) rather than consumption</a:t>
            </a:r>
          </a:p>
          <a:p>
            <a:pPr eaLnBrk="1" hangingPunct="1"/>
            <a:r>
              <a:rPr lang="en-US" altLang="en-US">
                <a:latin typeface="Arial" panose="020B0604020202020204" pitchFamily="34" charset="0"/>
              </a:rPr>
              <a:t>AS replaces old terminology of Table of Allowance (TA)</a:t>
            </a:r>
          </a:p>
          <a:p>
            <a:pPr eaLnBrk="1" hangingPunct="1"/>
            <a:r>
              <a:rPr lang="en-US" altLang="en-US">
                <a:latin typeface="Arial" panose="020B0604020202020204" pitchFamily="34" charset="0"/>
              </a:rPr>
              <a:t>AS prescribes the AF equipment items and quantities to perform missions, functions, and duties</a:t>
            </a:r>
          </a:p>
          <a:p>
            <a:pPr eaLnBrk="1" hangingPunct="1"/>
            <a:r>
              <a:rPr lang="en-US" altLang="en-US">
                <a:latin typeface="Arial" panose="020B0604020202020204" pitchFamily="34" charset="0"/>
              </a:rPr>
              <a:t>AS are available online in the AFEMS </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API is where programs are distributed to secondary components, allows for relationships to be established between items and end items where programs are computed for SPM</a:t>
            </a:r>
          </a:p>
        </p:txBody>
      </p:sp>
      <p:sp>
        <p:nvSpPr>
          <p:cNvPr id="4" name="Slide Number Placeholder 3"/>
          <p:cNvSpPr>
            <a:spLocks noGrp="1"/>
          </p:cNvSpPr>
          <p:nvPr>
            <p:ph type="sldNum" sz="quarter" idx="5"/>
          </p:nvPr>
        </p:nvSpPr>
        <p:spPr/>
        <p:txBody>
          <a:bodyPr/>
          <a:lstStyle/>
          <a:p>
            <a:fld id="{0328C531-A904-40B7-A13B-16A4100C2AAC}" type="slidenum">
              <a:rPr lang="en-US" altLang="en-US" smtClean="0"/>
              <a:pPr/>
              <a:t>90</a:t>
            </a:fld>
            <a:endParaRPr lang="en-US" altLang="en-US"/>
          </a:p>
        </p:txBody>
      </p:sp>
    </p:spTree>
    <p:extLst>
      <p:ext uri="{BB962C8B-B14F-4D97-AF65-F5344CB8AC3E}">
        <p14:creationId xmlns:p14="http://schemas.microsoft.com/office/powerpoint/2010/main" val="3906803436"/>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Defines relationship between components and the higher assemblies, it relates aerospace vehicles, equipment, engines and other end items to operational, inventory, and maintenance program data</a:t>
            </a:r>
          </a:p>
          <a:p>
            <a:endParaRPr lang="en-US" dirty="0"/>
          </a:p>
        </p:txBody>
      </p:sp>
      <p:sp>
        <p:nvSpPr>
          <p:cNvPr id="4" name="Slide Number Placeholder 3"/>
          <p:cNvSpPr>
            <a:spLocks noGrp="1"/>
          </p:cNvSpPr>
          <p:nvPr>
            <p:ph type="sldNum" sz="quarter" idx="5"/>
          </p:nvPr>
        </p:nvSpPr>
        <p:spPr/>
        <p:txBody>
          <a:bodyPr/>
          <a:lstStyle/>
          <a:p>
            <a:fld id="{0328C531-A904-40B7-A13B-16A4100C2AAC}" type="slidenum">
              <a:rPr lang="en-US" altLang="en-US" smtClean="0"/>
              <a:pPr/>
              <a:t>91</a:t>
            </a:fld>
            <a:endParaRPr lang="en-US" altLang="en-US"/>
          </a:p>
        </p:txBody>
      </p:sp>
    </p:spTree>
    <p:extLst>
      <p:ext uri="{BB962C8B-B14F-4D97-AF65-F5344CB8AC3E}">
        <p14:creationId xmlns:p14="http://schemas.microsoft.com/office/powerpoint/2010/main" val="234509982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 API program selection allows linking of components to their application, and you have to have at least one application in order to compute requirements</a:t>
            </a:r>
          </a:p>
          <a:p>
            <a:endParaRPr lang="en-US" dirty="0"/>
          </a:p>
        </p:txBody>
      </p:sp>
      <p:sp>
        <p:nvSpPr>
          <p:cNvPr id="4" name="Slide Number Placeholder 3"/>
          <p:cNvSpPr>
            <a:spLocks noGrp="1"/>
          </p:cNvSpPr>
          <p:nvPr>
            <p:ph type="sldNum" sz="quarter" idx="5"/>
          </p:nvPr>
        </p:nvSpPr>
        <p:spPr/>
        <p:txBody>
          <a:bodyPr/>
          <a:lstStyle/>
          <a:p>
            <a:fld id="{0328C531-A904-40B7-A13B-16A4100C2AAC}" type="slidenum">
              <a:rPr lang="en-US" altLang="en-US" smtClean="0"/>
              <a:pPr/>
              <a:t>92</a:t>
            </a:fld>
            <a:endParaRPr lang="en-US" altLang="en-US"/>
          </a:p>
        </p:txBody>
      </p:sp>
    </p:spTree>
    <p:extLst>
      <p:ext uri="{BB962C8B-B14F-4D97-AF65-F5344CB8AC3E}">
        <p14:creationId xmlns:p14="http://schemas.microsoft.com/office/powerpoint/2010/main" val="336606281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-As the ES, you ensure complete and accurate indenturing</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a:t>- AFMCMAN 23-101</a:t>
            </a:r>
          </a:p>
          <a:p>
            <a:endParaRPr lang="en-US" dirty="0"/>
          </a:p>
        </p:txBody>
      </p:sp>
      <p:sp>
        <p:nvSpPr>
          <p:cNvPr id="4" name="Slide Number Placeholder 3"/>
          <p:cNvSpPr>
            <a:spLocks noGrp="1"/>
          </p:cNvSpPr>
          <p:nvPr>
            <p:ph type="sldNum" sz="quarter" idx="5"/>
          </p:nvPr>
        </p:nvSpPr>
        <p:spPr/>
        <p:txBody>
          <a:bodyPr/>
          <a:lstStyle/>
          <a:p>
            <a:fld id="{0328C531-A904-40B7-A13B-16A4100C2AAC}" type="slidenum">
              <a:rPr lang="en-US" altLang="en-US" smtClean="0"/>
              <a:pPr/>
              <a:t>93</a:t>
            </a:fld>
            <a:endParaRPr lang="en-US" altLang="en-US"/>
          </a:p>
        </p:txBody>
      </p:sp>
    </p:spTree>
    <p:extLst>
      <p:ext uri="{BB962C8B-B14F-4D97-AF65-F5344CB8AC3E}">
        <p14:creationId xmlns:p14="http://schemas.microsoft.com/office/powerpoint/2010/main" val="41465838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PPL –provisioning parts list</a:t>
            </a:r>
          </a:p>
        </p:txBody>
      </p:sp>
      <p:sp>
        <p:nvSpPr>
          <p:cNvPr id="4" name="Slide Number Placeholder 3"/>
          <p:cNvSpPr>
            <a:spLocks noGrp="1"/>
          </p:cNvSpPr>
          <p:nvPr>
            <p:ph type="sldNum" sz="quarter" idx="5"/>
          </p:nvPr>
        </p:nvSpPr>
        <p:spPr/>
        <p:txBody>
          <a:bodyPr/>
          <a:lstStyle/>
          <a:p>
            <a:fld id="{0328C531-A904-40B7-A13B-16A4100C2AAC}" type="slidenum">
              <a:rPr lang="en-US" altLang="en-US" smtClean="0"/>
              <a:pPr/>
              <a:t>140</a:t>
            </a:fld>
            <a:endParaRPr lang="en-US" altLang="en-US"/>
          </a:p>
        </p:txBody>
      </p:sp>
    </p:spTree>
    <p:extLst>
      <p:ext uri="{BB962C8B-B14F-4D97-AF65-F5344CB8AC3E}">
        <p14:creationId xmlns:p14="http://schemas.microsoft.com/office/powerpoint/2010/main" val="1810036604"/>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SPD – System programming designator</a:t>
            </a:r>
          </a:p>
        </p:txBody>
      </p:sp>
      <p:sp>
        <p:nvSpPr>
          <p:cNvPr id="4" name="Slide Number Placeholder 3"/>
          <p:cNvSpPr>
            <a:spLocks noGrp="1"/>
          </p:cNvSpPr>
          <p:nvPr>
            <p:ph type="sldNum" sz="quarter" idx="5"/>
          </p:nvPr>
        </p:nvSpPr>
        <p:spPr/>
        <p:txBody>
          <a:bodyPr/>
          <a:lstStyle/>
          <a:p>
            <a:fld id="{0328C531-A904-40B7-A13B-16A4100C2AAC}" type="slidenum">
              <a:rPr lang="en-US" altLang="en-US" smtClean="0"/>
              <a:pPr/>
              <a:t>155</a:t>
            </a:fld>
            <a:endParaRPr lang="en-US" altLang="en-US"/>
          </a:p>
        </p:txBody>
      </p:sp>
    </p:spTree>
    <p:extLst>
      <p:ext uri="{BB962C8B-B14F-4D97-AF65-F5344CB8AC3E}">
        <p14:creationId xmlns:p14="http://schemas.microsoft.com/office/powerpoint/2010/main" val="3817105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RSPI - ???</a:t>
            </a:r>
          </a:p>
        </p:txBody>
      </p:sp>
      <p:sp>
        <p:nvSpPr>
          <p:cNvPr id="4" name="Slide Number Placeholder 3"/>
          <p:cNvSpPr>
            <a:spLocks noGrp="1"/>
          </p:cNvSpPr>
          <p:nvPr>
            <p:ph type="sldNum" sz="quarter" idx="5"/>
          </p:nvPr>
        </p:nvSpPr>
        <p:spPr/>
        <p:txBody>
          <a:bodyPr/>
          <a:lstStyle/>
          <a:p>
            <a:fld id="{0328C531-A904-40B7-A13B-16A4100C2AAC}" type="slidenum">
              <a:rPr lang="en-US" altLang="en-US" smtClean="0"/>
              <a:pPr/>
              <a:t>182</a:t>
            </a:fld>
            <a:endParaRPr lang="en-US" altLang="en-US"/>
          </a:p>
        </p:txBody>
      </p:sp>
    </p:spTree>
    <p:extLst>
      <p:ext uri="{BB962C8B-B14F-4D97-AF65-F5344CB8AC3E}">
        <p14:creationId xmlns:p14="http://schemas.microsoft.com/office/powerpoint/2010/main" val="2150826622"/>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8289" name="Rectangle 7">
            <a:extLst>
              <a:ext uri="{FF2B5EF4-FFF2-40B4-BE49-F238E27FC236}">
                <a16:creationId xmlns:a16="http://schemas.microsoft.com/office/drawing/2014/main" id="{B0BD59AB-AFC1-5B4A-9344-7BC1F8A5E54C}"/>
              </a:ext>
            </a:extLst>
          </p:cNvPr>
          <p:cNvSpPr>
            <a:spLocks noGrp="1" noChangeArrowheads="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4A670AA8-9943-40CE-9C03-6DE5800A4C38}" type="slidenum">
              <a:rPr lang="en-US" altLang="en-US">
                <a:latin typeface="Arial" panose="020B0604020202020204" pitchFamily="34" charset="0"/>
              </a:rPr>
              <a:pPr>
                <a:spcBef>
                  <a:spcPct val="0"/>
                </a:spcBef>
              </a:pPr>
              <a:t>222</a:t>
            </a:fld>
            <a:endParaRPr lang="en-US" altLang="en-US">
              <a:latin typeface="Arial" panose="020B0604020202020204" pitchFamily="34" charset="0"/>
            </a:endParaRPr>
          </a:p>
        </p:txBody>
      </p:sp>
      <p:sp>
        <p:nvSpPr>
          <p:cNvPr id="268290" name="Rectangle 2">
            <a:extLst>
              <a:ext uri="{FF2B5EF4-FFF2-40B4-BE49-F238E27FC236}">
                <a16:creationId xmlns:a16="http://schemas.microsoft.com/office/drawing/2014/main" id="{622816C9-1A5C-0FBF-BF85-672C736BDE4A}"/>
              </a:ext>
            </a:extLst>
          </p:cNvPr>
          <p:cNvSpPr>
            <a:spLocks noGrp="1" noRot="1" noChangeAspect="1" noChangeArrowheads="1" noTextEdit="1"/>
          </p:cNvSpPr>
          <p:nvPr>
            <p:ph type="sldImg"/>
          </p:nvPr>
        </p:nvSpPr>
        <p:spPr>
          <a:xfrm>
            <a:off x="1143000" y="685800"/>
            <a:ext cx="4573588" cy="3430588"/>
          </a:xfrm>
          <a:ln/>
        </p:spPr>
      </p:sp>
      <p:sp>
        <p:nvSpPr>
          <p:cNvPr id="268291" name="Rectangle 3">
            <a:extLst>
              <a:ext uri="{FF2B5EF4-FFF2-40B4-BE49-F238E27FC236}">
                <a16:creationId xmlns:a16="http://schemas.microsoft.com/office/drawing/2014/main" id="{2EE5B649-0942-B707-BCFC-748D3152FFFC}"/>
              </a:ext>
            </a:extLst>
          </p:cNvPr>
          <p:cNvSpPr>
            <a:spLocks noGrp="1" noChangeArrowheads="1"/>
          </p:cNvSpPr>
          <p:nvPr>
            <p:ph type="body" idx="1"/>
          </p:nvPr>
        </p:nvSpPr>
        <p:spPr>
          <a:xfrm>
            <a:off x="523875" y="4279900"/>
            <a:ext cx="5899150" cy="4114800"/>
          </a:xfrm>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lnSpc>
                <a:spcPct val="150000"/>
              </a:lnSpc>
            </a:pPr>
            <a:endParaRPr lang="en-US" altLang="en-US">
              <a:latin typeface="Verdana" panose="020B0604030504040204" pitchFamily="34" charset="0"/>
              <a:cs typeface="Times New Roman" panose="02020603050405020304" pitchFamily="18" charset="0"/>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0337" name="Slide Image Placeholder 1">
            <a:extLst>
              <a:ext uri="{FF2B5EF4-FFF2-40B4-BE49-F238E27FC236}">
                <a16:creationId xmlns:a16="http://schemas.microsoft.com/office/drawing/2014/main" id="{7EF2758E-54D4-A2F4-2A7D-A616F8B878D0}"/>
              </a:ext>
            </a:extLst>
          </p:cNvPr>
          <p:cNvSpPr>
            <a:spLocks noGrp="1" noRot="1" noChangeAspect="1" noChangeArrowheads="1" noTextEdit="1"/>
          </p:cNvSpPr>
          <p:nvPr>
            <p:ph type="sldImg"/>
          </p:nvPr>
        </p:nvSpPr>
        <p:spPr>
          <a:ln/>
        </p:spPr>
      </p:sp>
      <p:sp>
        <p:nvSpPr>
          <p:cNvPr id="270338" name="Notes Placeholder 2">
            <a:extLst>
              <a:ext uri="{FF2B5EF4-FFF2-40B4-BE49-F238E27FC236}">
                <a16:creationId xmlns:a16="http://schemas.microsoft.com/office/drawing/2014/main" id="{2E749FD0-61B3-30CF-30FC-5341D425A15B}"/>
              </a:ext>
            </a:extLst>
          </p:cNvPr>
          <p:cNvSpPr>
            <a:spLocks noGrp="1"/>
          </p:cNvSpPr>
          <p:nvPr>
            <p:ph type="body" idx="1"/>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p>
            <a:endParaRPr lang="en-US" altLang="en-US"/>
          </a:p>
        </p:txBody>
      </p:sp>
      <p:sp>
        <p:nvSpPr>
          <p:cNvPr id="270339" name="Slide Number Placeholder 3">
            <a:extLst>
              <a:ext uri="{FF2B5EF4-FFF2-40B4-BE49-F238E27FC236}">
                <a16:creationId xmlns:a16="http://schemas.microsoft.com/office/drawing/2014/main" id="{166173A2-B598-0798-9A56-B419CCFF7F81}"/>
              </a:ext>
            </a:extLst>
          </p:cNvPr>
          <p:cNvSpPr>
            <a:spLocks noGrp="1"/>
          </p:cNvSpPr>
          <p:nvPr>
            <p:ph type="sldNum" sz="quarter" idx="5"/>
          </p:nvPr>
        </p:nvSpPr>
        <p:spPr>
          <a:noFill/>
          <a:ln w="9525"/>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lstStyle>
            <a:lvl1pPr defTabSz="922338">
              <a:spcBef>
                <a:spcPct val="30000"/>
              </a:spcBef>
              <a:defRPr sz="1200">
                <a:solidFill>
                  <a:schemeClr val="tx1"/>
                </a:solidFill>
                <a:latin typeface="Times New Roman" panose="02020603050405020304" pitchFamily="18" charset="0"/>
              </a:defRPr>
            </a:lvl1pPr>
            <a:lvl2pPr marL="742950" indent="-285750" defTabSz="922338">
              <a:spcBef>
                <a:spcPct val="30000"/>
              </a:spcBef>
              <a:defRPr sz="1200">
                <a:solidFill>
                  <a:schemeClr val="tx1"/>
                </a:solidFill>
                <a:latin typeface="Times New Roman" panose="02020603050405020304" pitchFamily="18" charset="0"/>
              </a:defRPr>
            </a:lvl2pPr>
            <a:lvl3pPr marL="1143000" indent="-228600" defTabSz="922338">
              <a:spcBef>
                <a:spcPct val="30000"/>
              </a:spcBef>
              <a:defRPr sz="1200">
                <a:solidFill>
                  <a:schemeClr val="tx1"/>
                </a:solidFill>
                <a:latin typeface="Times New Roman" panose="02020603050405020304" pitchFamily="18" charset="0"/>
              </a:defRPr>
            </a:lvl3pPr>
            <a:lvl4pPr marL="1600200" indent="-228600" defTabSz="922338">
              <a:spcBef>
                <a:spcPct val="30000"/>
              </a:spcBef>
              <a:defRPr sz="1200">
                <a:solidFill>
                  <a:schemeClr val="tx1"/>
                </a:solidFill>
                <a:latin typeface="Times New Roman" panose="02020603050405020304" pitchFamily="18" charset="0"/>
              </a:defRPr>
            </a:lvl4pPr>
            <a:lvl5pPr marL="2057400" indent="-228600" defTabSz="922338">
              <a:spcBef>
                <a:spcPct val="30000"/>
              </a:spcBef>
              <a:defRPr sz="1200">
                <a:solidFill>
                  <a:schemeClr val="tx1"/>
                </a:solidFill>
                <a:latin typeface="Times New Roman" panose="02020603050405020304" pitchFamily="18" charset="0"/>
              </a:defRPr>
            </a:lvl5pPr>
            <a:lvl6pPr marL="2514600" indent="-228600" defTabSz="922338" eaLnBrk="0" fontAlgn="base" hangingPunct="0">
              <a:spcBef>
                <a:spcPct val="30000"/>
              </a:spcBef>
              <a:spcAft>
                <a:spcPct val="0"/>
              </a:spcAft>
              <a:defRPr sz="1200">
                <a:solidFill>
                  <a:schemeClr val="tx1"/>
                </a:solidFill>
                <a:latin typeface="Times New Roman" panose="02020603050405020304" pitchFamily="18" charset="0"/>
              </a:defRPr>
            </a:lvl6pPr>
            <a:lvl7pPr marL="2971800" indent="-228600" defTabSz="922338" eaLnBrk="0" fontAlgn="base" hangingPunct="0">
              <a:spcBef>
                <a:spcPct val="30000"/>
              </a:spcBef>
              <a:spcAft>
                <a:spcPct val="0"/>
              </a:spcAft>
              <a:defRPr sz="1200">
                <a:solidFill>
                  <a:schemeClr val="tx1"/>
                </a:solidFill>
                <a:latin typeface="Times New Roman" panose="02020603050405020304" pitchFamily="18" charset="0"/>
              </a:defRPr>
            </a:lvl7pPr>
            <a:lvl8pPr marL="3429000" indent="-228600" defTabSz="922338" eaLnBrk="0" fontAlgn="base" hangingPunct="0">
              <a:spcBef>
                <a:spcPct val="30000"/>
              </a:spcBef>
              <a:spcAft>
                <a:spcPct val="0"/>
              </a:spcAft>
              <a:defRPr sz="1200">
                <a:solidFill>
                  <a:schemeClr val="tx1"/>
                </a:solidFill>
                <a:latin typeface="Times New Roman" panose="02020603050405020304" pitchFamily="18" charset="0"/>
              </a:defRPr>
            </a:lvl8pPr>
            <a:lvl9pPr marL="3886200" indent="-228600" defTabSz="922338" eaLnBrk="0" fontAlgn="base" hangingPunct="0">
              <a:spcBef>
                <a:spcPct val="30000"/>
              </a:spcBef>
              <a:spcAft>
                <a:spcPct val="0"/>
              </a:spcAft>
              <a:defRPr sz="1200">
                <a:solidFill>
                  <a:schemeClr val="tx1"/>
                </a:solidFill>
                <a:latin typeface="Times New Roman" panose="02020603050405020304" pitchFamily="18" charset="0"/>
              </a:defRPr>
            </a:lvl9pPr>
          </a:lstStyle>
          <a:p>
            <a:pPr>
              <a:spcBef>
                <a:spcPct val="0"/>
              </a:spcBef>
            </a:pPr>
            <a:fld id="{749176C5-4E80-4D5E-AEF7-58EF12939587}" type="slidenum">
              <a:rPr lang="en-US" altLang="en-US">
                <a:solidFill>
                  <a:srgbClr val="000000"/>
                </a:solidFill>
                <a:latin typeface="Arial" panose="020B0604020202020204" pitchFamily="34" charset="0"/>
              </a:rPr>
              <a:pPr>
                <a:spcBef>
                  <a:spcPct val="0"/>
                </a:spcBef>
              </a:pPr>
              <a:t>223</a:t>
            </a:fld>
            <a:endParaRPr lang="en-US" altLang="en-US">
              <a:solidFill>
                <a:srgbClr val="000000"/>
              </a:solidFill>
              <a:latin typeface="Arial" panose="020B0604020202020204" pitchFamily="34" charset="0"/>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Line 14">
            <a:extLst>
              <a:ext uri="{FF2B5EF4-FFF2-40B4-BE49-F238E27FC236}">
                <a16:creationId xmlns:a16="http://schemas.microsoft.com/office/drawing/2014/main" id="{5DF1383A-910B-5877-3508-5A68AC4BBD97}"/>
              </a:ext>
            </a:extLst>
          </p:cNvPr>
          <p:cNvSpPr>
            <a:spLocks noChangeShapeType="1"/>
          </p:cNvSpPr>
          <p:nvPr/>
        </p:nvSpPr>
        <p:spPr bwMode="auto">
          <a:xfrm>
            <a:off x="381000" y="64516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3" name="Line 28">
            <a:extLst>
              <a:ext uri="{FF2B5EF4-FFF2-40B4-BE49-F238E27FC236}">
                <a16:creationId xmlns:a16="http://schemas.microsoft.com/office/drawing/2014/main" id="{B673B511-A4B1-7FFB-D319-38BA427997E7}"/>
              </a:ext>
            </a:extLst>
          </p:cNvPr>
          <p:cNvSpPr>
            <a:spLocks noChangeShapeType="1"/>
          </p:cNvSpPr>
          <p:nvPr userDrawn="1"/>
        </p:nvSpPr>
        <p:spPr bwMode="auto">
          <a:xfrm>
            <a:off x="381000" y="12319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4" name="Rectangle 44">
            <a:extLst>
              <a:ext uri="{FF2B5EF4-FFF2-40B4-BE49-F238E27FC236}">
                <a16:creationId xmlns:a16="http://schemas.microsoft.com/office/drawing/2014/main" id="{73EB9D19-C8E2-E634-4CFA-28B2FD6194E3}"/>
              </a:ext>
            </a:extLst>
          </p:cNvPr>
          <p:cNvSpPr>
            <a:spLocks noChangeArrowheads="1"/>
          </p:cNvSpPr>
          <p:nvPr/>
        </p:nvSpPr>
        <p:spPr bwMode="auto">
          <a:xfrm>
            <a:off x="8356600" y="6553200"/>
            <a:ext cx="1143000" cy="304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sz="6000">
                <a:solidFill>
                  <a:schemeClr val="tx1"/>
                </a:solidFill>
                <a:latin typeface="Arial" pitchFamily="34" charset="0"/>
                <a:cs typeface="Arial" pitchFamily="34" charset="0"/>
              </a:defRPr>
            </a:lvl1pPr>
            <a:lvl2pPr marL="742950" indent="-285750" eaLnBrk="0" hangingPunct="0">
              <a:defRPr sz="6000">
                <a:solidFill>
                  <a:schemeClr val="tx1"/>
                </a:solidFill>
                <a:latin typeface="Arial" pitchFamily="34" charset="0"/>
                <a:cs typeface="Arial" pitchFamily="34" charset="0"/>
              </a:defRPr>
            </a:lvl2pPr>
            <a:lvl3pPr marL="1143000" indent="-228600" eaLnBrk="0" hangingPunct="0">
              <a:defRPr sz="6000">
                <a:solidFill>
                  <a:schemeClr val="tx1"/>
                </a:solidFill>
                <a:latin typeface="Arial" pitchFamily="34" charset="0"/>
                <a:cs typeface="Arial" pitchFamily="34" charset="0"/>
              </a:defRPr>
            </a:lvl3pPr>
            <a:lvl4pPr marL="1600200" indent="-228600" eaLnBrk="0" hangingPunct="0">
              <a:defRPr sz="6000">
                <a:solidFill>
                  <a:schemeClr val="tx1"/>
                </a:solidFill>
                <a:latin typeface="Arial" pitchFamily="34" charset="0"/>
                <a:cs typeface="Arial" pitchFamily="34" charset="0"/>
              </a:defRPr>
            </a:lvl4pPr>
            <a:lvl5pPr marL="2057400" indent="-228600" eaLnBrk="0" hangingPunct="0">
              <a:defRPr sz="6000">
                <a:solidFill>
                  <a:schemeClr val="tx1"/>
                </a:solidFill>
                <a:latin typeface="Arial" pitchFamily="34" charset="0"/>
                <a:cs typeface="Arial" pitchFamily="34" charset="0"/>
              </a:defRPr>
            </a:lvl5pPr>
            <a:lvl6pPr marL="2514600" indent="-228600" eaLnBrk="0" fontAlgn="base" hangingPunct="0">
              <a:spcBef>
                <a:spcPct val="0"/>
              </a:spcBef>
              <a:spcAft>
                <a:spcPct val="0"/>
              </a:spcAft>
              <a:defRPr sz="6000">
                <a:solidFill>
                  <a:schemeClr val="tx1"/>
                </a:solidFill>
                <a:latin typeface="Arial" pitchFamily="34" charset="0"/>
                <a:cs typeface="Arial" pitchFamily="34" charset="0"/>
              </a:defRPr>
            </a:lvl6pPr>
            <a:lvl7pPr marL="2971800" indent="-228600" eaLnBrk="0" fontAlgn="base" hangingPunct="0">
              <a:spcBef>
                <a:spcPct val="0"/>
              </a:spcBef>
              <a:spcAft>
                <a:spcPct val="0"/>
              </a:spcAft>
              <a:defRPr sz="6000">
                <a:solidFill>
                  <a:schemeClr val="tx1"/>
                </a:solidFill>
                <a:latin typeface="Arial" pitchFamily="34" charset="0"/>
                <a:cs typeface="Arial" pitchFamily="34" charset="0"/>
              </a:defRPr>
            </a:lvl7pPr>
            <a:lvl8pPr marL="3429000" indent="-228600" eaLnBrk="0" fontAlgn="base" hangingPunct="0">
              <a:spcBef>
                <a:spcPct val="0"/>
              </a:spcBef>
              <a:spcAft>
                <a:spcPct val="0"/>
              </a:spcAft>
              <a:defRPr sz="6000">
                <a:solidFill>
                  <a:schemeClr val="tx1"/>
                </a:solidFill>
                <a:latin typeface="Arial" pitchFamily="34" charset="0"/>
                <a:cs typeface="Arial" pitchFamily="34" charset="0"/>
              </a:defRPr>
            </a:lvl8pPr>
            <a:lvl9pPr marL="3886200" indent="-228600" eaLnBrk="0" fontAlgn="base" hangingPunct="0">
              <a:spcBef>
                <a:spcPct val="0"/>
              </a:spcBef>
              <a:spcAft>
                <a:spcPct val="0"/>
              </a:spcAft>
              <a:defRPr sz="6000">
                <a:solidFill>
                  <a:schemeClr val="tx1"/>
                </a:solidFill>
                <a:latin typeface="Arial" pitchFamily="34" charset="0"/>
                <a:cs typeface="Arial" pitchFamily="34" charset="0"/>
              </a:defRPr>
            </a:lvl9pPr>
          </a:lstStyle>
          <a:p>
            <a:pPr algn="r">
              <a:defRPr/>
            </a:pPr>
            <a:endParaRPr lang="en-US" altLang="en-US" sz="1000">
              <a:solidFill>
                <a:schemeClr val="bg2"/>
              </a:solidFill>
            </a:endParaRPr>
          </a:p>
        </p:txBody>
      </p:sp>
      <p:sp>
        <p:nvSpPr>
          <p:cNvPr id="5" name="Text Box 13">
            <a:extLst>
              <a:ext uri="{FF2B5EF4-FFF2-40B4-BE49-F238E27FC236}">
                <a16:creationId xmlns:a16="http://schemas.microsoft.com/office/drawing/2014/main" id="{A6F3DA8F-5CCE-93FC-4249-DFC3D1C8146F}"/>
              </a:ext>
            </a:extLst>
          </p:cNvPr>
          <p:cNvSpPr txBox="1">
            <a:spLocks noChangeArrowheads="1"/>
          </p:cNvSpPr>
          <p:nvPr userDrawn="1"/>
        </p:nvSpPr>
        <p:spPr bwMode="auto">
          <a:xfrm>
            <a:off x="1306513" y="6491288"/>
            <a:ext cx="6553200" cy="338137"/>
          </a:xfrm>
          <a:prstGeom prst="rect">
            <a:avLst/>
          </a:prstGeom>
          <a:noFill/>
          <a:ln>
            <a:noFill/>
          </a:ln>
        </p:spPr>
        <p:txBody>
          <a:bodyPr>
            <a:spAutoFit/>
          </a:bodyPr>
          <a:lstStyle>
            <a:lvl1pPr eaLnBrk="0" hangingPunct="0">
              <a:defRPr sz="6000">
                <a:solidFill>
                  <a:schemeClr val="tx1"/>
                </a:solidFill>
                <a:latin typeface="Arial" charset="0"/>
                <a:cs typeface="Arial" charset="0"/>
              </a:defRPr>
            </a:lvl1pPr>
            <a:lvl2pPr marL="742950" indent="-285750" eaLnBrk="0" hangingPunct="0">
              <a:defRPr sz="6000">
                <a:solidFill>
                  <a:schemeClr val="tx1"/>
                </a:solidFill>
                <a:latin typeface="Arial" charset="0"/>
                <a:cs typeface="Arial" charset="0"/>
              </a:defRPr>
            </a:lvl2pPr>
            <a:lvl3pPr marL="1143000" indent="-228600" eaLnBrk="0" hangingPunct="0">
              <a:defRPr sz="6000">
                <a:solidFill>
                  <a:schemeClr val="tx1"/>
                </a:solidFill>
                <a:latin typeface="Arial" charset="0"/>
                <a:cs typeface="Arial" charset="0"/>
              </a:defRPr>
            </a:lvl3pPr>
            <a:lvl4pPr marL="1600200" indent="-228600" eaLnBrk="0" hangingPunct="0">
              <a:defRPr sz="6000">
                <a:solidFill>
                  <a:schemeClr val="tx1"/>
                </a:solidFill>
                <a:latin typeface="Arial" charset="0"/>
                <a:cs typeface="Arial" charset="0"/>
              </a:defRPr>
            </a:lvl4pPr>
            <a:lvl5pPr marL="2057400" indent="-228600" eaLnBrk="0" hangingPunct="0">
              <a:defRPr sz="6000">
                <a:solidFill>
                  <a:schemeClr val="tx1"/>
                </a:solidFill>
                <a:latin typeface="Arial" charset="0"/>
                <a:cs typeface="Arial" charset="0"/>
              </a:defRPr>
            </a:lvl5pPr>
            <a:lvl6pPr marL="2514600" indent="-228600" eaLnBrk="0" fontAlgn="base" hangingPunct="0">
              <a:spcBef>
                <a:spcPct val="0"/>
              </a:spcBef>
              <a:spcAft>
                <a:spcPct val="0"/>
              </a:spcAft>
              <a:defRPr sz="6000">
                <a:solidFill>
                  <a:schemeClr val="tx1"/>
                </a:solidFill>
                <a:latin typeface="Arial" charset="0"/>
                <a:cs typeface="Arial" charset="0"/>
              </a:defRPr>
            </a:lvl6pPr>
            <a:lvl7pPr marL="2971800" indent="-228600" eaLnBrk="0" fontAlgn="base" hangingPunct="0">
              <a:spcBef>
                <a:spcPct val="0"/>
              </a:spcBef>
              <a:spcAft>
                <a:spcPct val="0"/>
              </a:spcAft>
              <a:defRPr sz="6000">
                <a:solidFill>
                  <a:schemeClr val="tx1"/>
                </a:solidFill>
                <a:latin typeface="Arial" charset="0"/>
                <a:cs typeface="Arial" charset="0"/>
              </a:defRPr>
            </a:lvl7pPr>
            <a:lvl8pPr marL="3429000" indent="-228600" eaLnBrk="0" fontAlgn="base" hangingPunct="0">
              <a:spcBef>
                <a:spcPct val="0"/>
              </a:spcBef>
              <a:spcAft>
                <a:spcPct val="0"/>
              </a:spcAft>
              <a:defRPr sz="6000">
                <a:solidFill>
                  <a:schemeClr val="tx1"/>
                </a:solidFill>
                <a:latin typeface="Arial" charset="0"/>
                <a:cs typeface="Arial" charset="0"/>
              </a:defRPr>
            </a:lvl8pPr>
            <a:lvl9pPr marL="3886200" indent="-228600" eaLnBrk="0" fontAlgn="base" hangingPunct="0">
              <a:spcBef>
                <a:spcPct val="0"/>
              </a:spcBef>
              <a:spcAft>
                <a:spcPct val="0"/>
              </a:spcAft>
              <a:defRPr sz="6000">
                <a:solidFill>
                  <a:schemeClr val="tx1"/>
                </a:solidFill>
                <a:latin typeface="Arial" charset="0"/>
                <a:cs typeface="Arial" charset="0"/>
              </a:defRPr>
            </a:lvl9pPr>
          </a:lstStyle>
          <a:p>
            <a:pPr algn="ctr">
              <a:spcBef>
                <a:spcPct val="50000"/>
              </a:spcBef>
              <a:defRPr/>
            </a:pPr>
            <a:r>
              <a:rPr lang="en-US" sz="1600" b="1" i="1" dirty="0">
                <a:latin typeface="Century Schoolbook" panose="02040604050505020304" pitchFamily="18" charset="0"/>
              </a:rPr>
              <a:t>Parts on the Shelf and Contracts in Place</a:t>
            </a:r>
          </a:p>
        </p:txBody>
      </p:sp>
      <p:sp>
        <p:nvSpPr>
          <p:cNvPr id="6" name="Text Box 42">
            <a:extLst>
              <a:ext uri="{FF2B5EF4-FFF2-40B4-BE49-F238E27FC236}">
                <a16:creationId xmlns:a16="http://schemas.microsoft.com/office/drawing/2014/main" id="{62D3BF63-D754-9891-AA3E-492CA4F39B5C}"/>
              </a:ext>
            </a:extLst>
          </p:cNvPr>
          <p:cNvSpPr txBox="1">
            <a:spLocks noChangeArrowheads="1"/>
          </p:cNvSpPr>
          <p:nvPr userDrawn="1"/>
        </p:nvSpPr>
        <p:spPr bwMode="auto">
          <a:xfrm>
            <a:off x="0" y="312738"/>
            <a:ext cx="9144000" cy="646112"/>
          </a:xfrm>
          <a:prstGeom prst="rect">
            <a:avLst/>
          </a:prstGeom>
          <a:noFill/>
          <a:ln>
            <a:noFill/>
          </a:ln>
        </p:spPr>
        <p:txBody>
          <a:bodyPr>
            <a:spAutoFit/>
          </a:bodyPr>
          <a:lstStyle>
            <a:lvl1pPr eaLnBrk="0" hangingPunct="0">
              <a:defRPr sz="6000">
                <a:solidFill>
                  <a:schemeClr val="tx1"/>
                </a:solidFill>
                <a:latin typeface="Arial" charset="0"/>
                <a:cs typeface="Arial" charset="0"/>
              </a:defRPr>
            </a:lvl1pPr>
            <a:lvl2pPr marL="742950" indent="-285750" eaLnBrk="0" hangingPunct="0">
              <a:defRPr sz="6000">
                <a:solidFill>
                  <a:schemeClr val="tx1"/>
                </a:solidFill>
                <a:latin typeface="Arial" charset="0"/>
                <a:cs typeface="Arial" charset="0"/>
              </a:defRPr>
            </a:lvl2pPr>
            <a:lvl3pPr marL="1143000" indent="-228600" eaLnBrk="0" hangingPunct="0">
              <a:defRPr sz="6000">
                <a:solidFill>
                  <a:schemeClr val="tx1"/>
                </a:solidFill>
                <a:latin typeface="Arial" charset="0"/>
                <a:cs typeface="Arial" charset="0"/>
              </a:defRPr>
            </a:lvl3pPr>
            <a:lvl4pPr marL="1600200" indent="-228600" eaLnBrk="0" hangingPunct="0">
              <a:defRPr sz="6000">
                <a:solidFill>
                  <a:schemeClr val="tx1"/>
                </a:solidFill>
                <a:latin typeface="Arial" charset="0"/>
                <a:cs typeface="Arial" charset="0"/>
              </a:defRPr>
            </a:lvl4pPr>
            <a:lvl5pPr marL="2057400" indent="-228600" eaLnBrk="0" hangingPunct="0">
              <a:defRPr sz="6000">
                <a:solidFill>
                  <a:schemeClr val="tx1"/>
                </a:solidFill>
                <a:latin typeface="Arial" charset="0"/>
                <a:cs typeface="Arial" charset="0"/>
              </a:defRPr>
            </a:lvl5pPr>
            <a:lvl6pPr marL="2514600" indent="-228600" eaLnBrk="0" fontAlgn="base" hangingPunct="0">
              <a:spcBef>
                <a:spcPct val="0"/>
              </a:spcBef>
              <a:spcAft>
                <a:spcPct val="0"/>
              </a:spcAft>
              <a:defRPr sz="6000">
                <a:solidFill>
                  <a:schemeClr val="tx1"/>
                </a:solidFill>
                <a:latin typeface="Arial" charset="0"/>
                <a:cs typeface="Arial" charset="0"/>
              </a:defRPr>
            </a:lvl6pPr>
            <a:lvl7pPr marL="2971800" indent="-228600" eaLnBrk="0" fontAlgn="base" hangingPunct="0">
              <a:spcBef>
                <a:spcPct val="0"/>
              </a:spcBef>
              <a:spcAft>
                <a:spcPct val="0"/>
              </a:spcAft>
              <a:defRPr sz="6000">
                <a:solidFill>
                  <a:schemeClr val="tx1"/>
                </a:solidFill>
                <a:latin typeface="Arial" charset="0"/>
                <a:cs typeface="Arial" charset="0"/>
              </a:defRPr>
            </a:lvl7pPr>
            <a:lvl8pPr marL="3429000" indent="-228600" eaLnBrk="0" fontAlgn="base" hangingPunct="0">
              <a:spcBef>
                <a:spcPct val="0"/>
              </a:spcBef>
              <a:spcAft>
                <a:spcPct val="0"/>
              </a:spcAft>
              <a:defRPr sz="6000">
                <a:solidFill>
                  <a:schemeClr val="tx1"/>
                </a:solidFill>
                <a:latin typeface="Arial" charset="0"/>
                <a:cs typeface="Arial" charset="0"/>
              </a:defRPr>
            </a:lvl8pPr>
            <a:lvl9pPr marL="3886200" indent="-228600" eaLnBrk="0" fontAlgn="base" hangingPunct="0">
              <a:spcBef>
                <a:spcPct val="0"/>
              </a:spcBef>
              <a:spcAft>
                <a:spcPct val="0"/>
              </a:spcAft>
              <a:defRPr sz="6000">
                <a:solidFill>
                  <a:schemeClr val="tx1"/>
                </a:solidFill>
                <a:latin typeface="Arial" charset="0"/>
                <a:cs typeface="Arial" charset="0"/>
              </a:defRPr>
            </a:lvl9pPr>
          </a:lstStyle>
          <a:p>
            <a:pPr algn="ctr">
              <a:defRPr/>
            </a:pPr>
            <a:r>
              <a:rPr lang="en-US" sz="3600" b="1" i="1" dirty="0">
                <a:solidFill>
                  <a:srgbClr val="002060"/>
                </a:solidFill>
                <a:effectLst>
                  <a:outerShdw blurRad="38100" dist="38100" dir="2700000" algn="tl">
                    <a:srgbClr val="000000">
                      <a:alpha val="43137"/>
                    </a:srgbClr>
                  </a:outerShdw>
                </a:effectLst>
              </a:rPr>
              <a:t>448th Supply Chain Management Wing</a:t>
            </a:r>
          </a:p>
        </p:txBody>
      </p:sp>
      <p:sp>
        <p:nvSpPr>
          <p:cNvPr id="33827" name="Rectangle 35"/>
          <p:cNvSpPr>
            <a:spLocks noGrp="1" noChangeArrowheads="1"/>
          </p:cNvSpPr>
          <p:nvPr>
            <p:ph type="ctrTitle"/>
          </p:nvPr>
        </p:nvSpPr>
        <p:spPr>
          <a:xfrm>
            <a:off x="636588" y="1828800"/>
            <a:ext cx="7807325" cy="1600200"/>
          </a:xfrm>
        </p:spPr>
        <p:txBody>
          <a:bodyPr/>
          <a:lstStyle>
            <a:lvl1pPr>
              <a:defRPr sz="4000" i="0"/>
            </a:lvl1pPr>
          </a:lstStyle>
          <a:p>
            <a:r>
              <a:rPr lang="en-US"/>
              <a:t>Click to edit Master title style</a:t>
            </a:r>
          </a:p>
        </p:txBody>
      </p:sp>
      <p:sp>
        <p:nvSpPr>
          <p:cNvPr id="7" name="Rectangle 30">
            <a:extLst>
              <a:ext uri="{FF2B5EF4-FFF2-40B4-BE49-F238E27FC236}">
                <a16:creationId xmlns:a16="http://schemas.microsoft.com/office/drawing/2014/main" id="{0D17C76F-E1DC-5732-FC54-3D3D8195F878}"/>
              </a:ext>
            </a:extLst>
          </p:cNvPr>
          <p:cNvSpPr>
            <a:spLocks noGrp="1" noChangeArrowheads="1"/>
          </p:cNvSpPr>
          <p:nvPr>
            <p:ph type="sldNum" sz="quarter" idx="10"/>
          </p:nvPr>
        </p:nvSpPr>
        <p:spPr/>
        <p:txBody>
          <a:bodyPr/>
          <a:lstStyle>
            <a:lvl1pPr>
              <a:defRPr>
                <a:solidFill>
                  <a:schemeClr val="tx1"/>
                </a:solidFill>
              </a:defRPr>
            </a:lvl1pPr>
          </a:lstStyle>
          <a:p>
            <a:fld id="{CBDFB86E-E93F-4CFC-9713-FAB7624DBD43}" type="slidenum">
              <a:rPr lang="en-US" altLang="en-US"/>
              <a:pPr/>
              <a:t>‹#›</a:t>
            </a:fld>
            <a:endParaRPr lang="en-US" altLang="en-US"/>
          </a:p>
        </p:txBody>
      </p:sp>
    </p:spTree>
    <p:extLst>
      <p:ext uri="{BB962C8B-B14F-4D97-AF65-F5344CB8AC3E}">
        <p14:creationId xmlns:p14="http://schemas.microsoft.com/office/powerpoint/2010/main" val="3761485604"/>
      </p:ext>
    </p:extLst>
  </p:cSld>
  <p:clrMapOvr>
    <a:masterClrMapping/>
  </p:clrMapOvr>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a:xfrm>
            <a:off x="558800" y="1376363"/>
            <a:ext cx="8131175" cy="48752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Rectangle 6">
            <a:extLst>
              <a:ext uri="{FF2B5EF4-FFF2-40B4-BE49-F238E27FC236}">
                <a16:creationId xmlns:a16="http://schemas.microsoft.com/office/drawing/2014/main" id="{ABD8CA7F-C6B7-8ADE-2478-D8956BEEAA2C}"/>
              </a:ext>
            </a:extLst>
          </p:cNvPr>
          <p:cNvSpPr>
            <a:spLocks noGrp="1" noChangeArrowheads="1"/>
          </p:cNvSpPr>
          <p:nvPr>
            <p:ph type="sldNum" sz="quarter" idx="10"/>
          </p:nvPr>
        </p:nvSpPr>
        <p:spPr>
          <a:ln/>
        </p:spPr>
        <p:txBody>
          <a:bodyPr/>
          <a:lstStyle>
            <a:lvl1pPr>
              <a:defRPr/>
            </a:lvl1pPr>
          </a:lstStyle>
          <a:p>
            <a:fld id="{DE4F3AB6-5CCE-4617-9C3B-408EADF97F08}"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1733753441"/>
      </p:ext>
    </p:extLst>
  </p:cSld>
  <p:clrMapOvr>
    <a:masterClrMapping/>
  </p:clrMapOvr>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6">
            <a:extLst>
              <a:ext uri="{FF2B5EF4-FFF2-40B4-BE49-F238E27FC236}">
                <a16:creationId xmlns:a16="http://schemas.microsoft.com/office/drawing/2014/main" id="{646215DB-0BA3-F090-C717-5D8E0AC9C5DF}"/>
              </a:ext>
            </a:extLst>
          </p:cNvPr>
          <p:cNvSpPr>
            <a:spLocks noGrp="1" noChangeArrowheads="1"/>
          </p:cNvSpPr>
          <p:nvPr>
            <p:ph type="sldNum" sz="quarter" idx="10"/>
          </p:nvPr>
        </p:nvSpPr>
        <p:spPr>
          <a:ln/>
        </p:spPr>
        <p:txBody>
          <a:bodyPr/>
          <a:lstStyle>
            <a:lvl1pPr>
              <a:defRPr/>
            </a:lvl1pPr>
          </a:lstStyle>
          <a:p>
            <a:fld id="{8F94BD3A-6FAE-4EB1-AD32-F47B5EA178FD}"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3969160084"/>
      </p:ext>
    </p:extLst>
  </p:cSld>
  <p:clrMapOvr>
    <a:masterClrMapping/>
  </p:clrMapOvr>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558800" y="1477963"/>
            <a:ext cx="3989388" cy="4875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700588" y="1477963"/>
            <a:ext cx="3989387" cy="4875212"/>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6">
            <a:extLst>
              <a:ext uri="{FF2B5EF4-FFF2-40B4-BE49-F238E27FC236}">
                <a16:creationId xmlns:a16="http://schemas.microsoft.com/office/drawing/2014/main" id="{F28EFB33-6921-3B58-F648-7F435B922A98}"/>
              </a:ext>
            </a:extLst>
          </p:cNvPr>
          <p:cNvSpPr>
            <a:spLocks noGrp="1" noChangeArrowheads="1"/>
          </p:cNvSpPr>
          <p:nvPr>
            <p:ph type="sldNum" sz="quarter" idx="10"/>
          </p:nvPr>
        </p:nvSpPr>
        <p:spPr>
          <a:ln/>
        </p:spPr>
        <p:txBody>
          <a:bodyPr/>
          <a:lstStyle>
            <a:lvl1pPr>
              <a:defRPr/>
            </a:lvl1pPr>
          </a:lstStyle>
          <a:p>
            <a:fld id="{8530912A-FE1C-45DB-98E2-128EB4FEA128}"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935033210"/>
      </p:ext>
    </p:extLst>
  </p:cSld>
  <p:clrMapOvr>
    <a:masterClrMapping/>
  </p:clrMapOvr>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6">
            <a:extLst>
              <a:ext uri="{FF2B5EF4-FFF2-40B4-BE49-F238E27FC236}">
                <a16:creationId xmlns:a16="http://schemas.microsoft.com/office/drawing/2014/main" id="{C119D525-372D-E522-4D7F-C39C65E36A62}"/>
              </a:ext>
            </a:extLst>
          </p:cNvPr>
          <p:cNvSpPr>
            <a:spLocks noGrp="1" noChangeArrowheads="1"/>
          </p:cNvSpPr>
          <p:nvPr>
            <p:ph type="sldNum" sz="quarter" idx="10"/>
          </p:nvPr>
        </p:nvSpPr>
        <p:spPr>
          <a:ln/>
        </p:spPr>
        <p:txBody>
          <a:bodyPr/>
          <a:lstStyle>
            <a:lvl1pPr>
              <a:defRPr/>
            </a:lvl1pPr>
          </a:lstStyle>
          <a:p>
            <a:fld id="{DD3F1978-CBC8-45CF-A186-1450D873F73D}"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692489405"/>
      </p:ext>
    </p:extLst>
  </p:cSld>
  <p:clrMapOvr>
    <a:masterClrMapping/>
  </p:clrMapOvr>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6">
            <a:extLst>
              <a:ext uri="{FF2B5EF4-FFF2-40B4-BE49-F238E27FC236}">
                <a16:creationId xmlns:a16="http://schemas.microsoft.com/office/drawing/2014/main" id="{2BC8CBF0-0107-B9A8-3139-43B0800DBA76}"/>
              </a:ext>
            </a:extLst>
          </p:cNvPr>
          <p:cNvSpPr>
            <a:spLocks noGrp="1" noChangeArrowheads="1"/>
          </p:cNvSpPr>
          <p:nvPr>
            <p:ph type="sldNum" sz="quarter" idx="10"/>
          </p:nvPr>
        </p:nvSpPr>
        <p:spPr>
          <a:ln/>
        </p:spPr>
        <p:txBody>
          <a:bodyPr/>
          <a:lstStyle>
            <a:lvl1pPr>
              <a:defRPr/>
            </a:lvl1pPr>
          </a:lstStyle>
          <a:p>
            <a:fld id="{F20E9364-B511-42DF-92F1-D511E827A5CD}"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3679442991"/>
      </p:ext>
    </p:extLst>
  </p:cSld>
  <p:clrMapOvr>
    <a:masterClrMapping/>
  </p:clrMapOvr>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6">
            <a:extLst>
              <a:ext uri="{FF2B5EF4-FFF2-40B4-BE49-F238E27FC236}">
                <a16:creationId xmlns:a16="http://schemas.microsoft.com/office/drawing/2014/main" id="{30C9CF4E-1C59-6589-7412-F36454EA2B6A}"/>
              </a:ext>
            </a:extLst>
          </p:cNvPr>
          <p:cNvSpPr>
            <a:spLocks noGrp="1" noChangeArrowheads="1"/>
          </p:cNvSpPr>
          <p:nvPr>
            <p:ph type="sldNum" sz="quarter" idx="10"/>
          </p:nvPr>
        </p:nvSpPr>
        <p:spPr>
          <a:ln/>
        </p:spPr>
        <p:txBody>
          <a:bodyPr/>
          <a:lstStyle>
            <a:lvl1pPr>
              <a:defRPr/>
            </a:lvl1pPr>
          </a:lstStyle>
          <a:p>
            <a:fld id="{16A070B1-300F-4A4D-926F-95EFEBB80124}"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4172152506"/>
      </p:ext>
    </p:extLst>
  </p:cSld>
  <p:clrMapOvr>
    <a:masterClrMapping/>
  </p:clrMapOvr>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27B85441-464B-12F1-31AE-8E14DF527D3A}"/>
              </a:ext>
            </a:extLst>
          </p:cNvPr>
          <p:cNvSpPr>
            <a:spLocks noGrp="1" noChangeArrowheads="1"/>
          </p:cNvSpPr>
          <p:nvPr>
            <p:ph type="sldNum" sz="quarter" idx="10"/>
          </p:nvPr>
        </p:nvSpPr>
        <p:spPr>
          <a:ln/>
        </p:spPr>
        <p:txBody>
          <a:bodyPr/>
          <a:lstStyle>
            <a:lvl1pPr>
              <a:defRPr/>
            </a:lvl1pPr>
          </a:lstStyle>
          <a:p>
            <a:fld id="{E8EC0568-239C-4B04-876F-814F95C0A7C0}"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4289106078"/>
      </p:ext>
    </p:extLst>
  </p:cSld>
  <p:clrMapOvr>
    <a:masterClrMapping/>
  </p:clrMapOvr>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6">
            <a:extLst>
              <a:ext uri="{FF2B5EF4-FFF2-40B4-BE49-F238E27FC236}">
                <a16:creationId xmlns:a16="http://schemas.microsoft.com/office/drawing/2014/main" id="{5FA81936-AE5A-8879-9C23-D0BD9415C14C}"/>
              </a:ext>
            </a:extLst>
          </p:cNvPr>
          <p:cNvSpPr>
            <a:spLocks noGrp="1" noChangeArrowheads="1"/>
          </p:cNvSpPr>
          <p:nvPr>
            <p:ph type="sldNum" sz="quarter" idx="10"/>
          </p:nvPr>
        </p:nvSpPr>
        <p:spPr>
          <a:ln/>
        </p:spPr>
        <p:txBody>
          <a:bodyPr/>
          <a:lstStyle>
            <a:lvl1pPr>
              <a:defRPr/>
            </a:lvl1pPr>
          </a:lstStyle>
          <a:p>
            <a:fld id="{D56F841C-5387-491B-835E-1D39DBEA1611}"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422092624"/>
      </p:ext>
    </p:extLst>
  </p:cSld>
  <p:clrMapOvr>
    <a:masterClrMapping/>
  </p:clrMapOvr>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65644927-0FE6-8279-135A-7367A15FB7FF}"/>
              </a:ext>
            </a:extLst>
          </p:cNvPr>
          <p:cNvSpPr>
            <a:spLocks noGrp="1" noChangeArrowheads="1"/>
          </p:cNvSpPr>
          <p:nvPr>
            <p:ph type="sldNum" sz="quarter" idx="10"/>
          </p:nvPr>
        </p:nvSpPr>
        <p:spPr>
          <a:ln/>
        </p:spPr>
        <p:txBody>
          <a:bodyPr/>
          <a:lstStyle>
            <a:lvl1pPr>
              <a:defRPr/>
            </a:lvl1pPr>
          </a:lstStyle>
          <a:p>
            <a:fld id="{7F585FD1-A65A-4E40-99FD-514FFEAF555A}"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3553336667"/>
      </p:ext>
    </p:extLst>
  </p:cSld>
  <p:clrMapOvr>
    <a:masterClrMapping/>
  </p:clrMapOvr>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57975" y="119063"/>
            <a:ext cx="2032000" cy="6234112"/>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558800" y="119063"/>
            <a:ext cx="5946775" cy="623411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6">
            <a:extLst>
              <a:ext uri="{FF2B5EF4-FFF2-40B4-BE49-F238E27FC236}">
                <a16:creationId xmlns:a16="http://schemas.microsoft.com/office/drawing/2014/main" id="{CB5D3E3D-FEC8-D031-8114-0F59BB364D0F}"/>
              </a:ext>
            </a:extLst>
          </p:cNvPr>
          <p:cNvSpPr>
            <a:spLocks noGrp="1" noChangeArrowheads="1"/>
          </p:cNvSpPr>
          <p:nvPr>
            <p:ph type="sldNum" sz="quarter" idx="10"/>
          </p:nvPr>
        </p:nvSpPr>
        <p:spPr>
          <a:ln/>
        </p:spPr>
        <p:txBody>
          <a:bodyPr/>
          <a:lstStyle>
            <a:lvl1pPr>
              <a:defRPr/>
            </a:lvl1pPr>
          </a:lstStyle>
          <a:p>
            <a:fld id="{ACA2BF47-4FE1-47EE-A0B0-8157A28BFE16}" type="slidenum">
              <a:rPr lang="en-US" altLang="en-US"/>
              <a:pPr/>
              <a:t>‹#›</a:t>
            </a:fld>
            <a:endParaRPr lang="en-US" altLang="en-US">
              <a:solidFill>
                <a:schemeClr val="bg2"/>
              </a:solidFill>
            </a:endParaRPr>
          </a:p>
        </p:txBody>
      </p:sp>
    </p:spTree>
    <p:extLst>
      <p:ext uri="{BB962C8B-B14F-4D97-AF65-F5344CB8AC3E}">
        <p14:creationId xmlns:p14="http://schemas.microsoft.com/office/powerpoint/2010/main" val="581627401"/>
      </p:ext>
    </p:extLst>
  </p:cSld>
  <p:clrMapOvr>
    <a:masterClrMapping/>
  </p:clrMapOvr>
  <p:transition/>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Title and Table">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able Placeholder 2"/>
          <p:cNvSpPr>
            <a:spLocks noGrp="1"/>
          </p:cNvSpPr>
          <p:nvPr>
            <p:ph type="tbl" idx="1"/>
          </p:nvPr>
        </p:nvSpPr>
        <p:spPr>
          <a:xfrm>
            <a:off x="457200" y="1600200"/>
            <a:ext cx="8229600" cy="4525963"/>
          </a:xfrm>
        </p:spPr>
        <p:txBody>
          <a:bodyPr/>
          <a:lstStyle/>
          <a:p>
            <a:pPr lvl="0"/>
            <a:endParaRPr lang="en-US" noProof="0"/>
          </a:p>
        </p:txBody>
      </p:sp>
      <p:sp>
        <p:nvSpPr>
          <p:cNvPr id="4" name="Rectangle 4">
            <a:extLst>
              <a:ext uri="{FF2B5EF4-FFF2-40B4-BE49-F238E27FC236}">
                <a16:creationId xmlns:a16="http://schemas.microsoft.com/office/drawing/2014/main" id="{260C5D5D-B790-A013-C239-DFD39D10F380}"/>
              </a:ext>
            </a:extLst>
          </p:cNvPr>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p>
        </p:txBody>
      </p:sp>
      <p:sp>
        <p:nvSpPr>
          <p:cNvPr id="5" name="Rectangle 5">
            <a:extLst>
              <a:ext uri="{FF2B5EF4-FFF2-40B4-BE49-F238E27FC236}">
                <a16:creationId xmlns:a16="http://schemas.microsoft.com/office/drawing/2014/main" id="{B223C926-F1CA-483C-A96B-00B589B75669}"/>
              </a:ext>
            </a:extLst>
          </p:cNvPr>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p>
        </p:txBody>
      </p:sp>
      <p:sp>
        <p:nvSpPr>
          <p:cNvPr id="6" name="Rectangle 6">
            <a:extLst>
              <a:ext uri="{FF2B5EF4-FFF2-40B4-BE49-F238E27FC236}">
                <a16:creationId xmlns:a16="http://schemas.microsoft.com/office/drawing/2014/main" id="{9B3E6074-25F4-2FB2-D078-CA3D7C47BA61}"/>
              </a:ext>
            </a:extLst>
          </p:cNvPr>
          <p:cNvSpPr>
            <a:spLocks noGrp="1" noChangeArrowheads="1"/>
          </p:cNvSpPr>
          <p:nvPr>
            <p:ph type="sldNum" sz="quarter" idx="12"/>
          </p:nvPr>
        </p:nvSpPr>
        <p:spPr/>
        <p:txBody>
          <a:bodyPr/>
          <a:lstStyle>
            <a:lvl1pPr>
              <a:defRPr/>
            </a:lvl1pPr>
          </a:lstStyle>
          <a:p>
            <a:fld id="{6437A15A-9142-484D-B194-9C12738C7EFB}" type="slidenum">
              <a:rPr lang="en-US" altLang="en-US"/>
              <a:pPr/>
              <a:t>‹#›</a:t>
            </a:fld>
            <a:endParaRPr lang="en-US" altLang="en-US"/>
          </a:p>
        </p:txBody>
      </p:sp>
    </p:spTree>
    <p:extLst>
      <p:ext uri="{BB962C8B-B14F-4D97-AF65-F5344CB8AC3E}">
        <p14:creationId xmlns:p14="http://schemas.microsoft.com/office/powerpoint/2010/main" val="1198658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xAndObj">
  <p:cSld name="Title, Text,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lstStyle/>
          <a:p>
            <a:r>
              <a:rPr lang="en-US"/>
              <a:t>Click to edit Master title style</a:t>
            </a:r>
          </a:p>
        </p:txBody>
      </p:sp>
      <p:sp>
        <p:nvSpPr>
          <p:cNvPr id="3" name="Text Placeholder 2"/>
          <p:cNvSpPr>
            <a:spLocks noGrp="1"/>
          </p:cNvSpPr>
          <p:nvPr>
            <p:ph type="body" sz="half" idx="1"/>
          </p:nvPr>
        </p:nvSpPr>
        <p:spPr>
          <a:xfrm>
            <a:off x="457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ECBD578C-7499-911C-C36E-9142250A11B9}"/>
              </a:ext>
            </a:extLst>
          </p:cNvPr>
          <p:cNvSpPr>
            <a:spLocks noGrp="1" noChangeArrowheads="1"/>
          </p:cNvSpPr>
          <p:nvPr>
            <p:ph type="dt" sz="half" idx="10"/>
          </p:nvPr>
        </p:nvSpPr>
        <p:spPr>
          <a:xfrm>
            <a:off x="457200" y="6245225"/>
            <a:ext cx="2133600" cy="476250"/>
          </a:xfrm>
          <a:prstGeom prst="rect">
            <a:avLst/>
          </a:prstGeom>
        </p:spPr>
        <p:txBody>
          <a:bodyPr/>
          <a:lstStyle>
            <a:lvl1pPr>
              <a:defRPr/>
            </a:lvl1pPr>
          </a:lstStyle>
          <a:p>
            <a:pPr>
              <a:defRPr/>
            </a:pPr>
            <a:endParaRPr lang="en-US"/>
          </a:p>
        </p:txBody>
      </p:sp>
      <p:sp>
        <p:nvSpPr>
          <p:cNvPr id="6" name="Footer Placeholder 5">
            <a:extLst>
              <a:ext uri="{FF2B5EF4-FFF2-40B4-BE49-F238E27FC236}">
                <a16:creationId xmlns:a16="http://schemas.microsoft.com/office/drawing/2014/main" id="{EBE835D2-2C89-169E-3A7D-AB5FDF715426}"/>
              </a:ext>
            </a:extLst>
          </p:cNvPr>
          <p:cNvSpPr>
            <a:spLocks noGrp="1" noChangeArrowheads="1"/>
          </p:cNvSpPr>
          <p:nvPr>
            <p:ph type="ftr" sz="quarter" idx="11"/>
          </p:nvPr>
        </p:nvSpPr>
        <p:spPr>
          <a:xfrm>
            <a:off x="3124200" y="6245225"/>
            <a:ext cx="2895600" cy="476250"/>
          </a:xfrm>
          <a:prstGeom prst="rect">
            <a:avLst/>
          </a:prstGeom>
        </p:spPr>
        <p:txBody>
          <a:bodyPr/>
          <a:lstStyle>
            <a:lvl1pPr>
              <a:defRPr/>
            </a:lvl1pPr>
          </a:lstStyle>
          <a:p>
            <a:pPr>
              <a:defRPr/>
            </a:pPr>
            <a:endParaRPr lang="en-US"/>
          </a:p>
        </p:txBody>
      </p:sp>
      <p:sp>
        <p:nvSpPr>
          <p:cNvPr id="7" name="Slide Number Placeholder 6">
            <a:extLst>
              <a:ext uri="{FF2B5EF4-FFF2-40B4-BE49-F238E27FC236}">
                <a16:creationId xmlns:a16="http://schemas.microsoft.com/office/drawing/2014/main" id="{DB48FAB5-9128-5179-289D-9E97318E024D}"/>
              </a:ext>
            </a:extLst>
          </p:cNvPr>
          <p:cNvSpPr>
            <a:spLocks noGrp="1" noChangeArrowheads="1"/>
          </p:cNvSpPr>
          <p:nvPr>
            <p:ph type="sldNum" sz="quarter" idx="12"/>
          </p:nvPr>
        </p:nvSpPr>
        <p:spPr/>
        <p:txBody>
          <a:bodyPr/>
          <a:lstStyle>
            <a:lvl1pPr>
              <a:defRPr/>
            </a:lvl1pPr>
          </a:lstStyle>
          <a:p>
            <a:fld id="{9C891FC3-D8E7-4EC9-A2E0-34C57FF0C0EC}" type="slidenum">
              <a:rPr lang="en-US" altLang="en-US"/>
              <a:pPr/>
              <a:t>‹#›</a:t>
            </a:fld>
            <a:endParaRPr lang="en-US" altLang="en-US"/>
          </a:p>
        </p:txBody>
      </p:sp>
    </p:spTree>
    <p:extLst>
      <p:ext uri="{BB962C8B-B14F-4D97-AF65-F5344CB8AC3E}">
        <p14:creationId xmlns:p14="http://schemas.microsoft.com/office/powerpoint/2010/main" val="1679145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3">
            <a:extLst>
              <a:ext uri="{FF2B5EF4-FFF2-40B4-BE49-F238E27FC236}">
                <a16:creationId xmlns:a16="http://schemas.microsoft.com/office/drawing/2014/main" id="{23E960CA-E4E7-28E0-9D5B-C33439FB7AD1}"/>
              </a:ext>
            </a:extLst>
          </p:cNvPr>
          <p:cNvSpPr>
            <a:spLocks noGrp="1" noChangeArrowheads="1"/>
          </p:cNvSpPr>
          <p:nvPr>
            <p:ph type="body" idx="1"/>
          </p:nvPr>
        </p:nvSpPr>
        <p:spPr bwMode="auto">
          <a:xfrm>
            <a:off x="558800" y="1477963"/>
            <a:ext cx="8131175" cy="487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p:txBody>
      </p:sp>
      <p:sp>
        <p:nvSpPr>
          <p:cNvPr id="1030" name="Rectangle 6">
            <a:extLst>
              <a:ext uri="{FF2B5EF4-FFF2-40B4-BE49-F238E27FC236}">
                <a16:creationId xmlns:a16="http://schemas.microsoft.com/office/drawing/2014/main" id="{B66723C2-CAC6-3E47-A599-C0A83B3A23C9}"/>
              </a:ext>
            </a:extLst>
          </p:cNvPr>
          <p:cNvSpPr>
            <a:spLocks noGrp="1" noChangeArrowheads="1"/>
          </p:cNvSpPr>
          <p:nvPr>
            <p:ph type="sldNum" sz="quarter" idx="4"/>
          </p:nvPr>
        </p:nvSpPr>
        <p:spPr bwMode="auto">
          <a:xfrm>
            <a:off x="7988300" y="6524625"/>
            <a:ext cx="1143000" cy="30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000">
                <a:solidFill>
                  <a:srgbClr val="969696"/>
                </a:solidFill>
              </a:defRPr>
            </a:lvl1pPr>
          </a:lstStyle>
          <a:p>
            <a:fld id="{658B4822-B483-48EF-A818-DF8D5B1B1CF2}" type="slidenum">
              <a:rPr lang="en-US" altLang="en-US"/>
              <a:pPr/>
              <a:t>‹#›</a:t>
            </a:fld>
            <a:endParaRPr lang="en-US" altLang="en-US">
              <a:solidFill>
                <a:schemeClr val="bg2"/>
              </a:solidFill>
            </a:endParaRPr>
          </a:p>
        </p:txBody>
      </p:sp>
      <p:sp>
        <p:nvSpPr>
          <p:cNvPr id="1028" name="Rectangle 2">
            <a:extLst>
              <a:ext uri="{FF2B5EF4-FFF2-40B4-BE49-F238E27FC236}">
                <a16:creationId xmlns:a16="http://schemas.microsoft.com/office/drawing/2014/main" id="{F38955BB-F3B1-E4D1-EB2B-11182C6C534F}"/>
              </a:ext>
            </a:extLst>
          </p:cNvPr>
          <p:cNvSpPr>
            <a:spLocks noGrp="1" noChangeArrowheads="1"/>
          </p:cNvSpPr>
          <p:nvPr>
            <p:ph type="title"/>
          </p:nvPr>
        </p:nvSpPr>
        <p:spPr bwMode="auto">
          <a:xfrm>
            <a:off x="1174750" y="119063"/>
            <a:ext cx="6778625" cy="968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1029" name="Line 15">
            <a:extLst>
              <a:ext uri="{FF2B5EF4-FFF2-40B4-BE49-F238E27FC236}">
                <a16:creationId xmlns:a16="http://schemas.microsoft.com/office/drawing/2014/main" id="{892E82C9-D079-9758-C848-907120101CAB}"/>
              </a:ext>
            </a:extLst>
          </p:cNvPr>
          <p:cNvSpPr>
            <a:spLocks noChangeShapeType="1"/>
          </p:cNvSpPr>
          <p:nvPr/>
        </p:nvSpPr>
        <p:spPr bwMode="auto">
          <a:xfrm>
            <a:off x="381000" y="64516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2" name="Line 1087">
            <a:extLst>
              <a:ext uri="{FF2B5EF4-FFF2-40B4-BE49-F238E27FC236}">
                <a16:creationId xmlns:a16="http://schemas.microsoft.com/office/drawing/2014/main" id="{AB6B4191-F8D5-0D40-46C1-AF46B81FF283}"/>
              </a:ext>
            </a:extLst>
          </p:cNvPr>
          <p:cNvSpPr>
            <a:spLocks noChangeShapeType="1"/>
          </p:cNvSpPr>
          <p:nvPr userDrawn="1"/>
        </p:nvSpPr>
        <p:spPr bwMode="auto">
          <a:xfrm>
            <a:off x="381000" y="1066800"/>
            <a:ext cx="8382000" cy="0"/>
          </a:xfrm>
          <a:prstGeom prst="line">
            <a:avLst/>
          </a:prstGeom>
          <a:noFill/>
          <a:ln w="57150">
            <a:solidFill>
              <a:srgbClr val="0C2D83"/>
            </a:solidFill>
            <a:round/>
            <a:headEnd/>
            <a:tailEnd/>
          </a:ln>
          <a:extLst>
            <a:ext uri="{909E8E84-426E-40DD-AFC4-6F175D3DCCD1}">
              <a14:hiddenFill xmlns:a14="http://schemas.microsoft.com/office/drawing/2010/main">
                <a:noFill/>
              </a14:hiddenFill>
            </a:ext>
          </a:extLst>
        </p:spPr>
        <p:txBody>
          <a:bodyPr wrap="none" anchor="ctr"/>
          <a:lstStyle/>
          <a:p>
            <a:endParaRPr lang="en-US"/>
          </a:p>
        </p:txBody>
      </p:sp>
      <p:sp>
        <p:nvSpPr>
          <p:cNvPr id="1033" name="Text Box 13">
            <a:extLst>
              <a:ext uri="{FF2B5EF4-FFF2-40B4-BE49-F238E27FC236}">
                <a16:creationId xmlns:a16="http://schemas.microsoft.com/office/drawing/2014/main" id="{991C30D5-DA4E-104A-8978-1DE319CCE9D5}"/>
              </a:ext>
            </a:extLst>
          </p:cNvPr>
          <p:cNvSpPr txBox="1">
            <a:spLocks noChangeArrowheads="1"/>
          </p:cNvSpPr>
          <p:nvPr userDrawn="1"/>
        </p:nvSpPr>
        <p:spPr bwMode="auto">
          <a:xfrm>
            <a:off x="1306513" y="6491288"/>
            <a:ext cx="6553200" cy="336550"/>
          </a:xfrm>
          <a:prstGeom prst="rect">
            <a:avLst/>
          </a:prstGeom>
          <a:noFill/>
          <a:ln>
            <a:noFill/>
          </a:ln>
        </p:spPr>
        <p:txBody>
          <a:bodyPr>
            <a:spAutoFit/>
          </a:bodyPr>
          <a:lstStyle>
            <a:lvl1pPr eaLnBrk="0" hangingPunct="0">
              <a:defRPr sz="6000">
                <a:solidFill>
                  <a:schemeClr val="tx1"/>
                </a:solidFill>
                <a:latin typeface="Arial" charset="0"/>
                <a:cs typeface="Arial" charset="0"/>
              </a:defRPr>
            </a:lvl1pPr>
            <a:lvl2pPr marL="742950" indent="-285750" eaLnBrk="0" hangingPunct="0">
              <a:defRPr sz="6000">
                <a:solidFill>
                  <a:schemeClr val="tx1"/>
                </a:solidFill>
                <a:latin typeface="Arial" charset="0"/>
                <a:cs typeface="Arial" charset="0"/>
              </a:defRPr>
            </a:lvl2pPr>
            <a:lvl3pPr marL="1143000" indent="-228600" eaLnBrk="0" hangingPunct="0">
              <a:defRPr sz="6000">
                <a:solidFill>
                  <a:schemeClr val="tx1"/>
                </a:solidFill>
                <a:latin typeface="Arial" charset="0"/>
                <a:cs typeface="Arial" charset="0"/>
              </a:defRPr>
            </a:lvl3pPr>
            <a:lvl4pPr marL="1600200" indent="-228600" eaLnBrk="0" hangingPunct="0">
              <a:defRPr sz="6000">
                <a:solidFill>
                  <a:schemeClr val="tx1"/>
                </a:solidFill>
                <a:latin typeface="Arial" charset="0"/>
                <a:cs typeface="Arial" charset="0"/>
              </a:defRPr>
            </a:lvl4pPr>
            <a:lvl5pPr marL="2057400" indent="-228600" eaLnBrk="0" hangingPunct="0">
              <a:defRPr sz="6000">
                <a:solidFill>
                  <a:schemeClr val="tx1"/>
                </a:solidFill>
                <a:latin typeface="Arial" charset="0"/>
                <a:cs typeface="Arial" charset="0"/>
              </a:defRPr>
            </a:lvl5pPr>
            <a:lvl6pPr marL="2514600" indent="-228600" eaLnBrk="0" fontAlgn="base" hangingPunct="0">
              <a:spcBef>
                <a:spcPct val="0"/>
              </a:spcBef>
              <a:spcAft>
                <a:spcPct val="0"/>
              </a:spcAft>
              <a:defRPr sz="6000">
                <a:solidFill>
                  <a:schemeClr val="tx1"/>
                </a:solidFill>
                <a:latin typeface="Arial" charset="0"/>
                <a:cs typeface="Arial" charset="0"/>
              </a:defRPr>
            </a:lvl6pPr>
            <a:lvl7pPr marL="2971800" indent="-228600" eaLnBrk="0" fontAlgn="base" hangingPunct="0">
              <a:spcBef>
                <a:spcPct val="0"/>
              </a:spcBef>
              <a:spcAft>
                <a:spcPct val="0"/>
              </a:spcAft>
              <a:defRPr sz="6000">
                <a:solidFill>
                  <a:schemeClr val="tx1"/>
                </a:solidFill>
                <a:latin typeface="Arial" charset="0"/>
                <a:cs typeface="Arial" charset="0"/>
              </a:defRPr>
            </a:lvl7pPr>
            <a:lvl8pPr marL="3429000" indent="-228600" eaLnBrk="0" fontAlgn="base" hangingPunct="0">
              <a:spcBef>
                <a:spcPct val="0"/>
              </a:spcBef>
              <a:spcAft>
                <a:spcPct val="0"/>
              </a:spcAft>
              <a:defRPr sz="6000">
                <a:solidFill>
                  <a:schemeClr val="tx1"/>
                </a:solidFill>
                <a:latin typeface="Arial" charset="0"/>
                <a:cs typeface="Arial" charset="0"/>
              </a:defRPr>
            </a:lvl8pPr>
            <a:lvl9pPr marL="3886200" indent="-228600" eaLnBrk="0" fontAlgn="base" hangingPunct="0">
              <a:spcBef>
                <a:spcPct val="0"/>
              </a:spcBef>
              <a:spcAft>
                <a:spcPct val="0"/>
              </a:spcAft>
              <a:defRPr sz="6000">
                <a:solidFill>
                  <a:schemeClr val="tx1"/>
                </a:solidFill>
                <a:latin typeface="Arial" charset="0"/>
                <a:cs typeface="Arial" charset="0"/>
              </a:defRPr>
            </a:lvl9pPr>
          </a:lstStyle>
          <a:p>
            <a:pPr algn="ctr">
              <a:spcBef>
                <a:spcPct val="50000"/>
              </a:spcBef>
              <a:defRPr/>
            </a:pPr>
            <a:r>
              <a:rPr lang="en-US" sz="1600" b="1" i="1" dirty="0">
                <a:latin typeface="Century Schoolbook" pitchFamily="18" charset="0"/>
              </a:rPr>
              <a:t>Parts on the Shelf and Contracts in Place</a:t>
            </a:r>
          </a:p>
        </p:txBody>
      </p:sp>
      <p:pic>
        <p:nvPicPr>
          <p:cNvPr id="10" name="Picture 20" descr="448TH SUPPLY CHAIN SUSTAINMENT WING COLOR_Transparentjun08">
            <a:extLst>
              <a:ext uri="{FF2B5EF4-FFF2-40B4-BE49-F238E27FC236}">
                <a16:creationId xmlns:a16="http://schemas.microsoft.com/office/drawing/2014/main" id="{6F93B4AC-D4E7-0210-E4F2-32EE6AA4EEAE}"/>
              </a:ext>
            </a:extLst>
          </p:cNvPr>
          <p:cNvPicPr>
            <a:picLocks noChangeAspect="1" noChangeArrowheads="1"/>
          </p:cNvPicPr>
          <p:nvPr userDrawn="1"/>
        </p:nvPicPr>
        <p:blipFill>
          <a:blip r:embed="rId15">
            <a:extLst>
              <a:ext uri="{28A0092B-C50C-407E-A947-70E740481C1C}">
                <a14:useLocalDpi xmlns:a14="http://schemas.microsoft.com/office/drawing/2010/main" val="0"/>
              </a:ext>
            </a:extLst>
          </a:blip>
          <a:srcRect/>
          <a:stretch>
            <a:fillRect/>
          </a:stretch>
        </p:blipFill>
        <p:spPr bwMode="auto">
          <a:xfrm>
            <a:off x="8077200" y="25400"/>
            <a:ext cx="1009650" cy="1000125"/>
          </a:xfrm>
          <a:prstGeom prst="rect">
            <a:avLst/>
          </a:prstGeom>
          <a:noFill/>
          <a:ln>
            <a:noFill/>
          </a:ln>
          <a:effectLst>
            <a:outerShdw blurRad="292100" dist="139700" dir="2700000" algn="tl" rotWithShape="0">
              <a:srgbClr val="333333">
                <a:alpha val="6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Picture 3">
            <a:extLst>
              <a:ext uri="{FF2B5EF4-FFF2-40B4-BE49-F238E27FC236}">
                <a16:creationId xmlns:a16="http://schemas.microsoft.com/office/drawing/2014/main" id="{BD0EEB6D-0E16-F007-A292-542F6C15E163}"/>
              </a:ext>
            </a:extLst>
          </p:cNvPr>
          <p:cNvPicPr>
            <a:picLocks noChangeAspect="1" noChangeArrowheads="1"/>
          </p:cNvPicPr>
          <p:nvPr userDrawn="1"/>
        </p:nvPicPr>
        <p:blipFill>
          <a:blip r:embed="rId16">
            <a:extLst>
              <a:ext uri="{28A0092B-C50C-407E-A947-70E740481C1C}">
                <a14:useLocalDpi xmlns:a14="http://schemas.microsoft.com/office/drawing/2010/main" val="0"/>
              </a:ext>
            </a:extLst>
          </a:blip>
          <a:srcRect/>
          <a:stretch>
            <a:fillRect/>
          </a:stretch>
        </p:blipFill>
        <p:spPr bwMode="auto">
          <a:xfrm>
            <a:off x="-1588" y="-9525"/>
            <a:ext cx="1066801" cy="1041400"/>
          </a:xfrm>
          <a:prstGeom prst="rect">
            <a:avLst/>
          </a:prstGeom>
          <a:noFill/>
          <a:ln>
            <a:noFill/>
          </a:ln>
          <a:effectLst>
            <a:outerShdw blurRad="292100" dist="139700" dir="2700000" algn="tl" rotWithShape="0">
              <a:srgbClr val="333333">
                <a:alpha val="6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4191" r:id="rId1"/>
    <p:sldLayoutId id="2147484181" r:id="rId2"/>
    <p:sldLayoutId id="2147484182" r:id="rId3"/>
    <p:sldLayoutId id="2147484183" r:id="rId4"/>
    <p:sldLayoutId id="2147484184" r:id="rId5"/>
    <p:sldLayoutId id="2147484185" r:id="rId6"/>
    <p:sldLayoutId id="2147484186" r:id="rId7"/>
    <p:sldLayoutId id="2147484187" r:id="rId8"/>
    <p:sldLayoutId id="2147484188" r:id="rId9"/>
    <p:sldLayoutId id="2147484189" r:id="rId10"/>
    <p:sldLayoutId id="2147484190" r:id="rId11"/>
    <p:sldLayoutId id="2147484192" r:id="rId12"/>
    <p:sldLayoutId id="2147484193" r:id="rId13"/>
  </p:sldLayoutIdLst>
  <p:transition/>
  <p:hf hdr="0" ftr="0" dt="0"/>
  <p:txStyles>
    <p:titleStyle>
      <a:lvl1pPr algn="ctr" rtl="0" eaLnBrk="0" fontAlgn="base" hangingPunct="0">
        <a:spcBef>
          <a:spcPct val="0"/>
        </a:spcBef>
        <a:spcAft>
          <a:spcPct val="0"/>
        </a:spcAft>
        <a:defRPr sz="3200" b="1" i="1">
          <a:solidFill>
            <a:srgbClr val="151C77"/>
          </a:solidFill>
          <a:latin typeface="+mj-lt"/>
          <a:ea typeface="+mj-ea"/>
          <a:cs typeface="+mj-cs"/>
        </a:defRPr>
      </a:lvl1pPr>
      <a:lvl2pPr algn="ctr" rtl="0" eaLnBrk="0" fontAlgn="base" hangingPunct="0">
        <a:spcBef>
          <a:spcPct val="0"/>
        </a:spcBef>
        <a:spcAft>
          <a:spcPct val="0"/>
        </a:spcAft>
        <a:defRPr sz="3200" b="1" i="1">
          <a:solidFill>
            <a:srgbClr val="151C77"/>
          </a:solidFill>
          <a:latin typeface="Arial" charset="0"/>
        </a:defRPr>
      </a:lvl2pPr>
      <a:lvl3pPr algn="ctr" rtl="0" eaLnBrk="0" fontAlgn="base" hangingPunct="0">
        <a:spcBef>
          <a:spcPct val="0"/>
        </a:spcBef>
        <a:spcAft>
          <a:spcPct val="0"/>
        </a:spcAft>
        <a:defRPr sz="3200" b="1" i="1">
          <a:solidFill>
            <a:srgbClr val="151C77"/>
          </a:solidFill>
          <a:latin typeface="Arial" charset="0"/>
        </a:defRPr>
      </a:lvl3pPr>
      <a:lvl4pPr algn="ctr" rtl="0" eaLnBrk="0" fontAlgn="base" hangingPunct="0">
        <a:spcBef>
          <a:spcPct val="0"/>
        </a:spcBef>
        <a:spcAft>
          <a:spcPct val="0"/>
        </a:spcAft>
        <a:defRPr sz="3200" b="1" i="1">
          <a:solidFill>
            <a:srgbClr val="151C77"/>
          </a:solidFill>
          <a:latin typeface="Arial" charset="0"/>
        </a:defRPr>
      </a:lvl4pPr>
      <a:lvl5pPr algn="ctr" rtl="0" eaLnBrk="0" fontAlgn="base" hangingPunct="0">
        <a:spcBef>
          <a:spcPct val="0"/>
        </a:spcBef>
        <a:spcAft>
          <a:spcPct val="0"/>
        </a:spcAft>
        <a:defRPr sz="3200" b="1" i="1">
          <a:solidFill>
            <a:srgbClr val="151C77"/>
          </a:solidFill>
          <a:latin typeface="Arial" charset="0"/>
        </a:defRPr>
      </a:lvl5pPr>
      <a:lvl6pPr marL="457200" algn="ctr" rtl="0" eaLnBrk="0" fontAlgn="base" hangingPunct="0">
        <a:spcBef>
          <a:spcPct val="0"/>
        </a:spcBef>
        <a:spcAft>
          <a:spcPct val="0"/>
        </a:spcAft>
        <a:defRPr sz="3200" b="1" i="1">
          <a:solidFill>
            <a:srgbClr val="151C77"/>
          </a:solidFill>
          <a:latin typeface="Arial" charset="0"/>
        </a:defRPr>
      </a:lvl6pPr>
      <a:lvl7pPr marL="914400" algn="ctr" rtl="0" eaLnBrk="0" fontAlgn="base" hangingPunct="0">
        <a:spcBef>
          <a:spcPct val="0"/>
        </a:spcBef>
        <a:spcAft>
          <a:spcPct val="0"/>
        </a:spcAft>
        <a:defRPr sz="3200" b="1" i="1">
          <a:solidFill>
            <a:srgbClr val="151C77"/>
          </a:solidFill>
          <a:latin typeface="Arial" charset="0"/>
        </a:defRPr>
      </a:lvl7pPr>
      <a:lvl8pPr marL="1371600" algn="ctr" rtl="0" eaLnBrk="0" fontAlgn="base" hangingPunct="0">
        <a:spcBef>
          <a:spcPct val="0"/>
        </a:spcBef>
        <a:spcAft>
          <a:spcPct val="0"/>
        </a:spcAft>
        <a:defRPr sz="3200" b="1" i="1">
          <a:solidFill>
            <a:srgbClr val="151C77"/>
          </a:solidFill>
          <a:latin typeface="Arial" charset="0"/>
        </a:defRPr>
      </a:lvl8pPr>
      <a:lvl9pPr marL="1828800" algn="ctr" rtl="0" eaLnBrk="0" fontAlgn="base" hangingPunct="0">
        <a:spcBef>
          <a:spcPct val="0"/>
        </a:spcBef>
        <a:spcAft>
          <a:spcPct val="0"/>
        </a:spcAft>
        <a:defRPr sz="3200" b="1" i="1">
          <a:solidFill>
            <a:srgbClr val="151C77"/>
          </a:solidFill>
          <a:latin typeface="Arial" charset="0"/>
        </a:defRPr>
      </a:lvl9pPr>
    </p:titleStyle>
    <p:bodyStyle>
      <a:lvl1pPr marL="285750" indent="-285750" algn="l" rtl="0" eaLnBrk="0" fontAlgn="base" hangingPunct="0">
        <a:spcBef>
          <a:spcPct val="20000"/>
        </a:spcBef>
        <a:spcAft>
          <a:spcPct val="0"/>
        </a:spcAft>
        <a:buClr>
          <a:srgbClr val="151C77"/>
        </a:buClr>
        <a:buFont typeface="Wingdings" panose="05000000000000000000" pitchFamily="2" charset="2"/>
        <a:buChar char="§"/>
        <a:defRPr sz="2800">
          <a:solidFill>
            <a:schemeClr val="tx1"/>
          </a:solidFill>
          <a:latin typeface="+mn-lt"/>
          <a:ea typeface="+mn-ea"/>
          <a:cs typeface="+mn-cs"/>
        </a:defRPr>
      </a:lvl1pPr>
      <a:lvl2pPr marL="688975" indent="-282575" algn="l" rtl="0" eaLnBrk="0" fontAlgn="base" hangingPunct="0">
        <a:spcBef>
          <a:spcPct val="20000"/>
        </a:spcBef>
        <a:spcAft>
          <a:spcPct val="0"/>
        </a:spcAft>
        <a:buClr>
          <a:srgbClr val="151C77"/>
        </a:buClr>
        <a:buFont typeface="Arial" panose="020B0604020202020204" pitchFamily="34" charset="0"/>
        <a:buChar char="–"/>
        <a:defRPr sz="2400">
          <a:solidFill>
            <a:schemeClr val="tx1"/>
          </a:solidFill>
          <a:latin typeface="+mn-lt"/>
        </a:defRPr>
      </a:lvl2pPr>
      <a:lvl3pPr marL="1027113" indent="-223838" algn="l" rtl="0" eaLnBrk="0" fontAlgn="base" hangingPunct="0">
        <a:spcBef>
          <a:spcPct val="20000"/>
        </a:spcBef>
        <a:spcAft>
          <a:spcPct val="0"/>
        </a:spcAft>
        <a:buClr>
          <a:srgbClr val="151C77"/>
        </a:buClr>
        <a:buFont typeface="Wingdings" panose="05000000000000000000" pitchFamily="2" charset="2"/>
        <a:buChar char="§"/>
        <a:defRPr sz="2000">
          <a:solidFill>
            <a:schemeClr val="tx1"/>
          </a:solidFill>
          <a:latin typeface="+mn-lt"/>
        </a:defRPr>
      </a:lvl3pPr>
      <a:lvl4pPr marL="1600200" indent="-228600"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mn-lt"/>
        </a:defRPr>
      </a:lvl5pPr>
      <a:lvl6pPr marL="25146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8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90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2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9.jpe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8.jpeg"/><Relationship Id="rId5" Type="http://schemas.openxmlformats.org/officeDocument/2006/relationships/image" Target="../media/image7.jpeg"/><Relationship Id="rId4" Type="http://schemas.openxmlformats.org/officeDocument/2006/relationships/image" Target="../media/image6.jpeg"/></Relationships>
</file>

<file path=ppt/slides/_rels/slide8.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7.jpe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3" Type="http://schemas.openxmlformats.org/officeDocument/2006/relationships/image" Target="../media/image23.jpeg"/><Relationship Id="rId2" Type="http://schemas.openxmlformats.org/officeDocument/2006/relationships/image" Target="../media/image22.jpeg"/><Relationship Id="rId1" Type="http://schemas.openxmlformats.org/officeDocument/2006/relationships/slideLayout" Target="../slideLayouts/slideLayout2.xml"/><Relationship Id="rId4" Type="http://schemas.openxmlformats.org/officeDocument/2006/relationships/image" Target="../media/image24.jpe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28.jpe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image" Target="../media/image29.jpeg"/><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3" Type="http://schemas.openxmlformats.org/officeDocument/2006/relationships/image" Target="../media/image30.jpeg"/><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31.jpe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2" Type="http://schemas.openxmlformats.org/officeDocument/2006/relationships/image" Target="../media/image32.jpeg"/><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35.jpe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36.jpe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3" Type="http://schemas.openxmlformats.org/officeDocument/2006/relationships/image" Target="../media/image44.jpe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2" Type="http://schemas.openxmlformats.org/officeDocument/2006/relationships/image" Target="../media/image45.jpeg"/><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46.jpe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47.jpe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49.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8" Type="http://schemas.openxmlformats.org/officeDocument/2006/relationships/image" Target="../media/image56.jpeg"/><Relationship Id="rId3" Type="http://schemas.openxmlformats.org/officeDocument/2006/relationships/image" Target="../media/image51.jpeg"/><Relationship Id="rId7" Type="http://schemas.openxmlformats.org/officeDocument/2006/relationships/image" Target="../media/image55.jpeg"/><Relationship Id="rId2" Type="http://schemas.openxmlformats.org/officeDocument/2006/relationships/image" Target="../media/image50.jpeg"/><Relationship Id="rId1" Type="http://schemas.openxmlformats.org/officeDocument/2006/relationships/slideLayout" Target="../slideLayouts/slideLayout2.xml"/><Relationship Id="rId6" Type="http://schemas.openxmlformats.org/officeDocument/2006/relationships/image" Target="../media/image54.jpeg"/><Relationship Id="rId5" Type="http://schemas.openxmlformats.org/officeDocument/2006/relationships/image" Target="../media/image53.jpeg"/><Relationship Id="rId4" Type="http://schemas.openxmlformats.org/officeDocument/2006/relationships/image" Target="../media/image52.jpeg"/><Relationship Id="rId9" Type="http://schemas.openxmlformats.org/officeDocument/2006/relationships/image" Target="../media/image57.jpeg"/></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2" Type="http://schemas.openxmlformats.org/officeDocument/2006/relationships/image" Target="../media/image58.jpeg"/><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7.xml.rels><?xml version="1.0" encoding="UTF-8" standalone="yes"?>
<Relationships xmlns="http://schemas.openxmlformats.org/package/2006/relationships"><Relationship Id="rId2" Type="http://schemas.openxmlformats.org/officeDocument/2006/relationships/image" Target="../media/image60.jpeg"/><Relationship Id="rId1" Type="http://schemas.openxmlformats.org/officeDocument/2006/relationships/slideLayout" Target="../slideLayouts/slideLayout2.xml"/></Relationships>
</file>

<file path=ppt/slides/_rels/slide138.xml.rels><?xml version="1.0" encoding="UTF-8" standalone="yes"?>
<Relationships xmlns="http://schemas.openxmlformats.org/package/2006/relationships"><Relationship Id="rId2" Type="http://schemas.openxmlformats.org/officeDocument/2006/relationships/image" Target="../media/image61.jpeg"/><Relationship Id="rId1" Type="http://schemas.openxmlformats.org/officeDocument/2006/relationships/slideLayout" Target="../slideLayouts/slideLayout2.xml"/></Relationships>
</file>

<file path=ppt/slides/_rels/slide139.xml.rels><?xml version="1.0" encoding="UTF-8" standalone="yes"?>
<Relationships xmlns="http://schemas.openxmlformats.org/package/2006/relationships"><Relationship Id="rId2" Type="http://schemas.openxmlformats.org/officeDocument/2006/relationships/image" Target="../media/image62.jpeg"/><Relationship Id="rId1" Type="http://schemas.openxmlformats.org/officeDocument/2006/relationships/slideLayout" Target="../slideLayouts/slideLayout2.xml"/></Relationships>
</file>

<file path=ppt/slides/_rels/slide140.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141.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Layout" Target="../slideLayouts/slideLayout2.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3.xml.rels><?xml version="1.0" encoding="UTF-8" standalone="yes"?>
<Relationships xmlns="http://schemas.openxmlformats.org/package/2006/relationships"><Relationship Id="rId2" Type="http://schemas.openxmlformats.org/officeDocument/2006/relationships/image" Target="../media/image13.jpeg"/><Relationship Id="rId1" Type="http://schemas.openxmlformats.org/officeDocument/2006/relationships/slideLayout" Target="../slideLayouts/slideLayout2.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1.xml.rels><?xml version="1.0" encoding="UTF-8" standalone="yes"?>
<Relationships xmlns="http://schemas.openxmlformats.org/package/2006/relationships"><Relationship Id="rId2" Type="http://schemas.openxmlformats.org/officeDocument/2006/relationships/image" Target="../media/image65.jpeg"/><Relationship Id="rId1" Type="http://schemas.openxmlformats.org/officeDocument/2006/relationships/slideLayout" Target="../slideLayouts/slideLayout2.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4.xml.rels><?xml version="1.0" encoding="UTF-8" standalone="yes"?>
<Relationships xmlns="http://schemas.openxmlformats.org/package/2006/relationships"><Relationship Id="rId2" Type="http://schemas.openxmlformats.org/officeDocument/2006/relationships/image" Target="../media/image66.jpeg"/><Relationship Id="rId1" Type="http://schemas.openxmlformats.org/officeDocument/2006/relationships/slideLayout" Target="../slideLayouts/slideLayout2.xml"/></Relationships>
</file>

<file path=ppt/slides/_rels/slide155.xml.rels><?xml version="1.0" encoding="UTF-8" standalone="yes"?>
<Relationships xmlns="http://schemas.openxmlformats.org/package/2006/relationships"><Relationship Id="rId3" Type="http://schemas.openxmlformats.org/officeDocument/2006/relationships/image" Target="../media/image67.jpe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156.xml.rels><?xml version="1.0" encoding="UTF-8" standalone="yes"?>
<Relationships xmlns="http://schemas.openxmlformats.org/package/2006/relationships"><Relationship Id="rId2" Type="http://schemas.openxmlformats.org/officeDocument/2006/relationships/image" Target="../media/image68.jpeg"/><Relationship Id="rId1" Type="http://schemas.openxmlformats.org/officeDocument/2006/relationships/slideLayout" Target="../slideLayouts/slideLayout2.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4.xml.rels><?xml version="1.0" encoding="UTF-8" standalone="yes"?>
<Relationships xmlns="http://schemas.openxmlformats.org/package/2006/relationships"><Relationship Id="rId2" Type="http://schemas.openxmlformats.org/officeDocument/2006/relationships/image" Target="../media/image69.jpeg"/><Relationship Id="rId1" Type="http://schemas.openxmlformats.org/officeDocument/2006/relationships/slideLayout" Target="../slideLayouts/slideLayout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1.xml.rels><?xml version="1.0" encoding="UTF-8" standalone="yes"?>
<Relationships xmlns="http://schemas.openxmlformats.org/package/2006/relationships"><Relationship Id="rId2" Type="http://schemas.openxmlformats.org/officeDocument/2006/relationships/image" Target="../media/image70.jpeg"/><Relationship Id="rId1" Type="http://schemas.openxmlformats.org/officeDocument/2006/relationships/slideLayout" Target="../slideLayouts/slideLayout2.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4.xml.rels><?xml version="1.0" encoding="UTF-8" standalone="yes"?>
<Relationships xmlns="http://schemas.openxmlformats.org/package/2006/relationships"><Relationship Id="rId2" Type="http://schemas.openxmlformats.org/officeDocument/2006/relationships/image" Target="../media/image71.jpeg"/><Relationship Id="rId1" Type="http://schemas.openxmlformats.org/officeDocument/2006/relationships/slideLayout" Target="../slideLayouts/slideLayout2.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7.xml.rels><?xml version="1.0" encoding="UTF-8" standalone="yes"?>
<Relationships xmlns="http://schemas.openxmlformats.org/package/2006/relationships"><Relationship Id="rId2" Type="http://schemas.openxmlformats.org/officeDocument/2006/relationships/image" Target="../media/image72.jpeg"/><Relationship Id="rId1" Type="http://schemas.openxmlformats.org/officeDocument/2006/relationships/slideLayout" Target="../slideLayouts/slideLayout2.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0.xml.rels><?xml version="1.0" encoding="UTF-8" standalone="yes"?>
<Relationships xmlns="http://schemas.openxmlformats.org/package/2006/relationships"><Relationship Id="rId2" Type="http://schemas.openxmlformats.org/officeDocument/2006/relationships/image" Target="../media/image73.jpeg"/><Relationship Id="rId1" Type="http://schemas.openxmlformats.org/officeDocument/2006/relationships/slideLayout" Target="../slideLayouts/slideLayout2.xml"/></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2.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5.xml.rels><?xml version="1.0" encoding="UTF-8" standalone="yes"?>
<Relationships xmlns="http://schemas.openxmlformats.org/package/2006/relationships"><Relationship Id="rId2" Type="http://schemas.openxmlformats.org/officeDocument/2006/relationships/image" Target="../media/image74.jpeg"/><Relationship Id="rId1" Type="http://schemas.openxmlformats.org/officeDocument/2006/relationships/slideLayout" Target="../slideLayouts/slideLayout2.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1.xml.rels><?xml version="1.0" encoding="UTF-8" standalone="yes"?>
<Relationships xmlns="http://schemas.openxmlformats.org/package/2006/relationships"><Relationship Id="rId2" Type="http://schemas.openxmlformats.org/officeDocument/2006/relationships/image" Target="../media/image75.jpeg"/><Relationship Id="rId1" Type="http://schemas.openxmlformats.org/officeDocument/2006/relationships/slideLayout" Target="../slideLayouts/slideLayout2.xml"/></Relationships>
</file>

<file path=ppt/slides/_rels/slide192.xml.rels><?xml version="1.0" encoding="UTF-8" standalone="yes"?>
<Relationships xmlns="http://schemas.openxmlformats.org/package/2006/relationships"><Relationship Id="rId2" Type="http://schemas.openxmlformats.org/officeDocument/2006/relationships/image" Target="../media/image76.jpeg"/><Relationship Id="rId1" Type="http://schemas.openxmlformats.org/officeDocument/2006/relationships/slideLayout" Target="../slideLayouts/slideLayout2.xml"/></Relationships>
</file>

<file path=ppt/slides/_rels/slide193.xml.rels><?xml version="1.0" encoding="UTF-8" standalone="yes"?>
<Relationships xmlns="http://schemas.openxmlformats.org/package/2006/relationships"><Relationship Id="rId2" Type="http://schemas.openxmlformats.org/officeDocument/2006/relationships/image" Target="../media/image77.jpeg"/><Relationship Id="rId1" Type="http://schemas.openxmlformats.org/officeDocument/2006/relationships/slideLayout" Target="../slideLayouts/slideLayout2.xml"/></Relationships>
</file>

<file path=ppt/slides/_rels/slide194.xml.rels><?xml version="1.0" encoding="UTF-8" standalone="yes"?>
<Relationships xmlns="http://schemas.openxmlformats.org/package/2006/relationships"><Relationship Id="rId2" Type="http://schemas.openxmlformats.org/officeDocument/2006/relationships/image" Target="../media/image78.jpeg"/><Relationship Id="rId1" Type="http://schemas.openxmlformats.org/officeDocument/2006/relationships/slideLayout" Target="../slideLayouts/slideLayout2.xml"/></Relationships>
</file>

<file path=ppt/slides/_rels/slide195.xml.rels><?xml version="1.0" encoding="UTF-8" standalone="yes"?>
<Relationships xmlns="http://schemas.openxmlformats.org/package/2006/relationships"><Relationship Id="rId2" Type="http://schemas.openxmlformats.org/officeDocument/2006/relationships/image" Target="../media/image79.jpeg"/><Relationship Id="rId1" Type="http://schemas.openxmlformats.org/officeDocument/2006/relationships/slideLayout" Target="../slideLayouts/slideLayout2.xml"/></Relationships>
</file>

<file path=ppt/slides/_rels/slide196.xml.rels><?xml version="1.0" encoding="UTF-8" standalone="yes"?>
<Relationships xmlns="http://schemas.openxmlformats.org/package/2006/relationships"><Relationship Id="rId2" Type="http://schemas.openxmlformats.org/officeDocument/2006/relationships/image" Target="../media/image80.jpeg"/><Relationship Id="rId1" Type="http://schemas.openxmlformats.org/officeDocument/2006/relationships/slideLayout" Target="../slideLayouts/slideLayout2.xml"/></Relationships>
</file>

<file path=ppt/slides/_rels/slide197.xml.rels><?xml version="1.0" encoding="UTF-8" standalone="yes"?>
<Relationships xmlns="http://schemas.openxmlformats.org/package/2006/relationships"><Relationship Id="rId2" Type="http://schemas.openxmlformats.org/officeDocument/2006/relationships/image" Target="../media/image81.png"/><Relationship Id="rId1" Type="http://schemas.openxmlformats.org/officeDocument/2006/relationships/slideLayout" Target="../slideLayouts/slideLayout2.xml"/></Relationships>
</file>

<file path=ppt/slides/_rels/slide198.xml.rels><?xml version="1.0" encoding="UTF-8" standalone="yes"?>
<Relationships xmlns="http://schemas.openxmlformats.org/package/2006/relationships"><Relationship Id="rId2" Type="http://schemas.openxmlformats.org/officeDocument/2006/relationships/image" Target="../media/image82.jpeg"/><Relationship Id="rId1" Type="http://schemas.openxmlformats.org/officeDocument/2006/relationships/slideLayout" Target="../slideLayouts/slideLayout2.xml"/></Relationships>
</file>

<file path=ppt/slides/_rels/slide199.xml.rels><?xml version="1.0" encoding="UTF-8" standalone="yes"?>
<Relationships xmlns="http://schemas.openxmlformats.org/package/2006/relationships"><Relationship Id="rId2" Type="http://schemas.openxmlformats.org/officeDocument/2006/relationships/image" Target="../media/image83.jpeg"/><Relationship Id="rId1" Type="http://schemas.openxmlformats.org/officeDocument/2006/relationships/slideLayout" Target="../slideLayouts/slideLayout2.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3.xml.rels><?xml version="1.0" encoding="UTF-8" standalone="yes"?>
<Relationships xmlns="http://schemas.openxmlformats.org/package/2006/relationships"><Relationship Id="rId2" Type="http://schemas.openxmlformats.org/officeDocument/2006/relationships/image" Target="../media/image84.jpeg"/><Relationship Id="rId1" Type="http://schemas.openxmlformats.org/officeDocument/2006/relationships/slideLayout" Target="../slideLayouts/slideLayout2.xml"/></Relationships>
</file>

<file path=ppt/slides/_rels/slide204.xml.rels><?xml version="1.0" encoding="UTF-8" standalone="yes"?>
<Relationships xmlns="http://schemas.openxmlformats.org/package/2006/relationships"><Relationship Id="rId3" Type="http://schemas.openxmlformats.org/officeDocument/2006/relationships/image" Target="../media/image86.png"/><Relationship Id="rId2" Type="http://schemas.openxmlformats.org/officeDocument/2006/relationships/image" Target="../media/image85.png"/><Relationship Id="rId1" Type="http://schemas.openxmlformats.org/officeDocument/2006/relationships/slideLayout" Target="../slideLayouts/slideLayout2.xml"/></Relationships>
</file>

<file path=ppt/slides/_rels/slide205.xml.rels><?xml version="1.0" encoding="UTF-8" standalone="yes"?>
<Relationships xmlns="http://schemas.openxmlformats.org/package/2006/relationships"><Relationship Id="rId2" Type="http://schemas.openxmlformats.org/officeDocument/2006/relationships/image" Target="../media/image87.png"/><Relationship Id="rId1" Type="http://schemas.openxmlformats.org/officeDocument/2006/relationships/slideLayout" Target="../slideLayouts/slideLayout2.xml"/></Relationships>
</file>

<file path=ppt/slides/_rels/slide206.xml.rels><?xml version="1.0" encoding="UTF-8" standalone="yes"?>
<Relationships xmlns="http://schemas.openxmlformats.org/package/2006/relationships"><Relationship Id="rId3" Type="http://schemas.openxmlformats.org/officeDocument/2006/relationships/image" Target="../media/image89.jpeg"/><Relationship Id="rId2" Type="http://schemas.openxmlformats.org/officeDocument/2006/relationships/image" Target="../media/image88.jpeg"/><Relationship Id="rId1" Type="http://schemas.openxmlformats.org/officeDocument/2006/relationships/slideLayout" Target="../slideLayouts/slideLayout2.xml"/><Relationship Id="rId6" Type="http://schemas.openxmlformats.org/officeDocument/2006/relationships/image" Target="../media/image92.jpeg"/><Relationship Id="rId5" Type="http://schemas.openxmlformats.org/officeDocument/2006/relationships/image" Target="../media/image91.jpeg"/><Relationship Id="rId4" Type="http://schemas.openxmlformats.org/officeDocument/2006/relationships/image" Target="../media/image90.jpeg"/></Relationships>
</file>

<file path=ppt/slides/_rels/slide207.xml.rels><?xml version="1.0" encoding="UTF-8" standalone="yes"?>
<Relationships xmlns="http://schemas.openxmlformats.org/package/2006/relationships"><Relationship Id="rId3" Type="http://schemas.openxmlformats.org/officeDocument/2006/relationships/image" Target="../media/image94.jpeg"/><Relationship Id="rId2" Type="http://schemas.openxmlformats.org/officeDocument/2006/relationships/image" Target="../media/image93.jpeg"/><Relationship Id="rId1" Type="http://schemas.openxmlformats.org/officeDocument/2006/relationships/slideLayout" Target="../slideLayouts/slideLayout2.xml"/></Relationships>
</file>

<file path=ppt/slides/_rels/slide208.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2.xml"/></Relationships>
</file>

<file path=ppt/slides/_rels/slide209.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2.xml"/></Relationships>
</file>

<file path=ppt/slides/_rels/slide210.xml.rels><?xml version="1.0" encoding="UTF-8" standalone="yes"?>
<Relationships xmlns="http://schemas.openxmlformats.org/package/2006/relationships"><Relationship Id="rId2" Type="http://schemas.openxmlformats.org/officeDocument/2006/relationships/image" Target="../media/image97.png"/><Relationship Id="rId1" Type="http://schemas.openxmlformats.org/officeDocument/2006/relationships/slideLayout" Target="../slideLayouts/slideLayout2.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2.xml.rels><?xml version="1.0" encoding="UTF-8" standalone="yes"?>
<Relationships xmlns="http://schemas.openxmlformats.org/package/2006/relationships"><Relationship Id="rId2" Type="http://schemas.openxmlformats.org/officeDocument/2006/relationships/image" Target="../media/image98.png"/><Relationship Id="rId1" Type="http://schemas.openxmlformats.org/officeDocument/2006/relationships/slideLayout" Target="../slideLayouts/slideLayout2.xml"/></Relationships>
</file>

<file path=ppt/slides/_rels/slide213.xml.rels><?xml version="1.0" encoding="UTF-8" standalone="yes"?>
<Relationships xmlns="http://schemas.openxmlformats.org/package/2006/relationships"><Relationship Id="rId2" Type="http://schemas.openxmlformats.org/officeDocument/2006/relationships/image" Target="../media/image99.png"/><Relationship Id="rId1" Type="http://schemas.openxmlformats.org/officeDocument/2006/relationships/slideLayout" Target="../slideLayouts/slideLayout2.xml"/></Relationships>
</file>

<file path=ppt/slides/_rels/slide214.xml.rels><?xml version="1.0" encoding="UTF-8" standalone="yes"?>
<Relationships xmlns="http://schemas.openxmlformats.org/package/2006/relationships"><Relationship Id="rId2" Type="http://schemas.openxmlformats.org/officeDocument/2006/relationships/image" Target="../media/image100.png"/><Relationship Id="rId1" Type="http://schemas.openxmlformats.org/officeDocument/2006/relationships/slideLayout" Target="../slideLayouts/slideLayout2.xml"/></Relationships>
</file>

<file path=ppt/slides/_rels/slide215.xml.rels><?xml version="1.0" encoding="UTF-8" standalone="yes"?>
<Relationships xmlns="http://schemas.openxmlformats.org/package/2006/relationships"><Relationship Id="rId2" Type="http://schemas.openxmlformats.org/officeDocument/2006/relationships/image" Target="../media/image101.png"/><Relationship Id="rId1" Type="http://schemas.openxmlformats.org/officeDocument/2006/relationships/slideLayout" Target="../slideLayouts/slideLayout2.xml"/></Relationships>
</file>

<file path=ppt/slides/_rels/slide216.xml.rels><?xml version="1.0" encoding="UTF-8" standalone="yes"?>
<Relationships xmlns="http://schemas.openxmlformats.org/package/2006/relationships"><Relationship Id="rId2" Type="http://schemas.openxmlformats.org/officeDocument/2006/relationships/image" Target="../media/image102.png"/><Relationship Id="rId1" Type="http://schemas.openxmlformats.org/officeDocument/2006/relationships/slideLayout" Target="../slideLayouts/slideLayout2.xml"/></Relationships>
</file>

<file path=ppt/slides/_rels/slide217.xml.rels><?xml version="1.0" encoding="UTF-8" standalone="yes"?>
<Relationships xmlns="http://schemas.openxmlformats.org/package/2006/relationships"><Relationship Id="rId2" Type="http://schemas.openxmlformats.org/officeDocument/2006/relationships/image" Target="../media/image103.png"/><Relationship Id="rId1" Type="http://schemas.openxmlformats.org/officeDocument/2006/relationships/slideLayout" Target="../slideLayouts/slideLayout2.xml"/></Relationships>
</file>

<file path=ppt/slides/_rels/slide218.xml.rels><?xml version="1.0" encoding="UTF-8" standalone="yes"?>
<Relationships xmlns="http://schemas.openxmlformats.org/package/2006/relationships"><Relationship Id="rId2" Type="http://schemas.openxmlformats.org/officeDocument/2006/relationships/image" Target="../media/image104.jpeg"/><Relationship Id="rId1" Type="http://schemas.openxmlformats.org/officeDocument/2006/relationships/slideLayout" Target="../slideLayouts/slideLayout2.xml"/></Relationships>
</file>

<file path=ppt/slides/_rels/slide219.xml.rels><?xml version="1.0" encoding="UTF-8" standalone="yes"?>
<Relationships xmlns="http://schemas.openxmlformats.org/package/2006/relationships"><Relationship Id="rId2" Type="http://schemas.openxmlformats.org/officeDocument/2006/relationships/image" Target="../media/image105.jpeg"/><Relationship Id="rId1" Type="http://schemas.openxmlformats.org/officeDocument/2006/relationships/slideLayout" Target="../slideLayouts/slideLayout2.xml"/></Relationships>
</file>

<file path=ppt/slides/_rels/slide220.xml.rels><?xml version="1.0" encoding="UTF-8" standalone="yes"?>
<Relationships xmlns="http://schemas.openxmlformats.org/package/2006/relationships"><Relationship Id="rId2" Type="http://schemas.openxmlformats.org/officeDocument/2006/relationships/image" Target="../media/image106.png"/><Relationship Id="rId1" Type="http://schemas.openxmlformats.org/officeDocument/2006/relationships/slideLayout" Target="../slideLayouts/slideLayout2.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2.xml.rels><?xml version="1.0" encoding="UTF-8" standalone="yes"?>
<Relationships xmlns="http://schemas.openxmlformats.org/package/2006/relationships"><Relationship Id="rId3" Type="http://schemas.openxmlformats.org/officeDocument/2006/relationships/image" Target="../media/image107.jpeg"/><Relationship Id="rId2" Type="http://schemas.openxmlformats.org/officeDocument/2006/relationships/notesSlide" Target="../notesSlides/notesSlide32.xml"/><Relationship Id="rId1" Type="http://schemas.openxmlformats.org/officeDocument/2006/relationships/slideLayout" Target="../slideLayouts/slideLayout13.xml"/></Relationships>
</file>

<file path=ppt/slides/_rels/slide223.xml.rels><?xml version="1.0" encoding="UTF-8" standalone="yes"?>
<Relationships xmlns="http://schemas.openxmlformats.org/package/2006/relationships"><Relationship Id="rId8" Type="http://schemas.openxmlformats.org/officeDocument/2006/relationships/image" Target="../media/image112.png"/><Relationship Id="rId3" Type="http://schemas.openxmlformats.org/officeDocument/2006/relationships/image" Target="../media/image108.png"/><Relationship Id="rId7" Type="http://schemas.openxmlformats.org/officeDocument/2006/relationships/image" Target="../media/image111.png"/><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image" Target="../media/image110.png"/><Relationship Id="rId5" Type="http://schemas.openxmlformats.org/officeDocument/2006/relationships/image" Target="../media/image109.png"/><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6" name="Rectangle 2">
            <a:extLst>
              <a:ext uri="{FF2B5EF4-FFF2-40B4-BE49-F238E27FC236}">
                <a16:creationId xmlns:a16="http://schemas.microsoft.com/office/drawing/2014/main" id="{D9F6A5CB-4E80-444A-A3EF-AA611D94DEC4}"/>
              </a:ext>
            </a:extLst>
          </p:cNvPr>
          <p:cNvSpPr>
            <a:spLocks noGrp="1" noChangeArrowheads="1"/>
          </p:cNvSpPr>
          <p:nvPr>
            <p:ph type="ctrTitle"/>
          </p:nvPr>
        </p:nvSpPr>
        <p:spPr>
          <a:xfrm>
            <a:off x="279400" y="1828800"/>
            <a:ext cx="8534400" cy="990600"/>
          </a:xfrm>
        </p:spPr>
        <p:txBody>
          <a:bodyPr/>
          <a:lstStyle/>
          <a:p>
            <a:pPr>
              <a:defRPr/>
            </a:pPr>
            <a:br>
              <a:rPr lang="en-US" sz="2800" dirty="0">
                <a:solidFill>
                  <a:schemeClr val="tx1"/>
                </a:solidFill>
              </a:rPr>
            </a:br>
            <a:br>
              <a:rPr lang="en-US" sz="2800" dirty="0">
                <a:solidFill>
                  <a:schemeClr val="tx1"/>
                </a:solidFill>
              </a:rPr>
            </a:br>
            <a:r>
              <a:rPr lang="en-US" sz="2800" i="1" dirty="0">
                <a:solidFill>
                  <a:schemeClr val="accent6">
                    <a:lumMod val="50000"/>
                  </a:schemeClr>
                </a:solidFill>
              </a:rPr>
              <a:t>D200F Applications, Programs </a:t>
            </a:r>
            <a:br>
              <a:rPr lang="en-US" sz="2800" i="1" dirty="0">
                <a:solidFill>
                  <a:schemeClr val="accent6">
                    <a:lumMod val="50000"/>
                  </a:schemeClr>
                </a:solidFill>
              </a:rPr>
            </a:br>
            <a:r>
              <a:rPr lang="en-US" sz="2800" i="1" dirty="0">
                <a:solidFill>
                  <a:schemeClr val="accent6">
                    <a:lumMod val="50000"/>
                  </a:schemeClr>
                </a:solidFill>
              </a:rPr>
              <a:t>and Indentures</a:t>
            </a:r>
            <a:br>
              <a:rPr lang="en-US" sz="2000" dirty="0">
                <a:solidFill>
                  <a:schemeClr val="tx1"/>
                </a:solidFill>
              </a:rPr>
            </a:br>
            <a:endParaRPr lang="en-US" sz="2000" dirty="0">
              <a:solidFill>
                <a:schemeClr val="tx1"/>
              </a:solidFill>
            </a:endParaRPr>
          </a:p>
        </p:txBody>
      </p:sp>
      <p:sp>
        <p:nvSpPr>
          <p:cNvPr id="3077" name="Rectangle 3">
            <a:extLst>
              <a:ext uri="{FF2B5EF4-FFF2-40B4-BE49-F238E27FC236}">
                <a16:creationId xmlns:a16="http://schemas.microsoft.com/office/drawing/2014/main" id="{B67FAC32-D005-5D4F-8D44-E08B6BFB99DE}"/>
              </a:ext>
            </a:extLst>
          </p:cNvPr>
          <p:cNvSpPr>
            <a:spLocks noGrp="1" noChangeArrowheads="1"/>
          </p:cNvSpPr>
          <p:nvPr>
            <p:ph type="subTitle" idx="4294967295"/>
          </p:nvPr>
        </p:nvSpPr>
        <p:spPr>
          <a:xfrm>
            <a:off x="4724400" y="6108700"/>
            <a:ext cx="4394200" cy="635000"/>
          </a:xfrm>
        </p:spPr>
        <p:txBody>
          <a:bodyPr/>
          <a:lstStyle/>
          <a:p>
            <a:pPr marL="0" indent="0" algn="ctr">
              <a:buFont typeface="Wingdings" panose="05000000000000000000" pitchFamily="2" charset="2"/>
              <a:buNone/>
              <a:defRPr/>
            </a:pPr>
            <a:r>
              <a:rPr lang="en-US" sz="2000" b="1" i="1" dirty="0">
                <a:solidFill>
                  <a:schemeClr val="accent6">
                    <a:lumMod val="50000"/>
                  </a:schemeClr>
                </a:solidFill>
              </a:rPr>
              <a:t>August 2021</a:t>
            </a:r>
          </a:p>
        </p:txBody>
      </p:sp>
      <p:pic>
        <p:nvPicPr>
          <p:cNvPr id="9" name="Picture 20" descr="448TH SUPPLY CHAIN SUSTAINMENT WING COLOR_Transparentjun08">
            <a:extLst>
              <a:ext uri="{FF2B5EF4-FFF2-40B4-BE49-F238E27FC236}">
                <a16:creationId xmlns:a16="http://schemas.microsoft.com/office/drawing/2014/main" id="{E1438E43-F116-1036-F4F7-7C1A3A81421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591300" y="4019550"/>
            <a:ext cx="2141538" cy="2114550"/>
          </a:xfrm>
          <a:prstGeom prst="rect">
            <a:avLst/>
          </a:prstGeom>
          <a:noFill/>
          <a:ln>
            <a:noFill/>
          </a:ln>
          <a:effectLst>
            <a:outerShdw blurRad="292100" dist="139700" dir="2700000" algn="tl" rotWithShape="0">
              <a:srgbClr val="333333">
                <a:alpha val="6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3">
            <a:extLst>
              <a:ext uri="{FF2B5EF4-FFF2-40B4-BE49-F238E27FC236}">
                <a16:creationId xmlns:a16="http://schemas.microsoft.com/office/drawing/2014/main" id="{C17A463D-D9F0-D223-EC7F-D46AE8AAF3F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363" y="4019550"/>
            <a:ext cx="2263775" cy="2209800"/>
          </a:xfrm>
          <a:prstGeom prst="rect">
            <a:avLst/>
          </a:prstGeom>
          <a:noFill/>
          <a:ln>
            <a:noFill/>
          </a:ln>
          <a:effectLst>
            <a:outerShdw blurRad="292100" dist="139700" dir="2700000" algn="tl" rotWithShape="0">
              <a:srgbClr val="333333">
                <a:alpha val="6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Rectangle 3">
            <a:extLst>
              <a:ext uri="{FF2B5EF4-FFF2-40B4-BE49-F238E27FC236}">
                <a16:creationId xmlns:a16="http://schemas.microsoft.com/office/drawing/2014/main" id="{6B041A48-C2F0-E143-9842-5F32BCD11715}"/>
              </a:ext>
            </a:extLst>
          </p:cNvPr>
          <p:cNvSpPr>
            <a:spLocks noGrp="1" noChangeArrowheads="1"/>
          </p:cNvSpPr>
          <p:nvPr>
            <p:ph type="body" idx="1"/>
          </p:nvPr>
        </p:nvSpPr>
        <p:spPr>
          <a:xfrm>
            <a:off x="466725" y="1239838"/>
            <a:ext cx="8229600" cy="1146175"/>
          </a:xfrm>
        </p:spPr>
        <p:txBody>
          <a:bodyPr/>
          <a:lstStyle/>
          <a:p>
            <a:pPr marL="0" indent="0" algn="ctr" eaLnBrk="1" hangingPunct="1">
              <a:buFontTx/>
              <a:buNone/>
              <a:tabLst>
                <a:tab pos="280988" algn="l"/>
              </a:tabLst>
              <a:defRPr/>
            </a:pPr>
            <a:r>
              <a:rPr lang="en-US" altLang="en-US" dirty="0"/>
              <a:t> </a:t>
            </a:r>
            <a:r>
              <a:rPr lang="en-US" altLang="en-US" b="1" dirty="0">
                <a:latin typeface="+mj-lt"/>
              </a:rPr>
              <a:t>D200F Applications, Programs</a:t>
            </a:r>
          </a:p>
          <a:p>
            <a:pPr marL="0" indent="0" algn="ctr" eaLnBrk="1" hangingPunct="1">
              <a:buFontTx/>
              <a:buNone/>
              <a:tabLst>
                <a:tab pos="280988" algn="l"/>
              </a:tabLst>
              <a:defRPr/>
            </a:pPr>
            <a:r>
              <a:rPr lang="en-US" altLang="en-US" b="1" dirty="0">
                <a:latin typeface="+mj-lt"/>
              </a:rPr>
              <a:t> and Indentures</a:t>
            </a:r>
          </a:p>
          <a:p>
            <a:pPr marL="0" indent="0" eaLnBrk="1" hangingPunct="1">
              <a:tabLst>
                <a:tab pos="280988" algn="l"/>
              </a:tabLst>
              <a:defRPr/>
            </a:pPr>
            <a:endParaRPr lang="en-US" altLang="en-US" b="1" dirty="0">
              <a:latin typeface="STOMP_Sui Generis" pitchFamily="2" charset="0"/>
            </a:endParaRPr>
          </a:p>
          <a:p>
            <a:pPr marL="0" indent="0" eaLnBrk="1" hangingPunct="1">
              <a:buClr>
                <a:schemeClr val="bg2"/>
              </a:buClr>
              <a:buFontTx/>
              <a:buNone/>
              <a:tabLst>
                <a:tab pos="280988" algn="l"/>
              </a:tabLst>
              <a:defRPr/>
            </a:pPr>
            <a:endParaRPr lang="en-US" altLang="en-US" sz="1900" dirty="0"/>
          </a:p>
        </p:txBody>
      </p:sp>
      <p:sp>
        <p:nvSpPr>
          <p:cNvPr id="19458" name="TextBox 1">
            <a:extLst>
              <a:ext uri="{FF2B5EF4-FFF2-40B4-BE49-F238E27FC236}">
                <a16:creationId xmlns:a16="http://schemas.microsoft.com/office/drawing/2014/main" id="{ECCAD963-AA6E-9AC2-2081-FBB2A054F4E4}"/>
              </a:ext>
            </a:extLst>
          </p:cNvPr>
          <p:cNvSpPr txBox="1">
            <a:spLocks noChangeArrowheads="1"/>
          </p:cNvSpPr>
          <p:nvPr/>
        </p:nvSpPr>
        <p:spPr bwMode="auto">
          <a:xfrm>
            <a:off x="1298575" y="373063"/>
            <a:ext cx="6716713"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Welcome</a:t>
            </a:r>
          </a:p>
        </p:txBody>
      </p:sp>
      <p:sp>
        <p:nvSpPr>
          <p:cNvPr id="13" name="Rectangle 3">
            <a:extLst>
              <a:ext uri="{FF2B5EF4-FFF2-40B4-BE49-F238E27FC236}">
                <a16:creationId xmlns:a16="http://schemas.microsoft.com/office/drawing/2014/main" id="{54F6FCC8-1299-C345-AD9C-1F9C2B17A891}"/>
              </a:ext>
            </a:extLst>
          </p:cNvPr>
          <p:cNvSpPr txBox="1">
            <a:spLocks noChangeArrowheads="1"/>
          </p:cNvSpPr>
          <p:nvPr/>
        </p:nvSpPr>
        <p:spPr bwMode="auto">
          <a:xfrm>
            <a:off x="1298575" y="2593975"/>
            <a:ext cx="7031038" cy="1146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285750" indent="-285750" algn="l" rtl="0" eaLnBrk="0" fontAlgn="base" hangingPunct="0">
              <a:spcBef>
                <a:spcPct val="20000"/>
              </a:spcBef>
              <a:spcAft>
                <a:spcPct val="0"/>
              </a:spcAft>
              <a:buClr>
                <a:srgbClr val="151C77"/>
              </a:buClr>
              <a:buFont typeface="Wingdings" pitchFamily="2" charset="2"/>
              <a:buChar char="§"/>
              <a:defRPr sz="2800">
                <a:solidFill>
                  <a:schemeClr val="tx1"/>
                </a:solidFill>
                <a:latin typeface="+mn-lt"/>
                <a:ea typeface="+mn-ea"/>
                <a:cs typeface="+mn-cs"/>
              </a:defRPr>
            </a:lvl1pPr>
            <a:lvl2pPr marL="688975" indent="-282575" algn="l" rtl="0" eaLnBrk="0" fontAlgn="base" hangingPunct="0">
              <a:spcBef>
                <a:spcPct val="20000"/>
              </a:spcBef>
              <a:spcAft>
                <a:spcPct val="0"/>
              </a:spcAft>
              <a:buClr>
                <a:srgbClr val="151C77"/>
              </a:buClr>
              <a:buFont typeface="Arial" panose="020B0604020202020204" pitchFamily="34" charset="0"/>
              <a:buChar char="–"/>
              <a:defRPr sz="2400">
                <a:solidFill>
                  <a:schemeClr val="tx1"/>
                </a:solidFill>
                <a:latin typeface="+mn-lt"/>
              </a:defRPr>
            </a:lvl2pPr>
            <a:lvl3pPr marL="1027113" indent="-223838" algn="l" rtl="0" eaLnBrk="0" fontAlgn="base" hangingPunct="0">
              <a:spcBef>
                <a:spcPct val="20000"/>
              </a:spcBef>
              <a:spcAft>
                <a:spcPct val="0"/>
              </a:spcAft>
              <a:buClr>
                <a:srgbClr val="151C77"/>
              </a:buClr>
              <a:buFont typeface="Wingdings" pitchFamily="2" charset="2"/>
              <a:buChar char="§"/>
              <a:defRPr sz="2000">
                <a:solidFill>
                  <a:schemeClr val="tx1"/>
                </a:solidFill>
                <a:latin typeface="+mn-lt"/>
              </a:defRPr>
            </a:lvl3pPr>
            <a:lvl4pPr marL="16002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5pPr>
            <a:lvl6pPr marL="25146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6pPr>
            <a:lvl7pPr marL="29718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7pPr>
            <a:lvl8pPr marL="34290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8pPr>
            <a:lvl9pPr marL="3886200" indent="-228600" algn="l" rtl="0" eaLnBrk="0" fontAlgn="base" hangingPunct="0">
              <a:spcBef>
                <a:spcPct val="20000"/>
              </a:spcBef>
              <a:spcAft>
                <a:spcPct val="0"/>
              </a:spcAft>
              <a:buClr>
                <a:srgbClr val="003399"/>
              </a:buClr>
              <a:buSzPct val="80000"/>
              <a:buFont typeface="Wingdings" pitchFamily="2" charset="2"/>
              <a:buChar char="n"/>
              <a:defRPr sz="2000">
                <a:solidFill>
                  <a:schemeClr val="tx1"/>
                </a:solidFill>
                <a:latin typeface="+mn-lt"/>
              </a:defRPr>
            </a:lvl9pPr>
          </a:lstStyle>
          <a:p>
            <a:pPr marL="0" indent="0" algn="ctr" eaLnBrk="1" hangingPunct="1">
              <a:buFontTx/>
              <a:buNone/>
              <a:tabLst>
                <a:tab pos="280988" algn="l"/>
              </a:tabLst>
              <a:defRPr/>
            </a:pPr>
            <a:r>
              <a:rPr lang="en-US" altLang="en-US" kern="0" dirty="0">
                <a:latin typeface="+mj-lt"/>
              </a:rPr>
              <a:t>Online Delivery</a:t>
            </a:r>
          </a:p>
          <a:p>
            <a:pPr marL="0" indent="0" algn="ctr" eaLnBrk="1" hangingPunct="1">
              <a:buFontTx/>
              <a:buNone/>
              <a:tabLst>
                <a:tab pos="280988" algn="l"/>
              </a:tabLst>
              <a:defRPr/>
            </a:pPr>
            <a:r>
              <a:rPr lang="en-US" altLang="en-US" kern="0" dirty="0">
                <a:latin typeface="+mj-lt"/>
              </a:rPr>
              <a:t>Daily Schedule</a:t>
            </a:r>
          </a:p>
          <a:p>
            <a:pPr marL="0" indent="0" algn="ctr" eaLnBrk="1" hangingPunct="1">
              <a:buFontTx/>
              <a:buNone/>
              <a:tabLst>
                <a:tab pos="280988" algn="l"/>
              </a:tabLst>
              <a:defRPr/>
            </a:pPr>
            <a:r>
              <a:rPr lang="en-US" altLang="en-US" kern="0" dirty="0">
                <a:latin typeface="+mj-lt"/>
              </a:rPr>
              <a:t>Breaks</a:t>
            </a:r>
          </a:p>
          <a:p>
            <a:pPr marL="0" indent="0" algn="ctr" eaLnBrk="1" hangingPunct="1">
              <a:buFontTx/>
              <a:buNone/>
              <a:tabLst>
                <a:tab pos="280988" algn="l"/>
              </a:tabLst>
              <a:defRPr/>
            </a:pPr>
            <a:r>
              <a:rPr lang="en-US" altLang="en-US" kern="0" dirty="0">
                <a:latin typeface="+mj-lt"/>
              </a:rPr>
              <a:t>Assignments</a:t>
            </a:r>
          </a:p>
          <a:p>
            <a:pPr marL="0" indent="0" algn="ctr" eaLnBrk="1" hangingPunct="1">
              <a:buFontTx/>
              <a:buNone/>
              <a:tabLst>
                <a:tab pos="280988" algn="l"/>
              </a:tabLst>
              <a:defRPr/>
            </a:pPr>
            <a:r>
              <a:rPr lang="en-US" altLang="en-US" kern="0" dirty="0">
                <a:latin typeface="+mj-lt"/>
              </a:rPr>
              <a:t>Quiz</a:t>
            </a:r>
          </a:p>
          <a:p>
            <a:pPr marL="0" indent="0" eaLnBrk="1" hangingPunct="1">
              <a:tabLst>
                <a:tab pos="280988" algn="l"/>
              </a:tabLst>
              <a:defRPr/>
            </a:pPr>
            <a:endParaRPr lang="en-US" altLang="en-US" kern="0" dirty="0">
              <a:latin typeface="STOMP_Sui Generis" pitchFamily="2" charset="0"/>
            </a:endParaRPr>
          </a:p>
          <a:p>
            <a:pPr marL="0" indent="0" eaLnBrk="1" hangingPunct="1">
              <a:buClr>
                <a:schemeClr val="bg2"/>
              </a:buClr>
              <a:buFontTx/>
              <a:buNone/>
              <a:tabLst>
                <a:tab pos="280988" algn="l"/>
              </a:tabLst>
              <a:defRPr/>
            </a:pPr>
            <a:endParaRPr lang="en-US" altLang="en-US" sz="1900" kern="0" dirty="0"/>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1" name="Rectangle 10">
            <a:extLst>
              <a:ext uri="{FF2B5EF4-FFF2-40B4-BE49-F238E27FC236}">
                <a16:creationId xmlns:a16="http://schemas.microsoft.com/office/drawing/2014/main" id="{D6C1D6EC-148C-9AE3-EAD5-F36EB193F68C}"/>
              </a:ext>
            </a:extLst>
          </p:cNvPr>
          <p:cNvSpPr>
            <a:spLocks noChangeArrowheads="1"/>
          </p:cNvSpPr>
          <p:nvPr/>
        </p:nvSpPr>
        <p:spPr bwMode="auto">
          <a:xfrm>
            <a:off x="412750" y="1060450"/>
            <a:ext cx="8367713" cy="56276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200" b="1"/>
              <a:t>Module 1 – Introduction to API</a:t>
            </a:r>
          </a:p>
          <a:p>
            <a:pPr eaLnBrk="1" hangingPunct="1">
              <a:buClr>
                <a:schemeClr val="bg2"/>
              </a:buClr>
              <a:buFontTx/>
              <a:buNone/>
            </a:pPr>
            <a:endParaRPr lang="en-US" altLang="en-US" sz="2200" b="1"/>
          </a:p>
          <a:p>
            <a:pPr eaLnBrk="1" hangingPunct="1">
              <a:buClr>
                <a:schemeClr val="bg2"/>
              </a:buClr>
              <a:buFontTx/>
              <a:buNone/>
            </a:pPr>
            <a:endParaRPr lang="en-US" altLang="en-US" sz="2200" b="1"/>
          </a:p>
          <a:p>
            <a:pPr eaLnBrk="1" hangingPunct="1">
              <a:buClr>
                <a:schemeClr val="bg2"/>
              </a:buClr>
              <a:buFontTx/>
              <a:buNone/>
            </a:pPr>
            <a:endParaRPr lang="en-US" altLang="en-US" sz="2200" b="1"/>
          </a:p>
          <a:p>
            <a:pPr eaLnBrk="1" hangingPunct="1">
              <a:buClr>
                <a:schemeClr val="bg2"/>
              </a:buClr>
              <a:buFontTx/>
              <a:buNone/>
            </a:pPr>
            <a:r>
              <a:rPr lang="en-US" altLang="en-US" sz="1200" b="1"/>
              <a:t>  </a:t>
            </a:r>
          </a:p>
          <a:p>
            <a:pPr eaLnBrk="1" hangingPunct="1">
              <a:buClr>
                <a:schemeClr val="bg2"/>
              </a:buClr>
              <a:buFontTx/>
              <a:buNone/>
            </a:pPr>
            <a:r>
              <a:rPr lang="en-US" altLang="en-US" sz="2200" b="1"/>
              <a:t>Module 2 – Terms and Definitions</a:t>
            </a:r>
          </a:p>
          <a:p>
            <a:pPr eaLnBrk="1" hangingPunct="1">
              <a:buClr>
                <a:schemeClr val="bg2"/>
              </a:buClr>
              <a:buFontTx/>
              <a:buNone/>
            </a:pPr>
            <a:endParaRPr lang="en-US" altLang="en-US" sz="1200" b="1"/>
          </a:p>
          <a:p>
            <a:pPr eaLnBrk="1" hangingPunct="1">
              <a:buClr>
                <a:schemeClr val="bg2"/>
              </a:buClr>
              <a:buFontTx/>
              <a:buNone/>
            </a:pPr>
            <a:r>
              <a:rPr lang="en-US" altLang="en-US" sz="2200" b="1"/>
              <a:t>  </a:t>
            </a:r>
          </a:p>
          <a:p>
            <a:pPr eaLnBrk="1" hangingPunct="1">
              <a:buClr>
                <a:schemeClr val="bg2"/>
              </a:buClr>
              <a:buFontTx/>
              <a:buNone/>
            </a:pPr>
            <a:r>
              <a:rPr lang="en-US" altLang="en-US" sz="2200" b="1"/>
              <a:t>Module 3 – Applications, Programs, and Indentures</a:t>
            </a:r>
          </a:p>
          <a:p>
            <a:pPr eaLnBrk="1" hangingPunct="1">
              <a:buClr>
                <a:schemeClr val="bg2"/>
              </a:buClr>
              <a:buFontTx/>
              <a:buNone/>
            </a:pPr>
            <a:endParaRPr lang="en-US" altLang="en-US" sz="2200" b="1"/>
          </a:p>
          <a:p>
            <a:pPr eaLnBrk="1" hangingPunct="1">
              <a:buClr>
                <a:schemeClr val="bg2"/>
              </a:buClr>
              <a:buFontTx/>
              <a:buNone/>
            </a:pPr>
            <a:endParaRPr lang="en-US" altLang="en-US" sz="2200" b="1"/>
          </a:p>
          <a:p>
            <a:pPr eaLnBrk="1" hangingPunct="1">
              <a:buClr>
                <a:schemeClr val="bg2"/>
              </a:buClr>
              <a:buFontTx/>
              <a:buNone/>
            </a:pPr>
            <a:r>
              <a:rPr lang="en-US" altLang="en-US" sz="1200" b="1"/>
              <a:t>    </a:t>
            </a:r>
          </a:p>
          <a:p>
            <a:pPr eaLnBrk="1" hangingPunct="1">
              <a:buClr>
                <a:schemeClr val="bg2"/>
              </a:buClr>
              <a:buFontTx/>
              <a:buNone/>
            </a:pPr>
            <a:r>
              <a:rPr lang="en-US" altLang="en-US" sz="2200" b="1"/>
              <a:t>Module 4 – API Subsystem</a:t>
            </a:r>
          </a:p>
        </p:txBody>
      </p:sp>
      <p:sp>
        <p:nvSpPr>
          <p:cNvPr id="20482" name="Text Box 3">
            <a:extLst>
              <a:ext uri="{FF2B5EF4-FFF2-40B4-BE49-F238E27FC236}">
                <a16:creationId xmlns:a16="http://schemas.microsoft.com/office/drawing/2014/main" id="{242171E7-B454-3559-0310-0F95F561F9D0}"/>
              </a:ext>
            </a:extLst>
          </p:cNvPr>
          <p:cNvSpPr txBox="1">
            <a:spLocks noChangeArrowheads="1"/>
          </p:cNvSpPr>
          <p:nvPr/>
        </p:nvSpPr>
        <p:spPr bwMode="auto">
          <a:xfrm>
            <a:off x="8709025" y="6654800"/>
            <a:ext cx="2682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6F40B4F-C1E6-4F07-999D-6AB90EFB5151}" type="slidenum">
              <a:rPr lang="en-US" altLang="en-US" sz="1200" b="1">
                <a:solidFill>
                  <a:srgbClr val="1C1C1C"/>
                </a:solidFill>
              </a:rPr>
              <a:pPr eaLnBrk="1" hangingPunct="1">
                <a:spcBef>
                  <a:spcPct val="0"/>
                </a:spcBef>
                <a:buClrTx/>
                <a:buFontTx/>
                <a:buNone/>
              </a:pPr>
              <a:t>3</a:t>
            </a:fld>
            <a:endParaRPr lang="en-US" altLang="en-US" sz="1200" b="1">
              <a:solidFill>
                <a:srgbClr val="1C1C1C"/>
              </a:solidFill>
            </a:endParaRPr>
          </a:p>
        </p:txBody>
      </p:sp>
      <p:sp>
        <p:nvSpPr>
          <p:cNvPr id="20483" name="Rectangle 11">
            <a:extLst>
              <a:ext uri="{FF2B5EF4-FFF2-40B4-BE49-F238E27FC236}">
                <a16:creationId xmlns:a16="http://schemas.microsoft.com/office/drawing/2014/main" id="{34EAE4B5-39F1-1054-14D4-4290414A13D1}"/>
              </a:ext>
            </a:extLst>
          </p:cNvPr>
          <p:cNvSpPr>
            <a:spLocks noChangeArrowheads="1"/>
          </p:cNvSpPr>
          <p:nvPr/>
        </p:nvSpPr>
        <p:spPr bwMode="auto">
          <a:xfrm>
            <a:off x="1143000" y="1160463"/>
            <a:ext cx="6515100" cy="1524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endParaRPr lang="en-US" altLang="en-US" sz="2000"/>
          </a:p>
          <a:p>
            <a:pPr eaLnBrk="1" hangingPunct="1">
              <a:buClr>
                <a:schemeClr val="bg2"/>
              </a:buClr>
              <a:buFontTx/>
              <a:buChar char="•"/>
            </a:pPr>
            <a:r>
              <a:rPr lang="en-US" altLang="en-US" sz="2000"/>
              <a:t> Introduces RMS and API systems</a:t>
            </a:r>
          </a:p>
          <a:p>
            <a:pPr eaLnBrk="1" hangingPunct="1">
              <a:buClr>
                <a:schemeClr val="bg2"/>
              </a:buClr>
              <a:buFontTx/>
              <a:buChar char="•"/>
            </a:pPr>
            <a:r>
              <a:rPr lang="en-US" altLang="en-US" sz="2000"/>
              <a:t> Configuration management </a:t>
            </a:r>
          </a:p>
          <a:p>
            <a:pPr eaLnBrk="1" hangingPunct="1">
              <a:buClr>
                <a:schemeClr val="bg2"/>
              </a:buClr>
              <a:buFontTx/>
              <a:buChar char="•"/>
            </a:pPr>
            <a:r>
              <a:rPr lang="en-US" altLang="en-US" sz="2000"/>
              <a:t> Interchangeability and Substitutability</a:t>
            </a:r>
          </a:p>
          <a:p>
            <a:pPr eaLnBrk="1" hangingPunct="1">
              <a:buClr>
                <a:schemeClr val="bg2"/>
              </a:buClr>
              <a:buFontTx/>
              <a:buNone/>
            </a:pPr>
            <a:endParaRPr lang="en-US" altLang="en-US" sz="2000"/>
          </a:p>
        </p:txBody>
      </p:sp>
      <p:sp>
        <p:nvSpPr>
          <p:cNvPr id="20484" name="Rectangle 12">
            <a:extLst>
              <a:ext uri="{FF2B5EF4-FFF2-40B4-BE49-F238E27FC236}">
                <a16:creationId xmlns:a16="http://schemas.microsoft.com/office/drawing/2014/main" id="{0FBAA989-4956-5C40-8596-4DE925C564DF}"/>
              </a:ext>
            </a:extLst>
          </p:cNvPr>
          <p:cNvSpPr>
            <a:spLocks noChangeArrowheads="1"/>
          </p:cNvSpPr>
          <p:nvPr/>
        </p:nvSpPr>
        <p:spPr bwMode="auto">
          <a:xfrm>
            <a:off x="1143000" y="2909888"/>
            <a:ext cx="6515100" cy="91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endParaRPr lang="en-US" altLang="en-US" sz="2000"/>
          </a:p>
          <a:p>
            <a:pPr eaLnBrk="1" hangingPunct="1">
              <a:buClr>
                <a:schemeClr val="bg2"/>
              </a:buClr>
              <a:buFontTx/>
              <a:buChar char="•"/>
            </a:pPr>
            <a:r>
              <a:rPr lang="en-US" altLang="en-US" sz="2000"/>
              <a:t> Secondary items, ERRC codes, and NSNs</a:t>
            </a:r>
          </a:p>
        </p:txBody>
      </p:sp>
      <p:sp>
        <p:nvSpPr>
          <p:cNvPr id="20485" name="Rectangle 13">
            <a:extLst>
              <a:ext uri="{FF2B5EF4-FFF2-40B4-BE49-F238E27FC236}">
                <a16:creationId xmlns:a16="http://schemas.microsoft.com/office/drawing/2014/main" id="{8E696945-62A7-231A-5F08-07646A55A2FE}"/>
              </a:ext>
            </a:extLst>
          </p:cNvPr>
          <p:cNvSpPr>
            <a:spLocks noChangeArrowheads="1"/>
          </p:cNvSpPr>
          <p:nvPr/>
        </p:nvSpPr>
        <p:spPr bwMode="auto">
          <a:xfrm>
            <a:off x="1143000" y="3917950"/>
            <a:ext cx="65151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endParaRPr lang="en-US" altLang="en-US" sz="2000"/>
          </a:p>
          <a:p>
            <a:pPr eaLnBrk="1" hangingPunct="1">
              <a:buClr>
                <a:schemeClr val="bg2"/>
              </a:buClr>
              <a:buFontTx/>
              <a:buChar char="•"/>
            </a:pPr>
            <a:r>
              <a:rPr lang="en-US" altLang="en-US" sz="2000"/>
              <a:t> Applications, Programs, and Indentures</a:t>
            </a:r>
          </a:p>
          <a:p>
            <a:pPr eaLnBrk="1" hangingPunct="1">
              <a:buClr>
                <a:schemeClr val="bg2"/>
              </a:buClr>
              <a:buFontTx/>
              <a:buChar char="•"/>
            </a:pPr>
            <a:r>
              <a:rPr lang="en-US" altLang="en-US" sz="2000"/>
              <a:t> Illustrated Parts Breakdown (IPB)</a:t>
            </a:r>
          </a:p>
        </p:txBody>
      </p:sp>
      <p:sp>
        <p:nvSpPr>
          <p:cNvPr id="20486" name="Rectangle 14">
            <a:extLst>
              <a:ext uri="{FF2B5EF4-FFF2-40B4-BE49-F238E27FC236}">
                <a16:creationId xmlns:a16="http://schemas.microsoft.com/office/drawing/2014/main" id="{8BB0B77A-B27E-4DFC-C52B-D7DB231E595F}"/>
              </a:ext>
            </a:extLst>
          </p:cNvPr>
          <p:cNvSpPr>
            <a:spLocks noChangeArrowheads="1"/>
          </p:cNvSpPr>
          <p:nvPr/>
        </p:nvSpPr>
        <p:spPr bwMode="auto">
          <a:xfrm>
            <a:off x="1143000" y="5300663"/>
            <a:ext cx="7543800" cy="124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endParaRPr lang="en-US" altLang="en-US" sz="2000"/>
          </a:p>
          <a:p>
            <a:pPr eaLnBrk="1" hangingPunct="1">
              <a:buClr>
                <a:schemeClr val="bg2"/>
              </a:buClr>
              <a:buFontTx/>
              <a:buChar char="•"/>
            </a:pPr>
            <a:r>
              <a:rPr lang="en-US" altLang="en-US" sz="2000"/>
              <a:t> API subsystem</a:t>
            </a:r>
          </a:p>
          <a:p>
            <a:pPr eaLnBrk="1" hangingPunct="1">
              <a:buClr>
                <a:schemeClr val="bg2"/>
              </a:buClr>
              <a:buFontTx/>
              <a:buChar char="•"/>
            </a:pPr>
            <a:r>
              <a:rPr lang="en-US" altLang="en-US" sz="2000"/>
              <a:t> Data elements, indenture formulas, and file maintenance</a:t>
            </a:r>
          </a:p>
        </p:txBody>
      </p:sp>
      <p:sp>
        <p:nvSpPr>
          <p:cNvPr id="20487" name="TextBox 1">
            <a:extLst>
              <a:ext uri="{FF2B5EF4-FFF2-40B4-BE49-F238E27FC236}">
                <a16:creationId xmlns:a16="http://schemas.microsoft.com/office/drawing/2014/main" id="{F8C522DE-5B81-5080-440E-A5C9124B32A1}"/>
              </a:ext>
            </a:extLst>
          </p:cNvPr>
          <p:cNvSpPr txBox="1">
            <a:spLocks noChangeArrowheads="1"/>
          </p:cNvSpPr>
          <p:nvPr/>
        </p:nvSpPr>
        <p:spPr bwMode="auto">
          <a:xfrm>
            <a:off x="1377950" y="338138"/>
            <a:ext cx="6648450" cy="585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Course Overview</a:t>
            </a: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9" name="Rectangle 2">
            <a:extLst>
              <a:ext uri="{FF2B5EF4-FFF2-40B4-BE49-F238E27FC236}">
                <a16:creationId xmlns:a16="http://schemas.microsoft.com/office/drawing/2014/main" id="{C41C9FEE-D171-BAE1-28B6-3DCE1FC9D60B}"/>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22530" name="Text Box 3">
            <a:extLst>
              <a:ext uri="{FF2B5EF4-FFF2-40B4-BE49-F238E27FC236}">
                <a16:creationId xmlns:a16="http://schemas.microsoft.com/office/drawing/2014/main" id="{6B5AD238-D8F5-7035-C13A-A26272271EDD}"/>
              </a:ext>
            </a:extLst>
          </p:cNvPr>
          <p:cNvSpPr txBox="1">
            <a:spLocks noChangeArrowheads="1"/>
          </p:cNvSpPr>
          <p:nvPr/>
        </p:nvSpPr>
        <p:spPr bwMode="auto">
          <a:xfrm>
            <a:off x="8709025" y="6654800"/>
            <a:ext cx="2682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EB57AE7-3DA7-46F2-B422-9AEC5B800B50}" type="slidenum">
              <a:rPr lang="en-US" altLang="en-US" sz="1200" b="1">
                <a:solidFill>
                  <a:srgbClr val="1C1C1C"/>
                </a:solidFill>
              </a:rPr>
              <a:pPr eaLnBrk="1" hangingPunct="1">
                <a:spcBef>
                  <a:spcPct val="0"/>
                </a:spcBef>
                <a:buClrTx/>
                <a:buFontTx/>
                <a:buNone/>
              </a:pPr>
              <a:t>4</a:t>
            </a:fld>
            <a:endParaRPr lang="en-US" altLang="en-US" sz="1200" b="1">
              <a:solidFill>
                <a:srgbClr val="1C1C1C"/>
              </a:solidFill>
            </a:endParaRPr>
          </a:p>
        </p:txBody>
      </p:sp>
      <p:sp>
        <p:nvSpPr>
          <p:cNvPr id="22531" name="Rectangle 7">
            <a:extLst>
              <a:ext uri="{FF2B5EF4-FFF2-40B4-BE49-F238E27FC236}">
                <a16:creationId xmlns:a16="http://schemas.microsoft.com/office/drawing/2014/main" id="{C5B1C266-826E-CAB1-B72D-B92CDB3735C0}"/>
              </a:ext>
            </a:extLst>
          </p:cNvPr>
          <p:cNvSpPr>
            <a:spLocks noChangeArrowheads="1"/>
          </p:cNvSpPr>
          <p:nvPr/>
        </p:nvSpPr>
        <p:spPr bwMode="auto">
          <a:xfrm>
            <a:off x="371475" y="1376363"/>
            <a:ext cx="8337550" cy="46466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i="1" dirty="0">
                <a:solidFill>
                  <a:srgbClr val="0070C0"/>
                </a:solidFill>
              </a:rPr>
              <a:t>NOTE:  D200F API is the database that houses our indenture structures and application records used in requirements computations.</a:t>
            </a:r>
          </a:p>
          <a:p>
            <a:pPr algn="ctr" eaLnBrk="1" hangingPunct="1">
              <a:buClr>
                <a:schemeClr val="bg2"/>
              </a:buClr>
              <a:buFontTx/>
              <a:buNone/>
            </a:pPr>
            <a:endParaRPr lang="en-US" altLang="en-US" b="1" i="1" dirty="0">
              <a:solidFill>
                <a:srgbClr val="0070C0"/>
              </a:solidFill>
            </a:endParaRPr>
          </a:p>
          <a:p>
            <a:pPr algn="ctr" eaLnBrk="1" hangingPunct="1">
              <a:buClr>
                <a:schemeClr val="bg2"/>
              </a:buClr>
              <a:buFontTx/>
              <a:buNone/>
            </a:pPr>
            <a:r>
              <a:rPr lang="en-US" altLang="en-US" b="1" i="1" dirty="0">
                <a:solidFill>
                  <a:srgbClr val="0070C0"/>
                </a:solidFill>
              </a:rPr>
              <a:t>SPM is used to handle requirements computations.  For the foreseeable future, API will be maintained and will supply data to SPM via ODS.</a:t>
            </a:r>
          </a:p>
        </p:txBody>
      </p:sp>
      <p:sp>
        <p:nvSpPr>
          <p:cNvPr id="22532" name="TextBox 4">
            <a:extLst>
              <a:ext uri="{FF2B5EF4-FFF2-40B4-BE49-F238E27FC236}">
                <a16:creationId xmlns:a16="http://schemas.microsoft.com/office/drawing/2014/main" id="{D759BAB5-1EAB-0F43-1AC9-812A83FA9AA9}"/>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7" name="Rectangle 2">
            <a:extLst>
              <a:ext uri="{FF2B5EF4-FFF2-40B4-BE49-F238E27FC236}">
                <a16:creationId xmlns:a16="http://schemas.microsoft.com/office/drawing/2014/main" id="{1595CDBD-3DAE-D246-F335-AC4899D06CB6}"/>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24578" name="Text Box 3">
            <a:extLst>
              <a:ext uri="{FF2B5EF4-FFF2-40B4-BE49-F238E27FC236}">
                <a16:creationId xmlns:a16="http://schemas.microsoft.com/office/drawing/2014/main" id="{C571A1CB-69B1-8B7D-557C-7137A9DD44FE}"/>
              </a:ext>
            </a:extLst>
          </p:cNvPr>
          <p:cNvSpPr txBox="1">
            <a:spLocks noChangeArrowheads="1"/>
          </p:cNvSpPr>
          <p:nvPr/>
        </p:nvSpPr>
        <p:spPr bwMode="auto">
          <a:xfrm>
            <a:off x="8709025" y="6654800"/>
            <a:ext cx="2682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BD3FE61-225E-4176-96F5-0CC830E58B55}" type="slidenum">
              <a:rPr lang="en-US" altLang="en-US" sz="1200" b="1">
                <a:solidFill>
                  <a:srgbClr val="1C1C1C"/>
                </a:solidFill>
              </a:rPr>
              <a:pPr eaLnBrk="1" hangingPunct="1">
                <a:spcBef>
                  <a:spcPct val="0"/>
                </a:spcBef>
                <a:buClrTx/>
                <a:buFontTx/>
                <a:buNone/>
              </a:pPr>
              <a:t>5</a:t>
            </a:fld>
            <a:endParaRPr lang="en-US" altLang="en-US" sz="1200" b="1">
              <a:solidFill>
                <a:srgbClr val="1C1C1C"/>
              </a:solidFill>
            </a:endParaRPr>
          </a:p>
        </p:txBody>
      </p:sp>
      <p:sp>
        <p:nvSpPr>
          <p:cNvPr id="24579" name="Rectangle 7">
            <a:extLst>
              <a:ext uri="{FF2B5EF4-FFF2-40B4-BE49-F238E27FC236}">
                <a16:creationId xmlns:a16="http://schemas.microsoft.com/office/drawing/2014/main" id="{D25B66FC-5D5C-D8C6-E0BD-33E7DA1D8A19}"/>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2400" b="1"/>
              <a:t>Lesson 1a</a:t>
            </a:r>
          </a:p>
          <a:p>
            <a:pPr algn="ctr" eaLnBrk="1" hangingPunct="1">
              <a:buClr>
                <a:schemeClr val="bg2"/>
              </a:buClr>
              <a:buFontTx/>
              <a:buNone/>
            </a:pPr>
            <a:endParaRPr lang="en-US" altLang="en-US" sz="2400" b="1"/>
          </a:p>
          <a:p>
            <a:pPr algn="ctr" eaLnBrk="1" hangingPunct="1">
              <a:buClr>
                <a:schemeClr val="bg2"/>
              </a:buClr>
              <a:buFontTx/>
              <a:buNone/>
            </a:pPr>
            <a:r>
              <a:rPr lang="en-US" altLang="en-US" b="1"/>
              <a:t>D200 Requirements Management System (RMS)</a:t>
            </a:r>
            <a:endParaRPr lang="en-US" altLang="en-US" b="1">
              <a:solidFill>
                <a:schemeClr val="bg2"/>
              </a:solidFill>
            </a:endParaRPr>
          </a:p>
        </p:txBody>
      </p:sp>
      <p:sp>
        <p:nvSpPr>
          <p:cNvPr id="24580" name="TextBox 4">
            <a:extLst>
              <a:ext uri="{FF2B5EF4-FFF2-40B4-BE49-F238E27FC236}">
                <a16:creationId xmlns:a16="http://schemas.microsoft.com/office/drawing/2014/main" id="{3C113C43-F05A-4E0E-5ADE-8F5071E7A5C4}"/>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5" name="Text Box 3">
            <a:extLst>
              <a:ext uri="{FF2B5EF4-FFF2-40B4-BE49-F238E27FC236}">
                <a16:creationId xmlns:a16="http://schemas.microsoft.com/office/drawing/2014/main" id="{6AC2A7DA-4E02-5421-E2A7-30369F5DD42F}"/>
              </a:ext>
            </a:extLst>
          </p:cNvPr>
          <p:cNvSpPr txBox="1">
            <a:spLocks noChangeArrowheads="1"/>
          </p:cNvSpPr>
          <p:nvPr/>
        </p:nvSpPr>
        <p:spPr bwMode="auto">
          <a:xfrm>
            <a:off x="8709025" y="6654800"/>
            <a:ext cx="2682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869BE0A-EF33-4965-9791-697DA8EB896E}" type="slidenum">
              <a:rPr lang="en-US" altLang="en-US" sz="1200" b="1">
                <a:solidFill>
                  <a:srgbClr val="1C1C1C"/>
                </a:solidFill>
              </a:rPr>
              <a:pPr eaLnBrk="1" hangingPunct="1">
                <a:spcBef>
                  <a:spcPct val="0"/>
                </a:spcBef>
                <a:buClrTx/>
                <a:buFontTx/>
                <a:buNone/>
              </a:pPr>
              <a:t>6</a:t>
            </a:fld>
            <a:endParaRPr lang="en-US" altLang="en-US" sz="1200" b="1">
              <a:solidFill>
                <a:srgbClr val="1C1C1C"/>
              </a:solidFill>
            </a:endParaRPr>
          </a:p>
        </p:txBody>
      </p:sp>
      <p:sp>
        <p:nvSpPr>
          <p:cNvPr id="26626" name="Rectangle 5">
            <a:extLst>
              <a:ext uri="{FF2B5EF4-FFF2-40B4-BE49-F238E27FC236}">
                <a16:creationId xmlns:a16="http://schemas.microsoft.com/office/drawing/2014/main" id="{81E8406A-3AAF-708B-2D15-7D5BD7A0BCEC}"/>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26627" name="Rectangle 6">
            <a:extLst>
              <a:ext uri="{FF2B5EF4-FFF2-40B4-BE49-F238E27FC236}">
                <a16:creationId xmlns:a16="http://schemas.microsoft.com/office/drawing/2014/main" id="{DB38FFBD-3B31-A76A-6242-3D3D91BB9CB8}"/>
              </a:ext>
            </a:extLst>
          </p:cNvPr>
          <p:cNvSpPr>
            <a:spLocks noChangeArrowheads="1"/>
          </p:cNvSpPr>
          <p:nvPr/>
        </p:nvSpPr>
        <p:spPr bwMode="auto">
          <a:xfrm>
            <a:off x="647700" y="146050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Explains who has responsibility for determining materiel requirements</a:t>
            </a:r>
          </a:p>
          <a:p>
            <a:pPr eaLnBrk="1" hangingPunct="1">
              <a:buClr>
                <a:schemeClr val="bg2"/>
              </a:buClr>
              <a:buFontTx/>
              <a:buNone/>
            </a:pPr>
            <a:endParaRPr lang="en-US" altLang="en-US" sz="2000"/>
          </a:p>
          <a:p>
            <a:pPr eaLnBrk="1" hangingPunct="1">
              <a:buClr>
                <a:schemeClr val="bg2"/>
              </a:buClr>
              <a:buFontTx/>
              <a:buChar char="•"/>
            </a:pPr>
            <a:r>
              <a:rPr lang="en-US" altLang="en-US" sz="2000"/>
              <a:t> Describes goal of AFMC when determining requirements</a:t>
            </a:r>
          </a:p>
          <a:p>
            <a:pPr eaLnBrk="1" hangingPunct="1">
              <a:buClr>
                <a:schemeClr val="bg2"/>
              </a:buClr>
              <a:buFontTx/>
              <a:buNone/>
            </a:pPr>
            <a:endParaRPr lang="en-US" altLang="en-US" sz="2000"/>
          </a:p>
          <a:p>
            <a:pPr eaLnBrk="1" hangingPunct="1">
              <a:buClr>
                <a:schemeClr val="bg2"/>
              </a:buClr>
              <a:buFontTx/>
              <a:buChar char="•"/>
            </a:pPr>
            <a:r>
              <a:rPr lang="en-US" altLang="en-US" sz="2000"/>
              <a:t> Explains purpose of requirements computations</a:t>
            </a:r>
          </a:p>
          <a:p>
            <a:pPr eaLnBrk="1" hangingPunct="1">
              <a:buClr>
                <a:schemeClr val="bg2"/>
              </a:buClr>
              <a:buFontTx/>
              <a:buNone/>
            </a:pPr>
            <a:endParaRPr lang="en-US" altLang="en-US" sz="2000"/>
          </a:p>
          <a:p>
            <a:pPr eaLnBrk="1" hangingPunct="1">
              <a:buClr>
                <a:schemeClr val="bg2"/>
              </a:buClr>
              <a:buFontTx/>
              <a:buChar char="•"/>
            </a:pPr>
            <a:r>
              <a:rPr lang="en-US" altLang="en-US" sz="2000"/>
              <a:t> Describes D200 RMS system and some subsystems, including API</a:t>
            </a:r>
          </a:p>
        </p:txBody>
      </p:sp>
      <p:sp>
        <p:nvSpPr>
          <p:cNvPr id="26628" name="TextBox 4">
            <a:extLst>
              <a:ext uri="{FF2B5EF4-FFF2-40B4-BE49-F238E27FC236}">
                <a16:creationId xmlns:a16="http://schemas.microsoft.com/office/drawing/2014/main" id="{AB4C8309-2F48-C8FB-5C54-8092DD70A12A}"/>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3" name="Rectangle 2">
            <a:extLst>
              <a:ext uri="{FF2B5EF4-FFF2-40B4-BE49-F238E27FC236}">
                <a16:creationId xmlns:a16="http://schemas.microsoft.com/office/drawing/2014/main" id="{DD434A4F-344C-DFF1-58A1-E7E2E48AFED0}"/>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28674" name="Text Box 3">
            <a:extLst>
              <a:ext uri="{FF2B5EF4-FFF2-40B4-BE49-F238E27FC236}">
                <a16:creationId xmlns:a16="http://schemas.microsoft.com/office/drawing/2014/main" id="{5887D33E-26CD-397D-AA38-04A089E36F96}"/>
              </a:ext>
            </a:extLst>
          </p:cNvPr>
          <p:cNvSpPr txBox="1">
            <a:spLocks noChangeArrowheads="1"/>
          </p:cNvSpPr>
          <p:nvPr/>
        </p:nvSpPr>
        <p:spPr bwMode="auto">
          <a:xfrm>
            <a:off x="8709025" y="6654800"/>
            <a:ext cx="2682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EB85619-6497-42F5-A204-2C5D54B2A73A}" type="slidenum">
              <a:rPr lang="en-US" altLang="en-US" sz="1200" b="1">
                <a:solidFill>
                  <a:srgbClr val="1C1C1C"/>
                </a:solidFill>
              </a:rPr>
              <a:pPr eaLnBrk="1" hangingPunct="1">
                <a:spcBef>
                  <a:spcPct val="0"/>
                </a:spcBef>
                <a:buClrTx/>
                <a:buFontTx/>
                <a:buNone/>
              </a:pPr>
              <a:t>7</a:t>
            </a:fld>
            <a:endParaRPr lang="en-US" altLang="en-US" sz="1200" b="1">
              <a:solidFill>
                <a:srgbClr val="1C1C1C"/>
              </a:solidFill>
            </a:endParaRPr>
          </a:p>
        </p:txBody>
      </p:sp>
      <p:sp>
        <p:nvSpPr>
          <p:cNvPr id="28675" name="Rectangle 6">
            <a:extLst>
              <a:ext uri="{FF2B5EF4-FFF2-40B4-BE49-F238E27FC236}">
                <a16:creationId xmlns:a16="http://schemas.microsoft.com/office/drawing/2014/main" id="{163605B5-A0D2-155A-E833-D27F658A8DC1}"/>
              </a:ext>
            </a:extLst>
          </p:cNvPr>
          <p:cNvSpPr>
            <a:spLocks noChangeArrowheads="1"/>
          </p:cNvSpPr>
          <p:nvPr/>
        </p:nvSpPr>
        <p:spPr bwMode="auto">
          <a:xfrm>
            <a:off x="3276600" y="882650"/>
            <a:ext cx="56388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2000"/>
          </a:p>
          <a:p>
            <a:pPr eaLnBrk="1" hangingPunct="1">
              <a:buClr>
                <a:schemeClr val="bg2"/>
              </a:buClr>
              <a:buFontTx/>
              <a:buChar char="•"/>
            </a:pPr>
            <a:r>
              <a:rPr lang="en-US" altLang="en-US" sz="1800"/>
              <a:t> AFMC d</a:t>
            </a:r>
            <a:r>
              <a:rPr lang="en-US" altLang="en-US" sz="2200"/>
              <a:t>etermines materiel requirements for AF assets</a:t>
            </a:r>
          </a:p>
          <a:p>
            <a:pPr eaLnBrk="1" hangingPunct="1">
              <a:buClr>
                <a:schemeClr val="bg2"/>
              </a:buClr>
              <a:buFontTx/>
              <a:buChar char="•"/>
            </a:pPr>
            <a:endParaRPr lang="en-US" altLang="en-US" sz="2200"/>
          </a:p>
          <a:p>
            <a:pPr eaLnBrk="1" hangingPunct="1">
              <a:buClr>
                <a:schemeClr val="bg2"/>
              </a:buClr>
              <a:buFontTx/>
              <a:buChar char="•"/>
            </a:pPr>
            <a:r>
              <a:rPr lang="en-US" altLang="en-US" sz="2200"/>
              <a:t> Requirement computation = identifying materiel needs and securing necessary assets</a:t>
            </a:r>
          </a:p>
          <a:p>
            <a:pPr eaLnBrk="1" hangingPunct="1">
              <a:buClr>
                <a:schemeClr val="bg2"/>
              </a:buClr>
              <a:buFontTx/>
              <a:buNone/>
            </a:pPr>
            <a:endParaRPr lang="en-US" altLang="en-US" sz="2200"/>
          </a:p>
          <a:p>
            <a:pPr eaLnBrk="1" hangingPunct="1">
              <a:buClr>
                <a:schemeClr val="bg2"/>
              </a:buClr>
              <a:buFontTx/>
              <a:buChar char="•"/>
            </a:pPr>
            <a:r>
              <a:rPr lang="en-US" altLang="en-US" sz="2200"/>
              <a:t> Goal of AFMC is to provide maximum supply 	support at minimum taxpayer cost	</a:t>
            </a:r>
          </a:p>
        </p:txBody>
      </p:sp>
      <p:pic>
        <p:nvPicPr>
          <p:cNvPr id="28676" name="Picture 7" descr="WR">
            <a:extLst>
              <a:ext uri="{FF2B5EF4-FFF2-40B4-BE49-F238E27FC236}">
                <a16:creationId xmlns:a16="http://schemas.microsoft.com/office/drawing/2014/main" id="{33975CE0-C892-A054-F347-ABD1655DCC9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752600" y="5118100"/>
            <a:ext cx="1306513" cy="1281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7" name="Picture 9" descr="AMARC">
            <a:extLst>
              <a:ext uri="{FF2B5EF4-FFF2-40B4-BE49-F238E27FC236}">
                <a16:creationId xmlns:a16="http://schemas.microsoft.com/office/drawing/2014/main" id="{A3B59EDA-8C70-3FE2-C383-24FAFE70AB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 y="3886200"/>
            <a:ext cx="1295400" cy="127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8" name="Picture 10" descr="OC">
            <a:extLst>
              <a:ext uri="{FF2B5EF4-FFF2-40B4-BE49-F238E27FC236}">
                <a16:creationId xmlns:a16="http://schemas.microsoft.com/office/drawing/2014/main" id="{1E02ACBA-2D43-14CE-D0AD-74E23D6CAC4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58950" y="3898900"/>
            <a:ext cx="1289050" cy="1263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79" name="Picture 11" descr="OO">
            <a:extLst>
              <a:ext uri="{FF2B5EF4-FFF2-40B4-BE49-F238E27FC236}">
                <a16:creationId xmlns:a16="http://schemas.microsoft.com/office/drawing/2014/main" id="{3A4C19FB-A1CD-955F-0A88-165CAEF1F7FF}"/>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7200" y="5127625"/>
            <a:ext cx="1298575" cy="127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8680" name="Picture 12" descr="AFMC">
            <a:extLst>
              <a:ext uri="{FF2B5EF4-FFF2-40B4-BE49-F238E27FC236}">
                <a16:creationId xmlns:a16="http://schemas.microsoft.com/office/drawing/2014/main" id="{03920A2D-7454-78D6-4E28-6C0B5067B5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04800" y="1293813"/>
            <a:ext cx="2514600" cy="2479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1" name="Rectangle 13">
            <a:extLst>
              <a:ext uri="{FF2B5EF4-FFF2-40B4-BE49-F238E27FC236}">
                <a16:creationId xmlns:a16="http://schemas.microsoft.com/office/drawing/2014/main" id="{8DD940D1-55E8-F08A-3927-50438E4695F8}"/>
              </a:ext>
            </a:extLst>
          </p:cNvPr>
          <p:cNvSpPr>
            <a:spLocks noChangeArrowheads="1"/>
          </p:cNvSpPr>
          <p:nvPr/>
        </p:nvSpPr>
        <p:spPr bwMode="auto">
          <a:xfrm>
            <a:off x="3276600" y="4673600"/>
            <a:ext cx="56388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2000"/>
          </a:p>
          <a:p>
            <a:pPr eaLnBrk="1" hangingPunct="1">
              <a:buClr>
                <a:schemeClr val="bg2"/>
              </a:buClr>
              <a:buFontTx/>
              <a:buChar char="•"/>
            </a:pPr>
            <a:r>
              <a:rPr lang="en-US" altLang="en-US" sz="1800"/>
              <a:t> </a:t>
            </a:r>
            <a:r>
              <a:rPr lang="en-US" altLang="en-US" sz="2200"/>
              <a:t>Reporting of usage, assets, and special conditions affecting requirements computations</a:t>
            </a:r>
          </a:p>
        </p:txBody>
      </p:sp>
      <p:sp>
        <p:nvSpPr>
          <p:cNvPr id="28682" name="TextBox 11">
            <a:extLst>
              <a:ext uri="{FF2B5EF4-FFF2-40B4-BE49-F238E27FC236}">
                <a16:creationId xmlns:a16="http://schemas.microsoft.com/office/drawing/2014/main" id="{B1672486-A768-F04D-5714-82A2FED6BF92}"/>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1" name="Rectangle 2">
            <a:extLst>
              <a:ext uri="{FF2B5EF4-FFF2-40B4-BE49-F238E27FC236}">
                <a16:creationId xmlns:a16="http://schemas.microsoft.com/office/drawing/2014/main" id="{B41A3302-910B-B274-09B5-49D6C197D9C6}"/>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30722" name="Text Box 3">
            <a:extLst>
              <a:ext uri="{FF2B5EF4-FFF2-40B4-BE49-F238E27FC236}">
                <a16:creationId xmlns:a16="http://schemas.microsoft.com/office/drawing/2014/main" id="{6580FFBB-2430-0274-6AB5-3025BBD6C628}"/>
              </a:ext>
            </a:extLst>
          </p:cNvPr>
          <p:cNvSpPr txBox="1">
            <a:spLocks noChangeArrowheads="1"/>
          </p:cNvSpPr>
          <p:nvPr/>
        </p:nvSpPr>
        <p:spPr bwMode="auto">
          <a:xfrm>
            <a:off x="8709025" y="6654800"/>
            <a:ext cx="2682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769EEE0-06C6-4548-B477-B5DEEA7EB1F0}" type="slidenum">
              <a:rPr lang="en-US" altLang="en-US" sz="1200" b="1">
                <a:solidFill>
                  <a:srgbClr val="1C1C1C"/>
                </a:solidFill>
              </a:rPr>
              <a:pPr eaLnBrk="1" hangingPunct="1">
                <a:spcBef>
                  <a:spcPct val="0"/>
                </a:spcBef>
                <a:buClrTx/>
                <a:buFontTx/>
                <a:buNone/>
              </a:pPr>
              <a:t>8</a:t>
            </a:fld>
            <a:endParaRPr lang="en-US" altLang="en-US" sz="1200" b="1">
              <a:solidFill>
                <a:srgbClr val="1C1C1C"/>
              </a:solidFill>
            </a:endParaRPr>
          </a:p>
        </p:txBody>
      </p:sp>
      <p:sp>
        <p:nvSpPr>
          <p:cNvPr id="30723" name="Rectangle 11">
            <a:extLst>
              <a:ext uri="{FF2B5EF4-FFF2-40B4-BE49-F238E27FC236}">
                <a16:creationId xmlns:a16="http://schemas.microsoft.com/office/drawing/2014/main" id="{93E767CE-3E73-A838-6638-1F5EF352D157}"/>
              </a:ext>
            </a:extLst>
          </p:cNvPr>
          <p:cNvSpPr>
            <a:spLocks noChangeArrowheads="1"/>
          </p:cNvSpPr>
          <p:nvPr/>
        </p:nvSpPr>
        <p:spPr bwMode="auto">
          <a:xfrm>
            <a:off x="266700" y="5575300"/>
            <a:ext cx="8610600" cy="1371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778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778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778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9pPr>
          </a:lstStyle>
          <a:p>
            <a:pPr algn="ctr" eaLnBrk="1" hangingPunct="1">
              <a:buClrTx/>
              <a:buFontTx/>
              <a:buNone/>
            </a:pPr>
            <a:endParaRPr lang="en-US" altLang="en-US" sz="2000"/>
          </a:p>
          <a:p>
            <a:pPr algn="ctr" eaLnBrk="1" hangingPunct="1">
              <a:buClr>
                <a:schemeClr val="bg2"/>
              </a:buClr>
              <a:buFontTx/>
              <a:buNone/>
            </a:pPr>
            <a:r>
              <a:rPr lang="en-US" altLang="en-US" sz="2000"/>
              <a:t>Requirements computations help meet the diverse needs of the Air Force</a:t>
            </a:r>
          </a:p>
        </p:txBody>
      </p:sp>
      <p:pic>
        <p:nvPicPr>
          <p:cNvPr id="30724" name="Picture 12" descr="A-10">
            <a:extLst>
              <a:ext uri="{FF2B5EF4-FFF2-40B4-BE49-F238E27FC236}">
                <a16:creationId xmlns:a16="http://schemas.microsoft.com/office/drawing/2014/main" id="{E62665BF-6D6C-F99D-384D-04312FDFC4A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0125" y="1281113"/>
            <a:ext cx="7143750" cy="4295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5" name="TextBox 6">
            <a:extLst>
              <a:ext uri="{FF2B5EF4-FFF2-40B4-BE49-F238E27FC236}">
                <a16:creationId xmlns:a16="http://schemas.microsoft.com/office/drawing/2014/main" id="{F966640A-4138-6FEB-B5E3-AFC56DA6A7CC}"/>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69" name="Rectangle 10">
            <a:extLst>
              <a:ext uri="{FF2B5EF4-FFF2-40B4-BE49-F238E27FC236}">
                <a16:creationId xmlns:a16="http://schemas.microsoft.com/office/drawing/2014/main" id="{8114D327-1043-10C6-ACB4-1DAA84F9DA34}"/>
              </a:ext>
            </a:extLst>
          </p:cNvPr>
          <p:cNvSpPr>
            <a:spLocks noChangeArrowheads="1"/>
          </p:cNvSpPr>
          <p:nvPr/>
        </p:nvSpPr>
        <p:spPr bwMode="auto">
          <a:xfrm>
            <a:off x="685800" y="4797426"/>
            <a:ext cx="609600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1800" dirty="0"/>
          </a:p>
          <a:p>
            <a:pPr eaLnBrk="1" hangingPunct="1">
              <a:buClr>
                <a:schemeClr val="bg2"/>
              </a:buClr>
              <a:buFontTx/>
              <a:buChar char="•"/>
            </a:pPr>
            <a:r>
              <a:rPr lang="en-US" altLang="en-US" sz="1800" dirty="0"/>
              <a:t> </a:t>
            </a:r>
            <a:r>
              <a:rPr lang="en-US" altLang="en-US" sz="2400" dirty="0"/>
              <a:t>Correct computations = successful budget defense</a:t>
            </a:r>
          </a:p>
        </p:txBody>
      </p:sp>
      <p:sp>
        <p:nvSpPr>
          <p:cNvPr id="32770" name="Rectangle 2">
            <a:extLst>
              <a:ext uri="{FF2B5EF4-FFF2-40B4-BE49-F238E27FC236}">
                <a16:creationId xmlns:a16="http://schemas.microsoft.com/office/drawing/2014/main" id="{8B0466C6-17AA-9AA5-CE43-ADB1D5247175}"/>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32771" name="Text Box 3">
            <a:extLst>
              <a:ext uri="{FF2B5EF4-FFF2-40B4-BE49-F238E27FC236}">
                <a16:creationId xmlns:a16="http://schemas.microsoft.com/office/drawing/2014/main" id="{274769C9-DEE8-618A-9E14-D02273538BAE}"/>
              </a:ext>
            </a:extLst>
          </p:cNvPr>
          <p:cNvSpPr txBox="1">
            <a:spLocks noChangeArrowheads="1"/>
          </p:cNvSpPr>
          <p:nvPr/>
        </p:nvSpPr>
        <p:spPr bwMode="auto">
          <a:xfrm>
            <a:off x="8709025" y="6654800"/>
            <a:ext cx="268288"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6D38C5E-391D-48F6-B642-666828C4BFA2}" type="slidenum">
              <a:rPr lang="en-US" altLang="en-US" sz="1200" b="1">
                <a:solidFill>
                  <a:srgbClr val="1C1C1C"/>
                </a:solidFill>
              </a:rPr>
              <a:pPr eaLnBrk="1" hangingPunct="1">
                <a:spcBef>
                  <a:spcPct val="0"/>
                </a:spcBef>
                <a:buClrTx/>
                <a:buFontTx/>
                <a:buNone/>
              </a:pPr>
              <a:t>9</a:t>
            </a:fld>
            <a:endParaRPr lang="en-US" altLang="en-US" sz="1200" b="1">
              <a:solidFill>
                <a:srgbClr val="1C1C1C"/>
              </a:solidFill>
            </a:endParaRPr>
          </a:p>
        </p:txBody>
      </p:sp>
      <p:pic>
        <p:nvPicPr>
          <p:cNvPr id="32772" name="Picture 7" descr="money">
            <a:extLst>
              <a:ext uri="{FF2B5EF4-FFF2-40B4-BE49-F238E27FC236}">
                <a16:creationId xmlns:a16="http://schemas.microsoft.com/office/drawing/2014/main" id="{46453279-712B-C513-A13F-348F33D3499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791200" y="2217738"/>
            <a:ext cx="2857500" cy="2143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Rectangle 8">
            <a:extLst>
              <a:ext uri="{FF2B5EF4-FFF2-40B4-BE49-F238E27FC236}">
                <a16:creationId xmlns:a16="http://schemas.microsoft.com/office/drawing/2014/main" id="{AD673C75-5B38-FA77-D2F7-BFD28EF243B5}"/>
              </a:ext>
            </a:extLst>
          </p:cNvPr>
          <p:cNvSpPr>
            <a:spLocks noChangeArrowheads="1"/>
          </p:cNvSpPr>
          <p:nvPr/>
        </p:nvSpPr>
        <p:spPr bwMode="auto">
          <a:xfrm>
            <a:off x="400050" y="178117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Funding</a:t>
            </a:r>
            <a:endParaRPr lang="en-US" altLang="en-US" sz="2200" b="1">
              <a:solidFill>
                <a:schemeClr val="bg2"/>
              </a:solidFill>
            </a:endParaRPr>
          </a:p>
        </p:txBody>
      </p:sp>
      <p:sp>
        <p:nvSpPr>
          <p:cNvPr id="32774" name="Rectangle 9">
            <a:extLst>
              <a:ext uri="{FF2B5EF4-FFF2-40B4-BE49-F238E27FC236}">
                <a16:creationId xmlns:a16="http://schemas.microsoft.com/office/drawing/2014/main" id="{F753EEAE-5EA2-5994-2064-6418D53145FC}"/>
              </a:ext>
            </a:extLst>
          </p:cNvPr>
          <p:cNvSpPr>
            <a:spLocks noChangeArrowheads="1"/>
          </p:cNvSpPr>
          <p:nvPr/>
        </p:nvSpPr>
        <p:spPr bwMode="auto">
          <a:xfrm>
            <a:off x="685800" y="2300288"/>
            <a:ext cx="5105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2000" dirty="0"/>
          </a:p>
          <a:p>
            <a:pPr eaLnBrk="1" hangingPunct="1">
              <a:buClr>
                <a:schemeClr val="bg2"/>
              </a:buClr>
              <a:buFontTx/>
              <a:buChar char="•"/>
            </a:pPr>
            <a:r>
              <a:rPr lang="en-US" altLang="en-US" sz="1800" dirty="0"/>
              <a:t> </a:t>
            </a:r>
            <a:r>
              <a:rPr lang="en-US" altLang="en-US" sz="2400" dirty="0"/>
              <a:t>All AF programs depend on funds from Congress</a:t>
            </a:r>
          </a:p>
          <a:p>
            <a:pPr eaLnBrk="1" hangingPunct="1">
              <a:buClr>
                <a:schemeClr val="bg2"/>
              </a:buClr>
              <a:buFontTx/>
              <a:buChar char="•"/>
            </a:pPr>
            <a:endParaRPr lang="en-US" altLang="en-US" sz="1800" dirty="0"/>
          </a:p>
          <a:p>
            <a:pPr eaLnBrk="1" hangingPunct="1">
              <a:buClr>
                <a:schemeClr val="bg2"/>
              </a:buClr>
              <a:buFontTx/>
              <a:buChar char="•"/>
            </a:pPr>
            <a:r>
              <a:rPr lang="en-US" altLang="en-US" sz="1800" dirty="0"/>
              <a:t> </a:t>
            </a:r>
            <a:r>
              <a:rPr lang="en-US" altLang="en-US" sz="2400" dirty="0"/>
              <a:t>BES (Budget Estimate Submission) is an end product of requirements computations</a:t>
            </a:r>
          </a:p>
          <a:p>
            <a:pPr eaLnBrk="1" hangingPunct="1">
              <a:buClr>
                <a:schemeClr val="bg2"/>
              </a:buClr>
              <a:buFontTx/>
              <a:buChar char="•"/>
            </a:pPr>
            <a:endParaRPr lang="en-US" altLang="en-US" sz="2400" dirty="0"/>
          </a:p>
        </p:txBody>
      </p:sp>
      <p:sp>
        <p:nvSpPr>
          <p:cNvPr id="32775" name="TextBox 8">
            <a:extLst>
              <a:ext uri="{FF2B5EF4-FFF2-40B4-BE49-F238E27FC236}">
                <a16:creationId xmlns:a16="http://schemas.microsoft.com/office/drawing/2014/main" id="{7A09E7C3-14F3-7B2A-112B-713206AA74A4}"/>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7" name="Rectangle 3">
            <a:extLst>
              <a:ext uri="{FF2B5EF4-FFF2-40B4-BE49-F238E27FC236}">
                <a16:creationId xmlns:a16="http://schemas.microsoft.com/office/drawing/2014/main" id="{63790F80-07F0-7BC0-4D6D-9FF85E48CAB5}"/>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34818" name="Text Box 4">
            <a:extLst>
              <a:ext uri="{FF2B5EF4-FFF2-40B4-BE49-F238E27FC236}">
                <a16:creationId xmlns:a16="http://schemas.microsoft.com/office/drawing/2014/main" id="{144E6B5F-1448-F27A-5942-4EDC956D3D40}"/>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6380C38-DE93-4A1D-8E77-110948E42879}" type="slidenum">
              <a:rPr lang="en-US" altLang="en-US" sz="1200" b="1">
                <a:solidFill>
                  <a:srgbClr val="1C1C1C"/>
                </a:solidFill>
              </a:rPr>
              <a:pPr eaLnBrk="1" hangingPunct="1">
                <a:spcBef>
                  <a:spcPct val="0"/>
                </a:spcBef>
                <a:buClrTx/>
                <a:buFontTx/>
                <a:buNone/>
              </a:pPr>
              <a:t>10</a:t>
            </a:fld>
            <a:endParaRPr lang="en-US" altLang="en-US" sz="1200" b="1">
              <a:solidFill>
                <a:srgbClr val="1C1C1C"/>
              </a:solidFill>
            </a:endParaRPr>
          </a:p>
        </p:txBody>
      </p:sp>
      <p:sp>
        <p:nvSpPr>
          <p:cNvPr id="34819" name="Rectangle 7">
            <a:extLst>
              <a:ext uri="{FF2B5EF4-FFF2-40B4-BE49-F238E27FC236}">
                <a16:creationId xmlns:a16="http://schemas.microsoft.com/office/drawing/2014/main" id="{7A7F8184-5209-EE06-22FB-31B0F8D13763}"/>
              </a:ext>
            </a:extLst>
          </p:cNvPr>
          <p:cNvSpPr>
            <a:spLocks noChangeArrowheads="1"/>
          </p:cNvSpPr>
          <p:nvPr/>
        </p:nvSpPr>
        <p:spPr bwMode="auto">
          <a:xfrm>
            <a:off x="400050" y="11430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200" b="1" dirty="0"/>
              <a:t>SPM</a:t>
            </a:r>
          </a:p>
        </p:txBody>
      </p:sp>
      <p:sp>
        <p:nvSpPr>
          <p:cNvPr id="34820" name="Rectangle 8">
            <a:extLst>
              <a:ext uri="{FF2B5EF4-FFF2-40B4-BE49-F238E27FC236}">
                <a16:creationId xmlns:a16="http://schemas.microsoft.com/office/drawing/2014/main" id="{A08D4F07-3220-8199-D8B6-AACDA9556A97}"/>
              </a:ext>
            </a:extLst>
          </p:cNvPr>
          <p:cNvSpPr>
            <a:spLocks noChangeArrowheads="1"/>
          </p:cNvSpPr>
          <p:nvPr/>
        </p:nvSpPr>
        <p:spPr bwMode="auto">
          <a:xfrm>
            <a:off x="685800" y="1216025"/>
            <a:ext cx="80772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2000" dirty="0"/>
          </a:p>
          <a:p>
            <a:pPr eaLnBrk="1" hangingPunct="1">
              <a:buClr>
                <a:schemeClr val="bg2"/>
              </a:buClr>
              <a:buFontTx/>
              <a:buChar char="•"/>
            </a:pPr>
            <a:r>
              <a:rPr lang="en-US" altLang="en-US" sz="1800" dirty="0"/>
              <a:t> </a:t>
            </a:r>
            <a:r>
              <a:rPr lang="en-US" altLang="en-US" sz="2200" dirty="0"/>
              <a:t>Manages all information used in the computation of requirements</a:t>
            </a:r>
          </a:p>
          <a:p>
            <a:pPr eaLnBrk="1" hangingPunct="1">
              <a:buClr>
                <a:schemeClr val="bg2"/>
              </a:buClr>
              <a:buFontTx/>
              <a:buChar char="•"/>
            </a:pPr>
            <a:endParaRPr lang="en-US" altLang="en-US" sz="2200" dirty="0"/>
          </a:p>
          <a:p>
            <a:pPr eaLnBrk="1" hangingPunct="1">
              <a:buClr>
                <a:schemeClr val="bg2"/>
              </a:buClr>
              <a:buFontTx/>
              <a:buChar char="•"/>
            </a:pPr>
            <a:r>
              <a:rPr lang="en-US" altLang="en-US" sz="2200" dirty="0"/>
              <a:t> A software systems that processes item demand and usage</a:t>
            </a:r>
          </a:p>
          <a:p>
            <a:pPr eaLnBrk="1" hangingPunct="1">
              <a:buClr>
                <a:schemeClr val="bg2"/>
              </a:buClr>
              <a:buFontTx/>
              <a:buChar char="•"/>
            </a:pPr>
            <a:endParaRPr lang="en-US" altLang="en-US" sz="2200" dirty="0"/>
          </a:p>
          <a:p>
            <a:pPr eaLnBrk="1" hangingPunct="1">
              <a:buClr>
                <a:schemeClr val="bg2"/>
              </a:buClr>
              <a:buFontTx/>
              <a:buChar char="•"/>
            </a:pPr>
            <a:r>
              <a:rPr lang="en-US" altLang="en-US" sz="2200" dirty="0"/>
              <a:t> Stores data within SPM</a:t>
            </a:r>
          </a:p>
        </p:txBody>
      </p:sp>
      <p:pic>
        <p:nvPicPr>
          <p:cNvPr id="34821" name="Picture 9" descr="RMS">
            <a:extLst>
              <a:ext uri="{FF2B5EF4-FFF2-40B4-BE49-F238E27FC236}">
                <a16:creationId xmlns:a16="http://schemas.microsoft.com/office/drawing/2014/main" id="{B58D95A0-EE21-481C-72E3-EFBE237EA0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700" y="4402138"/>
            <a:ext cx="4114800" cy="19462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4822" name="TextBox 7">
            <a:extLst>
              <a:ext uri="{FF2B5EF4-FFF2-40B4-BE49-F238E27FC236}">
                <a16:creationId xmlns:a16="http://schemas.microsoft.com/office/drawing/2014/main" id="{E1A03558-2D12-6504-53ED-ADCDD91AC9E7}"/>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5" name="Rectangle 2">
            <a:extLst>
              <a:ext uri="{FF2B5EF4-FFF2-40B4-BE49-F238E27FC236}">
                <a16:creationId xmlns:a16="http://schemas.microsoft.com/office/drawing/2014/main" id="{0767DAC3-8C96-7F96-0FFC-89F89A1B47B9}"/>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36866" name="Text Box 3">
            <a:extLst>
              <a:ext uri="{FF2B5EF4-FFF2-40B4-BE49-F238E27FC236}">
                <a16:creationId xmlns:a16="http://schemas.microsoft.com/office/drawing/2014/main" id="{0899C8C6-B455-7468-0ECD-CB198AA12850}"/>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58B9464-50F8-43D8-9A8E-4F0061B333E3}" type="slidenum">
              <a:rPr lang="en-US" altLang="en-US" sz="1200" b="1">
                <a:solidFill>
                  <a:srgbClr val="1C1C1C"/>
                </a:solidFill>
              </a:rPr>
              <a:pPr eaLnBrk="1" hangingPunct="1">
                <a:spcBef>
                  <a:spcPct val="0"/>
                </a:spcBef>
                <a:buClrTx/>
                <a:buFontTx/>
                <a:buNone/>
              </a:pPr>
              <a:t>11</a:t>
            </a:fld>
            <a:endParaRPr lang="en-US" altLang="en-US" sz="1200" b="1">
              <a:solidFill>
                <a:srgbClr val="1C1C1C"/>
              </a:solidFill>
            </a:endParaRPr>
          </a:p>
        </p:txBody>
      </p:sp>
      <p:sp>
        <p:nvSpPr>
          <p:cNvPr id="36867" name="Rectangle 5">
            <a:extLst>
              <a:ext uri="{FF2B5EF4-FFF2-40B4-BE49-F238E27FC236}">
                <a16:creationId xmlns:a16="http://schemas.microsoft.com/office/drawing/2014/main" id="{64D6B02E-08D4-CB59-2E23-07DF929A3220}"/>
              </a:ext>
            </a:extLst>
          </p:cNvPr>
          <p:cNvSpPr>
            <a:spLocks noChangeArrowheads="1"/>
          </p:cNvSpPr>
          <p:nvPr/>
        </p:nvSpPr>
        <p:spPr bwMode="auto">
          <a:xfrm>
            <a:off x="400050" y="11430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RMS</a:t>
            </a:r>
            <a:endParaRPr lang="en-US" altLang="en-US" sz="2200" b="1">
              <a:solidFill>
                <a:schemeClr val="bg2"/>
              </a:solidFill>
            </a:endParaRPr>
          </a:p>
        </p:txBody>
      </p:sp>
      <p:sp>
        <p:nvSpPr>
          <p:cNvPr id="36868" name="Rectangle 6">
            <a:extLst>
              <a:ext uri="{FF2B5EF4-FFF2-40B4-BE49-F238E27FC236}">
                <a16:creationId xmlns:a16="http://schemas.microsoft.com/office/drawing/2014/main" id="{B86D925A-A65B-4074-9255-104675DAB492}"/>
              </a:ext>
            </a:extLst>
          </p:cNvPr>
          <p:cNvSpPr>
            <a:spLocks noChangeArrowheads="1"/>
          </p:cNvSpPr>
          <p:nvPr/>
        </p:nvSpPr>
        <p:spPr bwMode="auto">
          <a:xfrm>
            <a:off x="685800" y="1498600"/>
            <a:ext cx="80772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2000" dirty="0"/>
          </a:p>
          <a:p>
            <a:pPr eaLnBrk="1" hangingPunct="1">
              <a:buClr>
                <a:schemeClr val="bg2"/>
              </a:buClr>
              <a:buFontTx/>
              <a:buChar char="•"/>
            </a:pPr>
            <a:r>
              <a:rPr lang="en-US" altLang="en-US" sz="1800" dirty="0"/>
              <a:t> </a:t>
            </a:r>
            <a:r>
              <a:rPr lang="en-US" altLang="en-US" sz="2400" dirty="0"/>
              <a:t>Incorporates many subsystems:</a:t>
            </a:r>
          </a:p>
          <a:p>
            <a:pPr eaLnBrk="1" hangingPunct="1">
              <a:buClr>
                <a:schemeClr val="bg2"/>
              </a:buClr>
              <a:buFontTx/>
              <a:buChar char="•"/>
            </a:pPr>
            <a:endParaRPr lang="en-US" altLang="en-US" sz="2400" dirty="0"/>
          </a:p>
          <a:p>
            <a:pPr lvl="1" eaLnBrk="1" hangingPunct="1">
              <a:buClr>
                <a:schemeClr val="bg2"/>
              </a:buClr>
              <a:buFontTx/>
              <a:buChar char="•"/>
            </a:pPr>
            <a:r>
              <a:rPr lang="en-US" altLang="en-US" dirty="0"/>
              <a:t>D200C/EIP, D200E/RIID, </a:t>
            </a:r>
            <a:r>
              <a:rPr lang="en-US" altLang="en-US" b="1" dirty="0"/>
              <a:t>D200F/API</a:t>
            </a:r>
            <a:r>
              <a:rPr lang="en-US" altLang="en-US" dirty="0"/>
              <a:t>, D200H/IRD, D200N/CSIS</a:t>
            </a:r>
          </a:p>
          <a:p>
            <a:pPr eaLnBrk="1" hangingPunct="1">
              <a:buClr>
                <a:schemeClr val="bg2"/>
              </a:buClr>
              <a:buFontTx/>
              <a:buNone/>
            </a:pPr>
            <a:endParaRPr lang="en-US" altLang="en-US" sz="2400" dirty="0"/>
          </a:p>
        </p:txBody>
      </p:sp>
      <p:pic>
        <p:nvPicPr>
          <p:cNvPr id="36869" name="Picture 7" descr="RMS">
            <a:extLst>
              <a:ext uri="{FF2B5EF4-FFF2-40B4-BE49-F238E27FC236}">
                <a16:creationId xmlns:a16="http://schemas.microsoft.com/office/drawing/2014/main" id="{DE03D817-7A22-51F7-DAAD-D5FC812758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74700" y="3810000"/>
            <a:ext cx="4114800" cy="25384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6870" name="TextBox 7">
            <a:extLst>
              <a:ext uri="{FF2B5EF4-FFF2-40B4-BE49-F238E27FC236}">
                <a16:creationId xmlns:a16="http://schemas.microsoft.com/office/drawing/2014/main" id="{33CAA99F-145C-C1A3-5B21-7FC2AF79135A}"/>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3" name="Rectangle 2">
            <a:extLst>
              <a:ext uri="{FF2B5EF4-FFF2-40B4-BE49-F238E27FC236}">
                <a16:creationId xmlns:a16="http://schemas.microsoft.com/office/drawing/2014/main" id="{5A1B9F5A-086E-DE5A-B4C4-28DFC66849F8}"/>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38914" name="Text Box 3">
            <a:extLst>
              <a:ext uri="{FF2B5EF4-FFF2-40B4-BE49-F238E27FC236}">
                <a16:creationId xmlns:a16="http://schemas.microsoft.com/office/drawing/2014/main" id="{EB7367E8-1550-9C60-5970-E7CFCF84AF4B}"/>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5254795-607A-4418-8176-9FBE913A1F46}" type="slidenum">
              <a:rPr lang="en-US" altLang="en-US" sz="1200" b="1">
                <a:solidFill>
                  <a:srgbClr val="1C1C1C"/>
                </a:solidFill>
              </a:rPr>
              <a:pPr eaLnBrk="1" hangingPunct="1">
                <a:spcBef>
                  <a:spcPct val="0"/>
                </a:spcBef>
                <a:buClrTx/>
                <a:buFontTx/>
                <a:buNone/>
              </a:pPr>
              <a:t>12</a:t>
            </a:fld>
            <a:endParaRPr lang="en-US" altLang="en-US" sz="1200" b="1">
              <a:solidFill>
                <a:srgbClr val="1C1C1C"/>
              </a:solidFill>
            </a:endParaRPr>
          </a:p>
        </p:txBody>
      </p:sp>
      <p:sp>
        <p:nvSpPr>
          <p:cNvPr id="38915" name="Rectangle 5">
            <a:extLst>
              <a:ext uri="{FF2B5EF4-FFF2-40B4-BE49-F238E27FC236}">
                <a16:creationId xmlns:a16="http://schemas.microsoft.com/office/drawing/2014/main" id="{CBA5706B-7B35-4BFA-1EB3-AB79815CAFB2}"/>
              </a:ext>
            </a:extLst>
          </p:cNvPr>
          <p:cNvSpPr>
            <a:spLocks noChangeArrowheads="1"/>
          </p:cNvSpPr>
          <p:nvPr/>
        </p:nvSpPr>
        <p:spPr bwMode="auto">
          <a:xfrm>
            <a:off x="400050" y="1357313"/>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API</a:t>
            </a:r>
            <a:endParaRPr lang="en-US" altLang="en-US" sz="2200" b="1">
              <a:solidFill>
                <a:schemeClr val="bg2"/>
              </a:solidFill>
            </a:endParaRPr>
          </a:p>
        </p:txBody>
      </p:sp>
      <p:sp>
        <p:nvSpPr>
          <p:cNvPr id="38916" name="Rectangle 6">
            <a:extLst>
              <a:ext uri="{FF2B5EF4-FFF2-40B4-BE49-F238E27FC236}">
                <a16:creationId xmlns:a16="http://schemas.microsoft.com/office/drawing/2014/main" id="{E8A453C3-5CAB-9E6C-E8BD-67B9B9A60945}"/>
              </a:ext>
            </a:extLst>
          </p:cNvPr>
          <p:cNvSpPr>
            <a:spLocks noChangeArrowheads="1"/>
          </p:cNvSpPr>
          <p:nvPr/>
        </p:nvSpPr>
        <p:spPr bwMode="auto">
          <a:xfrm>
            <a:off x="685800" y="1814513"/>
            <a:ext cx="44958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2000"/>
          </a:p>
          <a:p>
            <a:pPr eaLnBrk="1" hangingPunct="1">
              <a:buClr>
                <a:schemeClr val="bg2"/>
              </a:buClr>
              <a:buFontTx/>
              <a:buChar char="•"/>
            </a:pPr>
            <a:r>
              <a:rPr lang="en-US" altLang="en-US" sz="1800"/>
              <a:t> </a:t>
            </a:r>
            <a:r>
              <a:rPr lang="en-US" altLang="en-US" sz="2400"/>
              <a:t>Foundation for RMS</a:t>
            </a:r>
          </a:p>
          <a:p>
            <a:pPr eaLnBrk="1" hangingPunct="1">
              <a:buClr>
                <a:schemeClr val="bg2"/>
              </a:buClr>
              <a:buFontTx/>
              <a:buNone/>
            </a:pPr>
            <a:endParaRPr lang="en-US" altLang="en-US" sz="2400"/>
          </a:p>
          <a:p>
            <a:pPr eaLnBrk="1" hangingPunct="1">
              <a:buClr>
                <a:schemeClr val="bg2"/>
              </a:buClr>
              <a:buFontTx/>
              <a:buChar char="•"/>
            </a:pPr>
            <a:r>
              <a:rPr lang="en-US" altLang="en-US" sz="2400"/>
              <a:t> Accuracy of RMS computations attributable to accuracy of API </a:t>
            </a:r>
          </a:p>
          <a:p>
            <a:pPr eaLnBrk="1" hangingPunct="1">
              <a:buClr>
                <a:schemeClr val="bg2"/>
              </a:buClr>
              <a:buFontTx/>
              <a:buChar char="•"/>
            </a:pPr>
            <a:endParaRPr lang="en-US" altLang="en-US" sz="2400"/>
          </a:p>
          <a:p>
            <a:pPr eaLnBrk="1" hangingPunct="1">
              <a:buClr>
                <a:schemeClr val="bg2"/>
              </a:buClr>
              <a:buFontTx/>
              <a:buChar char="•"/>
            </a:pPr>
            <a:r>
              <a:rPr lang="en-US" altLang="en-US" sz="2400"/>
              <a:t> Supplies parts list, application data, program data for requirements computations</a:t>
            </a:r>
          </a:p>
          <a:p>
            <a:pPr eaLnBrk="1" hangingPunct="1">
              <a:buClr>
                <a:schemeClr val="bg2"/>
              </a:buClr>
              <a:buFontTx/>
              <a:buNone/>
            </a:pPr>
            <a:endParaRPr lang="en-US" altLang="en-US" sz="2400"/>
          </a:p>
          <a:p>
            <a:pPr eaLnBrk="1" hangingPunct="1">
              <a:buClr>
                <a:schemeClr val="bg2"/>
              </a:buClr>
              <a:buFontTx/>
              <a:buNone/>
            </a:pPr>
            <a:endParaRPr lang="en-US" altLang="en-US" sz="1800"/>
          </a:p>
        </p:txBody>
      </p:sp>
      <p:pic>
        <p:nvPicPr>
          <p:cNvPr id="38917" name="Picture 8" descr="API">
            <a:extLst>
              <a:ext uri="{FF2B5EF4-FFF2-40B4-BE49-F238E27FC236}">
                <a16:creationId xmlns:a16="http://schemas.microsoft.com/office/drawing/2014/main" id="{61285BF7-B55A-C444-12F3-3576D57678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97463" y="1219200"/>
            <a:ext cx="3719512" cy="3770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8918" name="TextBox 7">
            <a:extLst>
              <a:ext uri="{FF2B5EF4-FFF2-40B4-BE49-F238E27FC236}">
                <a16:creationId xmlns:a16="http://schemas.microsoft.com/office/drawing/2014/main" id="{A12DA15B-27DC-267D-24A6-CDB05A1C8F94}"/>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1" name="Rectangle 2">
            <a:extLst>
              <a:ext uri="{FF2B5EF4-FFF2-40B4-BE49-F238E27FC236}">
                <a16:creationId xmlns:a16="http://schemas.microsoft.com/office/drawing/2014/main" id="{9E83F961-8FE9-2F7D-7EC0-BBCEB2E9AB87}"/>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40962" name="Text Box 3">
            <a:extLst>
              <a:ext uri="{FF2B5EF4-FFF2-40B4-BE49-F238E27FC236}">
                <a16:creationId xmlns:a16="http://schemas.microsoft.com/office/drawing/2014/main" id="{D844AC45-F352-FA4C-2D98-1A614E72B335}"/>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AA2B093-EDA8-4A9B-A37B-4E8AC1CFEA86}" type="slidenum">
              <a:rPr lang="en-US" altLang="en-US" sz="1200" b="1">
                <a:solidFill>
                  <a:srgbClr val="1C1C1C"/>
                </a:solidFill>
              </a:rPr>
              <a:pPr eaLnBrk="1" hangingPunct="1">
                <a:spcBef>
                  <a:spcPct val="0"/>
                </a:spcBef>
                <a:buClrTx/>
                <a:buFontTx/>
                <a:buNone/>
              </a:pPr>
              <a:t>13</a:t>
            </a:fld>
            <a:endParaRPr lang="en-US" altLang="en-US" sz="1200" b="1">
              <a:solidFill>
                <a:srgbClr val="1C1C1C"/>
              </a:solidFill>
            </a:endParaRPr>
          </a:p>
        </p:txBody>
      </p:sp>
      <p:sp>
        <p:nvSpPr>
          <p:cNvPr id="40963" name="Rectangle 5">
            <a:extLst>
              <a:ext uri="{FF2B5EF4-FFF2-40B4-BE49-F238E27FC236}">
                <a16:creationId xmlns:a16="http://schemas.microsoft.com/office/drawing/2014/main" id="{AB99F967-AE39-3BAF-4BD7-8AAE2EF94D65}"/>
              </a:ext>
            </a:extLst>
          </p:cNvPr>
          <p:cNvSpPr>
            <a:spLocks noChangeArrowheads="1"/>
          </p:cNvSpPr>
          <p:nvPr/>
        </p:nvSpPr>
        <p:spPr bwMode="auto">
          <a:xfrm>
            <a:off x="400050" y="11430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Data System Designators (DSDs)</a:t>
            </a:r>
            <a:endParaRPr lang="en-US" altLang="en-US" sz="2200" b="1">
              <a:solidFill>
                <a:schemeClr val="bg2"/>
              </a:solidFill>
            </a:endParaRPr>
          </a:p>
        </p:txBody>
      </p:sp>
      <p:sp>
        <p:nvSpPr>
          <p:cNvPr id="40964" name="Rectangle 6">
            <a:extLst>
              <a:ext uri="{FF2B5EF4-FFF2-40B4-BE49-F238E27FC236}">
                <a16:creationId xmlns:a16="http://schemas.microsoft.com/office/drawing/2014/main" id="{A214D16F-EEE3-A92F-78B1-D115E85055BA}"/>
              </a:ext>
            </a:extLst>
          </p:cNvPr>
          <p:cNvSpPr>
            <a:spLocks noChangeArrowheads="1"/>
          </p:cNvSpPr>
          <p:nvPr/>
        </p:nvSpPr>
        <p:spPr bwMode="auto">
          <a:xfrm>
            <a:off x="685800" y="1498600"/>
            <a:ext cx="815340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2000"/>
          </a:p>
          <a:p>
            <a:pPr eaLnBrk="1" hangingPunct="1">
              <a:buClr>
                <a:schemeClr val="bg2"/>
              </a:buClr>
              <a:buFontTx/>
              <a:buChar char="•"/>
            </a:pPr>
            <a:r>
              <a:rPr lang="en-US" altLang="en-US" sz="2400"/>
              <a:t> D200F is DSD for API</a:t>
            </a:r>
          </a:p>
          <a:p>
            <a:pPr eaLnBrk="1" hangingPunct="1">
              <a:buClr>
                <a:schemeClr val="bg2"/>
              </a:buClr>
              <a:buFontTx/>
              <a:buNone/>
            </a:pPr>
            <a:endParaRPr lang="en-US" altLang="en-US" sz="2400"/>
          </a:p>
          <a:p>
            <a:pPr eaLnBrk="1" hangingPunct="1">
              <a:buClr>
                <a:schemeClr val="bg2"/>
              </a:buClr>
              <a:buFontTx/>
              <a:buChar char="•"/>
            </a:pPr>
            <a:r>
              <a:rPr lang="en-US" altLang="en-US" sz="2400"/>
              <a:t> DSDs are assigned to all AFMC software systems</a:t>
            </a:r>
          </a:p>
        </p:txBody>
      </p:sp>
      <p:sp>
        <p:nvSpPr>
          <p:cNvPr id="40965" name="Rectangle 8">
            <a:extLst>
              <a:ext uri="{FF2B5EF4-FFF2-40B4-BE49-F238E27FC236}">
                <a16:creationId xmlns:a16="http://schemas.microsoft.com/office/drawing/2014/main" id="{5C4BAB43-17BE-8560-73AF-3430AA424952}"/>
              </a:ext>
            </a:extLst>
          </p:cNvPr>
          <p:cNvSpPr>
            <a:spLocks noChangeArrowheads="1"/>
          </p:cNvSpPr>
          <p:nvPr/>
        </p:nvSpPr>
        <p:spPr bwMode="auto">
          <a:xfrm>
            <a:off x="495300" y="3048000"/>
            <a:ext cx="8153400" cy="1778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2000"/>
          </a:p>
          <a:p>
            <a:pPr algn="ctr" eaLnBrk="1" hangingPunct="1">
              <a:buClr>
                <a:schemeClr val="bg2"/>
              </a:buClr>
              <a:buFontTx/>
              <a:buNone/>
            </a:pPr>
            <a:r>
              <a:rPr lang="en-US" altLang="en-US" sz="4800"/>
              <a:t>D 200 F</a:t>
            </a:r>
          </a:p>
        </p:txBody>
      </p:sp>
      <p:sp>
        <p:nvSpPr>
          <p:cNvPr id="40966" name="Rectangle 9">
            <a:extLst>
              <a:ext uri="{FF2B5EF4-FFF2-40B4-BE49-F238E27FC236}">
                <a16:creationId xmlns:a16="http://schemas.microsoft.com/office/drawing/2014/main" id="{214C2DEA-B1EE-E851-6E37-16C40DD6C7FB}"/>
              </a:ext>
            </a:extLst>
          </p:cNvPr>
          <p:cNvSpPr>
            <a:spLocks noChangeArrowheads="1"/>
          </p:cNvSpPr>
          <p:nvPr/>
        </p:nvSpPr>
        <p:spPr bwMode="auto">
          <a:xfrm>
            <a:off x="381000" y="4953000"/>
            <a:ext cx="29718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algn="ctr" eaLnBrk="1" hangingPunct="1">
              <a:buClrTx/>
              <a:buFontTx/>
              <a:buNone/>
            </a:pPr>
            <a:r>
              <a:rPr lang="en-US" altLang="en-US" sz="1600" b="1"/>
              <a:t>Type of data</a:t>
            </a:r>
          </a:p>
          <a:p>
            <a:pPr algn="ctr" eaLnBrk="1" hangingPunct="1">
              <a:buClr>
                <a:schemeClr val="bg2"/>
              </a:buClr>
              <a:buFontTx/>
              <a:buNone/>
            </a:pPr>
            <a:r>
              <a:rPr lang="en-US" altLang="en-US" sz="1600"/>
              <a:t>(D = materiel management)</a:t>
            </a:r>
          </a:p>
        </p:txBody>
      </p:sp>
      <p:sp>
        <p:nvSpPr>
          <p:cNvPr id="40967" name="Rectangle 10">
            <a:extLst>
              <a:ext uri="{FF2B5EF4-FFF2-40B4-BE49-F238E27FC236}">
                <a16:creationId xmlns:a16="http://schemas.microsoft.com/office/drawing/2014/main" id="{AB60BFB1-10E8-DCD0-4B5F-D56528F0FBD9}"/>
              </a:ext>
            </a:extLst>
          </p:cNvPr>
          <p:cNvSpPr>
            <a:spLocks noChangeArrowheads="1"/>
          </p:cNvSpPr>
          <p:nvPr/>
        </p:nvSpPr>
        <p:spPr bwMode="auto">
          <a:xfrm>
            <a:off x="3124200" y="4953000"/>
            <a:ext cx="29718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algn="ctr" eaLnBrk="1" hangingPunct="1">
              <a:buClrTx/>
              <a:buFontTx/>
              <a:buNone/>
            </a:pPr>
            <a:r>
              <a:rPr lang="en-US" altLang="en-US" sz="1600" b="1"/>
              <a:t>Sequentially assigned</a:t>
            </a:r>
          </a:p>
        </p:txBody>
      </p:sp>
      <p:sp>
        <p:nvSpPr>
          <p:cNvPr id="40968" name="Rectangle 11">
            <a:extLst>
              <a:ext uri="{FF2B5EF4-FFF2-40B4-BE49-F238E27FC236}">
                <a16:creationId xmlns:a16="http://schemas.microsoft.com/office/drawing/2014/main" id="{7E5FA60C-8E8F-7FC0-7E32-1957297B353B}"/>
              </a:ext>
            </a:extLst>
          </p:cNvPr>
          <p:cNvSpPr>
            <a:spLocks noChangeArrowheads="1"/>
          </p:cNvSpPr>
          <p:nvPr/>
        </p:nvSpPr>
        <p:spPr bwMode="auto">
          <a:xfrm>
            <a:off x="5638800" y="4953000"/>
            <a:ext cx="2971800" cy="787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algn="ctr" eaLnBrk="1" hangingPunct="1">
              <a:buClrTx/>
              <a:buFontTx/>
              <a:buNone/>
            </a:pPr>
            <a:r>
              <a:rPr lang="en-US" altLang="en-US" sz="1600" b="1"/>
              <a:t>Subsystem</a:t>
            </a:r>
          </a:p>
        </p:txBody>
      </p:sp>
      <p:sp>
        <p:nvSpPr>
          <p:cNvPr id="40969" name="Line 12">
            <a:extLst>
              <a:ext uri="{FF2B5EF4-FFF2-40B4-BE49-F238E27FC236}">
                <a16:creationId xmlns:a16="http://schemas.microsoft.com/office/drawing/2014/main" id="{14399284-34F9-D820-923E-0AAFCF803493}"/>
              </a:ext>
            </a:extLst>
          </p:cNvPr>
          <p:cNvSpPr>
            <a:spLocks noChangeShapeType="1"/>
          </p:cNvSpPr>
          <p:nvPr/>
        </p:nvSpPr>
        <p:spPr bwMode="auto">
          <a:xfrm flipV="1">
            <a:off x="1981200" y="4114800"/>
            <a:ext cx="14478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0" name="Line 13">
            <a:extLst>
              <a:ext uri="{FF2B5EF4-FFF2-40B4-BE49-F238E27FC236}">
                <a16:creationId xmlns:a16="http://schemas.microsoft.com/office/drawing/2014/main" id="{8D9CA88E-7C59-59FF-5217-EEB1C1AC05FD}"/>
              </a:ext>
            </a:extLst>
          </p:cNvPr>
          <p:cNvSpPr>
            <a:spLocks noChangeShapeType="1"/>
          </p:cNvSpPr>
          <p:nvPr/>
        </p:nvSpPr>
        <p:spPr bwMode="auto">
          <a:xfrm flipV="1">
            <a:off x="4597400" y="4229100"/>
            <a:ext cx="0" cy="6858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1" name="Line 14">
            <a:extLst>
              <a:ext uri="{FF2B5EF4-FFF2-40B4-BE49-F238E27FC236}">
                <a16:creationId xmlns:a16="http://schemas.microsoft.com/office/drawing/2014/main" id="{9CAE16E9-8136-1D91-2B95-C2B800235EE5}"/>
              </a:ext>
            </a:extLst>
          </p:cNvPr>
          <p:cNvSpPr>
            <a:spLocks noChangeShapeType="1"/>
          </p:cNvSpPr>
          <p:nvPr/>
        </p:nvSpPr>
        <p:spPr bwMode="auto">
          <a:xfrm flipH="1" flipV="1">
            <a:off x="5638800" y="4114800"/>
            <a:ext cx="1447800" cy="76200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40972" name="TextBox 13">
            <a:extLst>
              <a:ext uri="{FF2B5EF4-FFF2-40B4-BE49-F238E27FC236}">
                <a16:creationId xmlns:a16="http://schemas.microsoft.com/office/drawing/2014/main" id="{9BA3C2A2-042B-27F0-6BA6-0C22D2DCDFAC}"/>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3009" name="Rectangle 2">
            <a:extLst>
              <a:ext uri="{FF2B5EF4-FFF2-40B4-BE49-F238E27FC236}">
                <a16:creationId xmlns:a16="http://schemas.microsoft.com/office/drawing/2014/main" id="{43672842-ADB1-C107-6431-D175D17CEFE8}"/>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43010" name="Text Box 3">
            <a:extLst>
              <a:ext uri="{FF2B5EF4-FFF2-40B4-BE49-F238E27FC236}">
                <a16:creationId xmlns:a16="http://schemas.microsoft.com/office/drawing/2014/main" id="{AA696384-9EA8-E1E5-0091-7ECB2600E2AA}"/>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28303CD-78FE-409A-86B9-02E6AA1F23A3}" type="slidenum">
              <a:rPr lang="en-US" altLang="en-US" sz="1200" b="1">
                <a:solidFill>
                  <a:srgbClr val="1C1C1C"/>
                </a:solidFill>
              </a:rPr>
              <a:pPr eaLnBrk="1" hangingPunct="1">
                <a:spcBef>
                  <a:spcPct val="0"/>
                </a:spcBef>
                <a:buClrTx/>
                <a:buFontTx/>
                <a:buNone/>
              </a:pPr>
              <a:t>14</a:t>
            </a:fld>
            <a:endParaRPr lang="en-US" altLang="en-US" sz="1200" b="1">
              <a:solidFill>
                <a:srgbClr val="1C1C1C"/>
              </a:solidFill>
            </a:endParaRPr>
          </a:p>
        </p:txBody>
      </p:sp>
      <p:sp>
        <p:nvSpPr>
          <p:cNvPr id="43011" name="Rectangle 4">
            <a:extLst>
              <a:ext uri="{FF2B5EF4-FFF2-40B4-BE49-F238E27FC236}">
                <a16:creationId xmlns:a16="http://schemas.microsoft.com/office/drawing/2014/main" id="{F0E7A7CA-3501-DDD0-628E-0736D07BECA9}"/>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1a</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43012" name="TextBox 5">
            <a:extLst>
              <a:ext uri="{FF2B5EF4-FFF2-40B4-BE49-F238E27FC236}">
                <a16:creationId xmlns:a16="http://schemas.microsoft.com/office/drawing/2014/main" id="{F05FEB21-FD7A-8EC2-88CA-3C4C76A2F715}"/>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7" name="Rectangle 2">
            <a:extLst>
              <a:ext uri="{FF2B5EF4-FFF2-40B4-BE49-F238E27FC236}">
                <a16:creationId xmlns:a16="http://schemas.microsoft.com/office/drawing/2014/main" id="{D83601F4-0AEE-22A7-7F0A-5DC7FB82771E}"/>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45058" name="Text Box 3">
            <a:extLst>
              <a:ext uri="{FF2B5EF4-FFF2-40B4-BE49-F238E27FC236}">
                <a16:creationId xmlns:a16="http://schemas.microsoft.com/office/drawing/2014/main" id="{4741D16C-CBF3-2315-ADA5-70EA1DD80481}"/>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4419F35-7146-48A6-B806-C5E2F84006BB}" type="slidenum">
              <a:rPr lang="en-US" altLang="en-US" sz="1200" b="1">
                <a:solidFill>
                  <a:srgbClr val="1C1C1C"/>
                </a:solidFill>
              </a:rPr>
              <a:pPr eaLnBrk="1" hangingPunct="1">
                <a:spcBef>
                  <a:spcPct val="0"/>
                </a:spcBef>
                <a:buClrTx/>
                <a:buFontTx/>
                <a:buNone/>
              </a:pPr>
              <a:t>15</a:t>
            </a:fld>
            <a:endParaRPr lang="en-US" altLang="en-US" sz="1200" b="1">
              <a:solidFill>
                <a:srgbClr val="1C1C1C"/>
              </a:solidFill>
            </a:endParaRPr>
          </a:p>
        </p:txBody>
      </p:sp>
      <p:sp>
        <p:nvSpPr>
          <p:cNvPr id="45059" name="Rectangle 4">
            <a:extLst>
              <a:ext uri="{FF2B5EF4-FFF2-40B4-BE49-F238E27FC236}">
                <a16:creationId xmlns:a16="http://schemas.microsoft.com/office/drawing/2014/main" id="{66431C0B-F68E-ECE1-7FB6-5D3542537B10}"/>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1b</a:t>
            </a:r>
          </a:p>
          <a:p>
            <a:pPr algn="ctr" eaLnBrk="1" hangingPunct="1">
              <a:buClr>
                <a:schemeClr val="bg2"/>
              </a:buClr>
              <a:buFontTx/>
              <a:buNone/>
            </a:pPr>
            <a:endParaRPr lang="en-US" altLang="en-US" sz="2400" b="1"/>
          </a:p>
          <a:p>
            <a:pPr algn="ctr" eaLnBrk="1" hangingPunct="1">
              <a:buClr>
                <a:schemeClr val="bg2"/>
              </a:buClr>
              <a:buFontTx/>
              <a:buNone/>
            </a:pPr>
            <a:r>
              <a:rPr lang="en-US" altLang="en-US" b="1"/>
              <a:t>Fundamentals of Configuration Management</a:t>
            </a:r>
            <a:endParaRPr lang="en-US" altLang="en-US" b="1">
              <a:solidFill>
                <a:schemeClr val="bg2"/>
              </a:solidFill>
            </a:endParaRPr>
          </a:p>
        </p:txBody>
      </p:sp>
      <p:sp>
        <p:nvSpPr>
          <p:cNvPr id="45060" name="TextBox 4">
            <a:extLst>
              <a:ext uri="{FF2B5EF4-FFF2-40B4-BE49-F238E27FC236}">
                <a16:creationId xmlns:a16="http://schemas.microsoft.com/office/drawing/2014/main" id="{2426CB67-40EA-D977-EDA0-18656C33ABB4}"/>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Rectangle 2">
            <a:extLst>
              <a:ext uri="{FF2B5EF4-FFF2-40B4-BE49-F238E27FC236}">
                <a16:creationId xmlns:a16="http://schemas.microsoft.com/office/drawing/2014/main" id="{755D999A-E289-A0BA-3888-CEE9FDA0B424}"/>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47106" name="Text Box 3">
            <a:extLst>
              <a:ext uri="{FF2B5EF4-FFF2-40B4-BE49-F238E27FC236}">
                <a16:creationId xmlns:a16="http://schemas.microsoft.com/office/drawing/2014/main" id="{DE6F4E80-2489-0976-D7A3-2B402F73435E}"/>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B9EF935-1EE9-425D-BA9D-A96E8C4A5BC7}" type="slidenum">
              <a:rPr lang="en-US" altLang="en-US" sz="1200" b="1">
                <a:solidFill>
                  <a:srgbClr val="1C1C1C"/>
                </a:solidFill>
              </a:rPr>
              <a:pPr eaLnBrk="1" hangingPunct="1">
                <a:spcBef>
                  <a:spcPct val="0"/>
                </a:spcBef>
                <a:buClrTx/>
                <a:buFontTx/>
                <a:buNone/>
              </a:pPr>
              <a:t>16</a:t>
            </a:fld>
            <a:endParaRPr lang="en-US" altLang="en-US" sz="1200" b="1">
              <a:solidFill>
                <a:srgbClr val="1C1C1C"/>
              </a:solidFill>
            </a:endParaRPr>
          </a:p>
        </p:txBody>
      </p:sp>
      <p:sp>
        <p:nvSpPr>
          <p:cNvPr id="47107" name="Rectangle 5">
            <a:extLst>
              <a:ext uri="{FF2B5EF4-FFF2-40B4-BE49-F238E27FC236}">
                <a16:creationId xmlns:a16="http://schemas.microsoft.com/office/drawing/2014/main" id="{60BBBA23-C6CC-A1D4-A27B-3EC34AE67622}"/>
              </a:ext>
            </a:extLst>
          </p:cNvPr>
          <p:cNvSpPr>
            <a:spLocks noChangeArrowheads="1"/>
          </p:cNvSpPr>
          <p:nvPr/>
        </p:nvSpPr>
        <p:spPr bwMode="auto">
          <a:xfrm>
            <a:off x="400050" y="14319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47108" name="Rectangle 6">
            <a:extLst>
              <a:ext uri="{FF2B5EF4-FFF2-40B4-BE49-F238E27FC236}">
                <a16:creationId xmlns:a16="http://schemas.microsoft.com/office/drawing/2014/main" id="{958DC123-C029-5814-05AD-1E73A6B22358}"/>
              </a:ext>
            </a:extLst>
          </p:cNvPr>
          <p:cNvSpPr>
            <a:spLocks noChangeArrowheads="1"/>
          </p:cNvSpPr>
          <p:nvPr/>
        </p:nvSpPr>
        <p:spPr bwMode="auto">
          <a:xfrm>
            <a:off x="647700" y="241935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r>
              <a:rPr lang="en-US" altLang="en-US" sz="2400"/>
              <a:t>Discusses fundamentals of configuration management and change</a:t>
            </a:r>
          </a:p>
          <a:p>
            <a:pPr eaLnBrk="1" hangingPunct="1">
              <a:buClr>
                <a:schemeClr val="bg2"/>
              </a:buClr>
              <a:buFontTx/>
              <a:buNone/>
            </a:pPr>
            <a:endParaRPr lang="en-US" altLang="en-US" sz="2400"/>
          </a:p>
          <a:p>
            <a:pPr eaLnBrk="1" hangingPunct="1">
              <a:buClr>
                <a:schemeClr val="bg2"/>
              </a:buClr>
              <a:buFontTx/>
              <a:buChar char="•"/>
            </a:pPr>
            <a:r>
              <a:rPr lang="en-US" altLang="en-US" sz="2400"/>
              <a:t> Identifies four elements of configuration management</a:t>
            </a:r>
          </a:p>
          <a:p>
            <a:pPr eaLnBrk="1" hangingPunct="1">
              <a:buClr>
                <a:schemeClr val="bg2"/>
              </a:buClr>
              <a:buFontTx/>
              <a:buNone/>
            </a:pPr>
            <a:endParaRPr lang="en-US" altLang="en-US" sz="2400"/>
          </a:p>
          <a:p>
            <a:pPr eaLnBrk="1" hangingPunct="1">
              <a:buClr>
                <a:schemeClr val="bg2"/>
              </a:buClr>
              <a:buFontTx/>
              <a:buChar char="•"/>
            </a:pPr>
            <a:r>
              <a:rPr lang="en-US" altLang="en-US" sz="2400"/>
              <a:t> Defines OSS&amp;E</a:t>
            </a:r>
          </a:p>
          <a:p>
            <a:pPr eaLnBrk="1" hangingPunct="1">
              <a:buClr>
                <a:schemeClr val="bg2"/>
              </a:buClr>
              <a:buFontTx/>
              <a:buNone/>
            </a:pPr>
            <a:endParaRPr lang="en-US" altLang="en-US" sz="2400"/>
          </a:p>
          <a:p>
            <a:pPr eaLnBrk="1" hangingPunct="1">
              <a:buClr>
                <a:schemeClr val="bg2"/>
              </a:buClr>
              <a:buFontTx/>
              <a:buChar char="•"/>
            </a:pPr>
            <a:r>
              <a:rPr lang="en-US" altLang="en-US" sz="2400"/>
              <a:t> Explains effects of DMSMS on configuration management</a:t>
            </a:r>
          </a:p>
        </p:txBody>
      </p:sp>
      <p:sp>
        <p:nvSpPr>
          <p:cNvPr id="47109" name="TextBox 6">
            <a:extLst>
              <a:ext uri="{FF2B5EF4-FFF2-40B4-BE49-F238E27FC236}">
                <a16:creationId xmlns:a16="http://schemas.microsoft.com/office/drawing/2014/main" id="{CF068CBC-30DF-19CA-8B21-F2E17D433C7F}"/>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Rectangle 3">
            <a:extLst>
              <a:ext uri="{FF2B5EF4-FFF2-40B4-BE49-F238E27FC236}">
                <a16:creationId xmlns:a16="http://schemas.microsoft.com/office/drawing/2014/main" id="{815ECF2C-9274-0CA8-A4BD-269744A41198}"/>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49154" name="Text Box 4">
            <a:extLst>
              <a:ext uri="{FF2B5EF4-FFF2-40B4-BE49-F238E27FC236}">
                <a16:creationId xmlns:a16="http://schemas.microsoft.com/office/drawing/2014/main" id="{CC3363D9-0CF1-7671-AFC5-3F3207BC2868}"/>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40AEA19-A69B-413E-ABD0-EE165FF737C0}" type="slidenum">
              <a:rPr lang="en-US" altLang="en-US" sz="1200" b="1">
                <a:solidFill>
                  <a:srgbClr val="1C1C1C"/>
                </a:solidFill>
              </a:rPr>
              <a:pPr eaLnBrk="1" hangingPunct="1">
                <a:spcBef>
                  <a:spcPct val="0"/>
                </a:spcBef>
                <a:buClrTx/>
                <a:buFontTx/>
                <a:buNone/>
              </a:pPr>
              <a:t>17</a:t>
            </a:fld>
            <a:endParaRPr lang="en-US" altLang="en-US" sz="1200" b="1">
              <a:solidFill>
                <a:srgbClr val="1C1C1C"/>
              </a:solidFill>
            </a:endParaRPr>
          </a:p>
        </p:txBody>
      </p:sp>
      <p:sp>
        <p:nvSpPr>
          <p:cNvPr id="49155" name="Rectangle 7">
            <a:extLst>
              <a:ext uri="{FF2B5EF4-FFF2-40B4-BE49-F238E27FC236}">
                <a16:creationId xmlns:a16="http://schemas.microsoft.com/office/drawing/2014/main" id="{37B1DC75-4E24-62EA-B73D-045D3140586C}"/>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Configuration Management (CM)</a:t>
            </a:r>
            <a:endParaRPr lang="en-US" altLang="en-US" sz="2200" b="1">
              <a:solidFill>
                <a:schemeClr val="bg2"/>
              </a:solidFill>
            </a:endParaRPr>
          </a:p>
        </p:txBody>
      </p:sp>
      <p:sp>
        <p:nvSpPr>
          <p:cNvPr id="49156" name="Rectangle 8">
            <a:extLst>
              <a:ext uri="{FF2B5EF4-FFF2-40B4-BE49-F238E27FC236}">
                <a16:creationId xmlns:a16="http://schemas.microsoft.com/office/drawing/2014/main" id="{104B273D-A46E-F593-27B8-0064F71E13FF}"/>
              </a:ext>
            </a:extLst>
          </p:cNvPr>
          <p:cNvSpPr>
            <a:spLocks noChangeArrowheads="1"/>
          </p:cNvSpPr>
          <p:nvPr/>
        </p:nvSpPr>
        <p:spPr bwMode="auto">
          <a:xfrm>
            <a:off x="685800" y="1295400"/>
            <a:ext cx="8153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2000"/>
          </a:p>
          <a:p>
            <a:pPr eaLnBrk="1" hangingPunct="1">
              <a:buClr>
                <a:schemeClr val="bg2"/>
              </a:buClr>
              <a:buFontTx/>
              <a:buNone/>
            </a:pPr>
            <a:r>
              <a:rPr lang="en-US" altLang="en-US" sz="2000"/>
              <a:t>Configuration – the functional and/or physical characteristics of hardware and/or software as set forth in technical documentation and achieved in a product</a:t>
            </a:r>
          </a:p>
          <a:p>
            <a:pPr eaLnBrk="1" hangingPunct="1">
              <a:buClr>
                <a:schemeClr val="bg2"/>
              </a:buClr>
              <a:buFontTx/>
              <a:buNone/>
            </a:pPr>
            <a:endParaRPr lang="en-US" altLang="en-US" sz="2000"/>
          </a:p>
          <a:p>
            <a:pPr eaLnBrk="1" hangingPunct="1">
              <a:buClr>
                <a:schemeClr val="bg2"/>
              </a:buClr>
              <a:buFontTx/>
              <a:buChar char="•"/>
            </a:pPr>
            <a:r>
              <a:rPr lang="en-US" altLang="en-US" sz="2000"/>
              <a:t> Primary purpose of CM is to ensure documentation used to identify and describe product and the product itself are one in the same</a:t>
            </a:r>
          </a:p>
          <a:p>
            <a:pPr eaLnBrk="1" hangingPunct="1">
              <a:buClr>
                <a:schemeClr val="bg2"/>
              </a:buClr>
              <a:buFontTx/>
              <a:buChar char="•"/>
            </a:pPr>
            <a:endParaRPr lang="en-US" altLang="en-US" sz="2000"/>
          </a:p>
          <a:p>
            <a:pPr eaLnBrk="1" hangingPunct="1">
              <a:buClr>
                <a:schemeClr val="bg2"/>
              </a:buClr>
              <a:buFontTx/>
              <a:buChar char="•"/>
            </a:pPr>
            <a:r>
              <a:rPr lang="en-US" altLang="en-US" sz="2000"/>
              <a:t> Identifies change, manages change, ensures changes are properly 	implemented, reports changes, and records changes</a:t>
            </a:r>
          </a:p>
        </p:txBody>
      </p:sp>
      <p:pic>
        <p:nvPicPr>
          <p:cNvPr id="49157" name="Picture 9" descr="CM_1">
            <a:extLst>
              <a:ext uri="{FF2B5EF4-FFF2-40B4-BE49-F238E27FC236}">
                <a16:creationId xmlns:a16="http://schemas.microsoft.com/office/drawing/2014/main" id="{58365278-4E89-2FC7-1A7B-1A19B47A064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 y="4797425"/>
            <a:ext cx="2857500" cy="160337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49158" name="TextBox 7">
            <a:extLst>
              <a:ext uri="{FF2B5EF4-FFF2-40B4-BE49-F238E27FC236}">
                <a16:creationId xmlns:a16="http://schemas.microsoft.com/office/drawing/2014/main" id="{A81330AA-1F06-FEE7-C72D-3720201FA460}"/>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Rectangle 2">
            <a:extLst>
              <a:ext uri="{FF2B5EF4-FFF2-40B4-BE49-F238E27FC236}">
                <a16:creationId xmlns:a16="http://schemas.microsoft.com/office/drawing/2014/main" id="{9E44A4B7-D183-F9F9-339C-96FE10F7D943}"/>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51202" name="Text Box 3">
            <a:extLst>
              <a:ext uri="{FF2B5EF4-FFF2-40B4-BE49-F238E27FC236}">
                <a16:creationId xmlns:a16="http://schemas.microsoft.com/office/drawing/2014/main" id="{0B688BEE-AE54-B29B-A8E5-4BC46874CCE5}"/>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81DF0FA-5CBF-49D3-82ED-4AD4016C148F}" type="slidenum">
              <a:rPr lang="en-US" altLang="en-US" sz="1200" b="1">
                <a:solidFill>
                  <a:srgbClr val="1C1C1C"/>
                </a:solidFill>
              </a:rPr>
              <a:pPr eaLnBrk="1" hangingPunct="1">
                <a:spcBef>
                  <a:spcPct val="0"/>
                </a:spcBef>
                <a:buClrTx/>
                <a:buFontTx/>
                <a:buNone/>
              </a:pPr>
              <a:t>18</a:t>
            </a:fld>
            <a:endParaRPr lang="en-US" altLang="en-US" sz="1200" b="1">
              <a:solidFill>
                <a:srgbClr val="1C1C1C"/>
              </a:solidFill>
            </a:endParaRPr>
          </a:p>
        </p:txBody>
      </p:sp>
      <p:sp>
        <p:nvSpPr>
          <p:cNvPr id="51203" name="Rectangle 5">
            <a:extLst>
              <a:ext uri="{FF2B5EF4-FFF2-40B4-BE49-F238E27FC236}">
                <a16:creationId xmlns:a16="http://schemas.microsoft.com/office/drawing/2014/main" id="{73508C88-0267-D345-057A-6720DAA62ABF}"/>
              </a:ext>
            </a:extLst>
          </p:cNvPr>
          <p:cNvSpPr>
            <a:spLocks noChangeArrowheads="1"/>
          </p:cNvSpPr>
          <p:nvPr/>
        </p:nvSpPr>
        <p:spPr bwMode="auto">
          <a:xfrm>
            <a:off x="400050" y="13303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Four Elements of CM</a:t>
            </a:r>
            <a:endParaRPr lang="en-US" altLang="en-US" sz="2200" b="1">
              <a:solidFill>
                <a:schemeClr val="bg2"/>
              </a:solidFill>
            </a:endParaRPr>
          </a:p>
        </p:txBody>
      </p:sp>
      <p:sp>
        <p:nvSpPr>
          <p:cNvPr id="51204" name="Rectangle 6">
            <a:extLst>
              <a:ext uri="{FF2B5EF4-FFF2-40B4-BE49-F238E27FC236}">
                <a16:creationId xmlns:a16="http://schemas.microsoft.com/office/drawing/2014/main" id="{E9EF9681-7BC6-2D65-C192-FFB8008E6E7E}"/>
              </a:ext>
            </a:extLst>
          </p:cNvPr>
          <p:cNvSpPr>
            <a:spLocks noChangeArrowheads="1"/>
          </p:cNvSpPr>
          <p:nvPr/>
        </p:nvSpPr>
        <p:spPr bwMode="auto">
          <a:xfrm>
            <a:off x="685800" y="1847850"/>
            <a:ext cx="8153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AutoNum type="arabicParenR"/>
            </a:pPr>
            <a:endParaRPr lang="en-US" altLang="en-US" sz="1600"/>
          </a:p>
          <a:p>
            <a:pPr eaLnBrk="1" hangingPunct="1">
              <a:buClr>
                <a:schemeClr val="bg2"/>
              </a:buClr>
              <a:buFontTx/>
              <a:buAutoNum type="arabicParenR"/>
            </a:pPr>
            <a:r>
              <a:rPr lang="en-US" altLang="en-US" sz="2400"/>
              <a:t>Configuration Identification</a:t>
            </a:r>
          </a:p>
          <a:p>
            <a:pPr eaLnBrk="1" hangingPunct="1">
              <a:buClr>
                <a:schemeClr val="bg2"/>
              </a:buClr>
              <a:buFontTx/>
              <a:buAutoNum type="arabicParenR"/>
            </a:pPr>
            <a:endParaRPr lang="en-US" altLang="en-US" sz="2400"/>
          </a:p>
          <a:p>
            <a:pPr eaLnBrk="1" hangingPunct="1">
              <a:buClr>
                <a:schemeClr val="bg2"/>
              </a:buClr>
              <a:buFontTx/>
              <a:buAutoNum type="arabicParenR"/>
            </a:pPr>
            <a:r>
              <a:rPr lang="en-US" altLang="en-US" sz="2400"/>
              <a:t>Configuration Change Control</a:t>
            </a:r>
          </a:p>
          <a:p>
            <a:pPr eaLnBrk="1" hangingPunct="1">
              <a:buClr>
                <a:schemeClr val="bg2"/>
              </a:buClr>
              <a:buFontTx/>
              <a:buAutoNum type="arabicParenR"/>
            </a:pPr>
            <a:endParaRPr lang="en-US" altLang="en-US" sz="2400"/>
          </a:p>
          <a:p>
            <a:pPr eaLnBrk="1" hangingPunct="1">
              <a:buClr>
                <a:schemeClr val="bg2"/>
              </a:buClr>
              <a:buFontTx/>
              <a:buAutoNum type="arabicParenR"/>
            </a:pPr>
            <a:r>
              <a:rPr lang="en-US" altLang="en-US" sz="2400"/>
              <a:t>Configuration Audits</a:t>
            </a:r>
          </a:p>
          <a:p>
            <a:pPr eaLnBrk="1" hangingPunct="1">
              <a:buClr>
                <a:schemeClr val="bg2"/>
              </a:buClr>
              <a:buFontTx/>
              <a:buAutoNum type="arabicParenR"/>
            </a:pPr>
            <a:endParaRPr lang="en-US" altLang="en-US" sz="2400"/>
          </a:p>
          <a:p>
            <a:pPr eaLnBrk="1" hangingPunct="1">
              <a:buClr>
                <a:schemeClr val="bg2"/>
              </a:buClr>
              <a:buFontTx/>
              <a:buAutoNum type="arabicParenR"/>
            </a:pPr>
            <a:r>
              <a:rPr lang="en-US" altLang="en-US" sz="2400"/>
              <a:t>Configuration Status Accounting</a:t>
            </a:r>
          </a:p>
        </p:txBody>
      </p:sp>
      <p:pic>
        <p:nvPicPr>
          <p:cNvPr id="51205" name="Picture 8" descr="CM_2">
            <a:extLst>
              <a:ext uri="{FF2B5EF4-FFF2-40B4-BE49-F238E27FC236}">
                <a16:creationId xmlns:a16="http://schemas.microsoft.com/office/drawing/2014/main" id="{023C2141-0BC5-B20B-E046-081D7C400D8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29250" y="2097088"/>
            <a:ext cx="310515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1206" name="TextBox 7">
            <a:extLst>
              <a:ext uri="{FF2B5EF4-FFF2-40B4-BE49-F238E27FC236}">
                <a16:creationId xmlns:a16="http://schemas.microsoft.com/office/drawing/2014/main" id="{1C00140A-BE74-2C53-2467-871F12E24E14}"/>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Rectangle 2">
            <a:extLst>
              <a:ext uri="{FF2B5EF4-FFF2-40B4-BE49-F238E27FC236}">
                <a16:creationId xmlns:a16="http://schemas.microsoft.com/office/drawing/2014/main" id="{8B676065-1BA7-6159-D228-A9BA1A59F830}"/>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53250" name="Text Box 3">
            <a:extLst>
              <a:ext uri="{FF2B5EF4-FFF2-40B4-BE49-F238E27FC236}">
                <a16:creationId xmlns:a16="http://schemas.microsoft.com/office/drawing/2014/main" id="{0C51E46A-112B-5573-273F-17F07798B7AA}"/>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035A5DC-DF78-4BB2-8100-FCBBEDB2C7A0}" type="slidenum">
              <a:rPr lang="en-US" altLang="en-US" sz="1200" b="1">
                <a:solidFill>
                  <a:srgbClr val="1C1C1C"/>
                </a:solidFill>
              </a:rPr>
              <a:pPr eaLnBrk="1" hangingPunct="1">
                <a:spcBef>
                  <a:spcPct val="0"/>
                </a:spcBef>
                <a:buClrTx/>
                <a:buFontTx/>
                <a:buNone/>
              </a:pPr>
              <a:t>19</a:t>
            </a:fld>
            <a:endParaRPr lang="en-US" altLang="en-US" sz="1200" b="1">
              <a:solidFill>
                <a:srgbClr val="1C1C1C"/>
              </a:solidFill>
            </a:endParaRPr>
          </a:p>
        </p:txBody>
      </p:sp>
      <p:sp>
        <p:nvSpPr>
          <p:cNvPr id="53251" name="Rectangle 5">
            <a:extLst>
              <a:ext uri="{FF2B5EF4-FFF2-40B4-BE49-F238E27FC236}">
                <a16:creationId xmlns:a16="http://schemas.microsoft.com/office/drawing/2014/main" id="{CDB48105-ACA1-0B8D-0F02-33D3F00B7713}"/>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Configuration Control Board (CCB)</a:t>
            </a:r>
            <a:endParaRPr lang="en-US" altLang="en-US" sz="2200" b="1">
              <a:solidFill>
                <a:schemeClr val="bg2"/>
              </a:solidFill>
            </a:endParaRPr>
          </a:p>
        </p:txBody>
      </p:sp>
      <p:sp>
        <p:nvSpPr>
          <p:cNvPr id="53252" name="Rectangle 6">
            <a:extLst>
              <a:ext uri="{FF2B5EF4-FFF2-40B4-BE49-F238E27FC236}">
                <a16:creationId xmlns:a16="http://schemas.microsoft.com/office/drawing/2014/main" id="{79B470AB-A0DD-3007-A575-C5696320F713}"/>
              </a:ext>
            </a:extLst>
          </p:cNvPr>
          <p:cNvSpPr>
            <a:spLocks noChangeArrowheads="1"/>
          </p:cNvSpPr>
          <p:nvPr/>
        </p:nvSpPr>
        <p:spPr bwMode="auto">
          <a:xfrm>
            <a:off x="685800" y="1498600"/>
            <a:ext cx="8153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400"/>
              <a:t>Approves configuration changes</a:t>
            </a:r>
          </a:p>
          <a:p>
            <a:pPr eaLnBrk="1" hangingPunct="1">
              <a:buClr>
                <a:schemeClr val="bg2"/>
              </a:buClr>
              <a:buFontTx/>
              <a:buNone/>
            </a:pPr>
            <a:endParaRPr lang="en-US" altLang="en-US" sz="2400"/>
          </a:p>
          <a:p>
            <a:pPr eaLnBrk="1" hangingPunct="1">
              <a:buClr>
                <a:schemeClr val="bg2"/>
              </a:buClr>
              <a:buFontTx/>
              <a:buChar char="•"/>
            </a:pPr>
            <a:r>
              <a:rPr lang="en-US" altLang="en-US" sz="2400"/>
              <a:t>Composed of representatives from program/project functional areas</a:t>
            </a:r>
          </a:p>
          <a:p>
            <a:pPr eaLnBrk="1" hangingPunct="1">
              <a:buClr>
                <a:schemeClr val="bg2"/>
              </a:buClr>
              <a:buFontTx/>
              <a:buChar char="•"/>
            </a:pPr>
            <a:endParaRPr lang="en-US" altLang="en-US" sz="2400"/>
          </a:p>
          <a:p>
            <a:pPr eaLnBrk="1" hangingPunct="1">
              <a:buClr>
                <a:schemeClr val="bg2"/>
              </a:buClr>
              <a:buFontTx/>
              <a:buChar char="•"/>
            </a:pPr>
            <a:r>
              <a:rPr lang="en-US" altLang="en-US" sz="2400"/>
              <a:t>Approves or disapproves changes via ECPs</a:t>
            </a:r>
          </a:p>
          <a:p>
            <a:pPr eaLnBrk="1" hangingPunct="1">
              <a:buClr>
                <a:schemeClr val="bg2"/>
              </a:buClr>
              <a:buFontTx/>
              <a:buChar char="•"/>
            </a:pPr>
            <a:endParaRPr lang="en-US" altLang="en-US" sz="2400"/>
          </a:p>
          <a:p>
            <a:pPr eaLnBrk="1" hangingPunct="1">
              <a:buClr>
                <a:schemeClr val="bg2"/>
              </a:buClr>
              <a:buFontTx/>
              <a:buChar char="•"/>
            </a:pPr>
            <a:r>
              <a:rPr lang="en-US" altLang="en-US" sz="2400"/>
              <a:t>Approves conversion of ECPs to TCTOs </a:t>
            </a:r>
          </a:p>
          <a:p>
            <a:pPr eaLnBrk="1" hangingPunct="1">
              <a:buClr>
                <a:schemeClr val="bg2"/>
              </a:buClr>
              <a:buFontTx/>
              <a:buChar char="•"/>
            </a:pPr>
            <a:endParaRPr lang="en-US" altLang="en-US" sz="2400"/>
          </a:p>
          <a:p>
            <a:pPr eaLnBrk="1" hangingPunct="1">
              <a:buClr>
                <a:schemeClr val="bg2"/>
              </a:buClr>
              <a:buFontTx/>
              <a:buChar char="•"/>
            </a:pPr>
            <a:r>
              <a:rPr lang="en-US" altLang="en-US" sz="2400"/>
              <a:t>Issues implementation instructions</a:t>
            </a:r>
          </a:p>
        </p:txBody>
      </p:sp>
      <p:sp>
        <p:nvSpPr>
          <p:cNvPr id="53253" name="TextBox 6">
            <a:extLst>
              <a:ext uri="{FF2B5EF4-FFF2-40B4-BE49-F238E27FC236}">
                <a16:creationId xmlns:a16="http://schemas.microsoft.com/office/drawing/2014/main" id="{CB5A1DA4-2130-ACC5-BA6B-D68A5BD403A8}"/>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297" name="Rectangle 2">
            <a:extLst>
              <a:ext uri="{FF2B5EF4-FFF2-40B4-BE49-F238E27FC236}">
                <a16:creationId xmlns:a16="http://schemas.microsoft.com/office/drawing/2014/main" id="{CBECD90C-5EF1-99F1-CE32-952F8780251F}"/>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55298" name="Text Box 3">
            <a:extLst>
              <a:ext uri="{FF2B5EF4-FFF2-40B4-BE49-F238E27FC236}">
                <a16:creationId xmlns:a16="http://schemas.microsoft.com/office/drawing/2014/main" id="{E15C98FA-9EDF-BEC9-F832-482A73D7B549}"/>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8587539-B1A0-475A-B7E3-4F4369F92C66}" type="slidenum">
              <a:rPr lang="en-US" altLang="en-US" sz="1200" b="1">
                <a:solidFill>
                  <a:srgbClr val="1C1C1C"/>
                </a:solidFill>
              </a:rPr>
              <a:pPr eaLnBrk="1" hangingPunct="1">
                <a:spcBef>
                  <a:spcPct val="0"/>
                </a:spcBef>
                <a:buClrTx/>
                <a:buFontTx/>
                <a:buNone/>
              </a:pPr>
              <a:t>20</a:t>
            </a:fld>
            <a:endParaRPr lang="en-US" altLang="en-US" sz="1200" b="1">
              <a:solidFill>
                <a:srgbClr val="1C1C1C"/>
              </a:solidFill>
            </a:endParaRPr>
          </a:p>
        </p:txBody>
      </p:sp>
      <p:sp>
        <p:nvSpPr>
          <p:cNvPr id="55299" name="Rectangle 5">
            <a:extLst>
              <a:ext uri="{FF2B5EF4-FFF2-40B4-BE49-F238E27FC236}">
                <a16:creationId xmlns:a16="http://schemas.microsoft.com/office/drawing/2014/main" id="{6E56F299-B799-C85B-9A5F-F974C594A2A4}"/>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OSS&amp;E</a:t>
            </a:r>
            <a:endParaRPr lang="en-US" altLang="en-US" sz="2200" b="1">
              <a:solidFill>
                <a:schemeClr val="bg2"/>
              </a:solidFill>
            </a:endParaRPr>
          </a:p>
        </p:txBody>
      </p:sp>
      <p:sp>
        <p:nvSpPr>
          <p:cNvPr id="55300" name="Rectangle 6">
            <a:extLst>
              <a:ext uri="{FF2B5EF4-FFF2-40B4-BE49-F238E27FC236}">
                <a16:creationId xmlns:a16="http://schemas.microsoft.com/office/drawing/2014/main" id="{41DE346A-3645-3E74-6D97-F2F65BF126E3}"/>
              </a:ext>
            </a:extLst>
          </p:cNvPr>
          <p:cNvSpPr>
            <a:spLocks noChangeArrowheads="1"/>
          </p:cNvSpPr>
          <p:nvPr/>
        </p:nvSpPr>
        <p:spPr bwMode="auto">
          <a:xfrm>
            <a:off x="685800" y="1306513"/>
            <a:ext cx="8153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400"/>
              <a:t>Operational Safety, Suitability, and Effectiveness</a:t>
            </a:r>
          </a:p>
          <a:p>
            <a:pPr eaLnBrk="1" hangingPunct="1">
              <a:buClr>
                <a:schemeClr val="bg2"/>
              </a:buClr>
              <a:buFontTx/>
              <a:buChar char="•"/>
            </a:pPr>
            <a:endParaRPr lang="en-US" altLang="en-US" sz="2400"/>
          </a:p>
          <a:p>
            <a:pPr eaLnBrk="1" hangingPunct="1">
              <a:buClr>
                <a:schemeClr val="bg2"/>
              </a:buClr>
              <a:buFontTx/>
              <a:buChar char="•"/>
            </a:pPr>
            <a:r>
              <a:rPr lang="en-US" altLang="en-US" sz="2400"/>
              <a:t>Do not change configuration, sources of supply, or maintenance concepts for items without approval from engineering</a:t>
            </a:r>
          </a:p>
          <a:p>
            <a:pPr eaLnBrk="1" hangingPunct="1">
              <a:buClr>
                <a:schemeClr val="bg2"/>
              </a:buClr>
              <a:buFontTx/>
              <a:buChar char="•"/>
            </a:pPr>
            <a:endParaRPr lang="en-US" altLang="en-US" sz="2400"/>
          </a:p>
          <a:p>
            <a:pPr eaLnBrk="1" hangingPunct="1">
              <a:buClr>
                <a:schemeClr val="bg2"/>
              </a:buClr>
              <a:buFontTx/>
              <a:buChar char="•"/>
            </a:pPr>
            <a:r>
              <a:rPr lang="en-US" altLang="en-US" sz="2400"/>
              <a:t>Engineering must approve all part substitutions.</a:t>
            </a:r>
          </a:p>
        </p:txBody>
      </p:sp>
      <p:pic>
        <p:nvPicPr>
          <p:cNvPr id="55301" name="Picture 7" descr="OSSE">
            <a:extLst>
              <a:ext uri="{FF2B5EF4-FFF2-40B4-BE49-F238E27FC236}">
                <a16:creationId xmlns:a16="http://schemas.microsoft.com/office/drawing/2014/main" id="{AD7EB924-DC1D-5BB1-1202-104A37BF58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514600" y="4606925"/>
            <a:ext cx="3798888" cy="17287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55302" name="TextBox 7">
            <a:extLst>
              <a:ext uri="{FF2B5EF4-FFF2-40B4-BE49-F238E27FC236}">
                <a16:creationId xmlns:a16="http://schemas.microsoft.com/office/drawing/2014/main" id="{2548EC61-2DA7-B0C6-5705-0111B0EFA033}"/>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5" name="Rectangle 2">
            <a:extLst>
              <a:ext uri="{FF2B5EF4-FFF2-40B4-BE49-F238E27FC236}">
                <a16:creationId xmlns:a16="http://schemas.microsoft.com/office/drawing/2014/main" id="{07E825AD-CA50-6A63-45ED-8BD834D0B1B4}"/>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57346" name="Text Box 3">
            <a:extLst>
              <a:ext uri="{FF2B5EF4-FFF2-40B4-BE49-F238E27FC236}">
                <a16:creationId xmlns:a16="http://schemas.microsoft.com/office/drawing/2014/main" id="{E3D204F5-5629-09D8-3343-C12AEFB46859}"/>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D3DC886-F3B6-4DE4-8E09-3D0D3A22091C}" type="slidenum">
              <a:rPr lang="en-US" altLang="en-US" sz="1200" b="1">
                <a:solidFill>
                  <a:srgbClr val="1C1C1C"/>
                </a:solidFill>
              </a:rPr>
              <a:pPr eaLnBrk="1" hangingPunct="1">
                <a:spcBef>
                  <a:spcPct val="0"/>
                </a:spcBef>
                <a:buClrTx/>
                <a:buFontTx/>
                <a:buNone/>
              </a:pPr>
              <a:t>21</a:t>
            </a:fld>
            <a:endParaRPr lang="en-US" altLang="en-US" sz="1200" b="1">
              <a:solidFill>
                <a:srgbClr val="1C1C1C"/>
              </a:solidFill>
            </a:endParaRPr>
          </a:p>
        </p:txBody>
      </p:sp>
      <p:sp>
        <p:nvSpPr>
          <p:cNvPr id="57347" name="Rectangle 5">
            <a:extLst>
              <a:ext uri="{FF2B5EF4-FFF2-40B4-BE49-F238E27FC236}">
                <a16:creationId xmlns:a16="http://schemas.microsoft.com/office/drawing/2014/main" id="{E9184145-B8CF-B1CF-E5A4-68C7A817D89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200"/>
              <a:t>DMSMS</a:t>
            </a:r>
            <a:endParaRPr lang="en-US" altLang="en-US" sz="2200" b="1">
              <a:solidFill>
                <a:schemeClr val="bg2"/>
              </a:solidFill>
            </a:endParaRPr>
          </a:p>
        </p:txBody>
      </p:sp>
      <p:sp>
        <p:nvSpPr>
          <p:cNvPr id="57348" name="Rectangle 6">
            <a:extLst>
              <a:ext uri="{FF2B5EF4-FFF2-40B4-BE49-F238E27FC236}">
                <a16:creationId xmlns:a16="http://schemas.microsoft.com/office/drawing/2014/main" id="{F5686A6D-7925-1300-F2F8-B9822627D2D9}"/>
              </a:ext>
            </a:extLst>
          </p:cNvPr>
          <p:cNvSpPr>
            <a:spLocks noChangeArrowheads="1"/>
          </p:cNvSpPr>
          <p:nvPr/>
        </p:nvSpPr>
        <p:spPr bwMode="auto">
          <a:xfrm>
            <a:off x="685800" y="1374775"/>
            <a:ext cx="8153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200"/>
              <a:t>The loss, or impending loss, of manufacturers of items or suppliers of items or raw materials (DoD 4140.1-R)</a:t>
            </a:r>
          </a:p>
          <a:p>
            <a:pPr eaLnBrk="1" hangingPunct="1">
              <a:buClr>
                <a:schemeClr val="bg2"/>
              </a:buClr>
              <a:buFontTx/>
              <a:buChar char="•"/>
            </a:pPr>
            <a:endParaRPr lang="en-US" altLang="en-US" sz="2200"/>
          </a:p>
          <a:p>
            <a:pPr eaLnBrk="1" hangingPunct="1">
              <a:buClr>
                <a:schemeClr val="bg2"/>
              </a:buClr>
              <a:buFontTx/>
              <a:buChar char="•"/>
            </a:pPr>
            <a:r>
              <a:rPr lang="en-US" altLang="en-US" sz="2200"/>
              <a:t>When a part is no longer available due to DMSMS, a substitute must be identified and approved through formal configuration control process</a:t>
            </a:r>
          </a:p>
        </p:txBody>
      </p:sp>
      <p:sp>
        <p:nvSpPr>
          <p:cNvPr id="57349" name="Rectangle 8">
            <a:extLst>
              <a:ext uri="{FF2B5EF4-FFF2-40B4-BE49-F238E27FC236}">
                <a16:creationId xmlns:a16="http://schemas.microsoft.com/office/drawing/2014/main" id="{00E75344-5DF5-EE8F-02F7-E7651C223043}"/>
              </a:ext>
            </a:extLst>
          </p:cNvPr>
          <p:cNvSpPr>
            <a:spLocks noChangeArrowheads="1"/>
          </p:cNvSpPr>
          <p:nvPr/>
        </p:nvSpPr>
        <p:spPr bwMode="auto">
          <a:xfrm>
            <a:off x="296863" y="4151313"/>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200"/>
              <a:t>Form, Fit, Function, or Interface</a:t>
            </a:r>
            <a:endParaRPr lang="en-US" altLang="en-US" sz="2200" b="1">
              <a:solidFill>
                <a:schemeClr val="bg2"/>
              </a:solidFill>
            </a:endParaRPr>
          </a:p>
        </p:txBody>
      </p:sp>
      <p:sp>
        <p:nvSpPr>
          <p:cNvPr id="57350" name="Rectangle 9">
            <a:extLst>
              <a:ext uri="{FF2B5EF4-FFF2-40B4-BE49-F238E27FC236}">
                <a16:creationId xmlns:a16="http://schemas.microsoft.com/office/drawing/2014/main" id="{9CF77B82-3DFF-7C2C-BC25-50CE59C3928C}"/>
              </a:ext>
            </a:extLst>
          </p:cNvPr>
          <p:cNvSpPr>
            <a:spLocks noChangeArrowheads="1"/>
          </p:cNvSpPr>
          <p:nvPr/>
        </p:nvSpPr>
        <p:spPr bwMode="auto">
          <a:xfrm>
            <a:off x="685800" y="4470400"/>
            <a:ext cx="8153400" cy="1168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200"/>
              <a:t>Any configuration change is the alteration of form, fit, function, or interface and could affect the interchangeability and substitutability of an item.</a:t>
            </a:r>
          </a:p>
        </p:txBody>
      </p:sp>
      <p:sp>
        <p:nvSpPr>
          <p:cNvPr id="57351" name="TextBox 8">
            <a:extLst>
              <a:ext uri="{FF2B5EF4-FFF2-40B4-BE49-F238E27FC236}">
                <a16:creationId xmlns:a16="http://schemas.microsoft.com/office/drawing/2014/main" id="{44EB9229-1204-04A5-FB17-BA9DFBF11AF2}"/>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69" name="Rectangle 2">
            <a:extLst>
              <a:ext uri="{FF2B5EF4-FFF2-40B4-BE49-F238E27FC236}">
                <a16:creationId xmlns:a16="http://schemas.microsoft.com/office/drawing/2014/main" id="{843CD689-577A-7818-EDE6-2645EA714351}"/>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58370" name="Text Box 3">
            <a:extLst>
              <a:ext uri="{FF2B5EF4-FFF2-40B4-BE49-F238E27FC236}">
                <a16:creationId xmlns:a16="http://schemas.microsoft.com/office/drawing/2014/main" id="{933655F2-0B3C-E6D1-DA8D-D032C44C1B38}"/>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F02483C-EAD0-4B40-B909-C895548255F6}" type="slidenum">
              <a:rPr lang="en-US" altLang="en-US" sz="1200" b="1">
                <a:solidFill>
                  <a:srgbClr val="1C1C1C"/>
                </a:solidFill>
              </a:rPr>
              <a:pPr eaLnBrk="1" hangingPunct="1">
                <a:spcBef>
                  <a:spcPct val="0"/>
                </a:spcBef>
                <a:buClrTx/>
                <a:buFontTx/>
                <a:buNone/>
              </a:pPr>
              <a:t>22</a:t>
            </a:fld>
            <a:endParaRPr lang="en-US" altLang="en-US" sz="1200" b="1">
              <a:solidFill>
                <a:srgbClr val="1C1C1C"/>
              </a:solidFill>
            </a:endParaRPr>
          </a:p>
        </p:txBody>
      </p:sp>
      <p:sp>
        <p:nvSpPr>
          <p:cNvPr id="58371" name="Rectangle 5">
            <a:extLst>
              <a:ext uri="{FF2B5EF4-FFF2-40B4-BE49-F238E27FC236}">
                <a16:creationId xmlns:a16="http://schemas.microsoft.com/office/drawing/2014/main" id="{43674C72-6BF1-BD11-989C-C5808DE58913}"/>
              </a:ext>
            </a:extLst>
          </p:cNvPr>
          <p:cNvSpPr>
            <a:spLocks noChangeArrowheads="1"/>
          </p:cNvSpPr>
          <p:nvPr/>
        </p:nvSpPr>
        <p:spPr bwMode="auto">
          <a:xfrm>
            <a:off x="403225" y="12922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While Configuration and change control are handled by technical orders (IPB), this data is necessary for the computation of requirements.</a:t>
            </a:r>
          </a:p>
          <a:p>
            <a:pPr eaLnBrk="1" hangingPunct="1">
              <a:buClr>
                <a:schemeClr val="bg2"/>
              </a:buClr>
              <a:buFontTx/>
              <a:buNone/>
            </a:pPr>
            <a:endParaRPr lang="en-US" altLang="en-US" sz="2400"/>
          </a:p>
          <a:p>
            <a:pPr eaLnBrk="1" hangingPunct="1">
              <a:buClr>
                <a:schemeClr val="bg2"/>
              </a:buClr>
              <a:buFontTx/>
              <a:buNone/>
            </a:pPr>
            <a:r>
              <a:rPr lang="en-US" altLang="en-US" sz="2400"/>
              <a:t>Until the day comes when configuration data is systematically fed to the requirements management system, we rely on Equipment Specialists to ensure that our requirements systems are kept up to date.</a:t>
            </a:r>
          </a:p>
          <a:p>
            <a:pPr eaLnBrk="1" hangingPunct="1">
              <a:buClr>
                <a:schemeClr val="bg2"/>
              </a:buClr>
              <a:buFontTx/>
              <a:buNone/>
            </a:pPr>
            <a:endParaRPr lang="en-US" altLang="en-US" sz="2400"/>
          </a:p>
          <a:p>
            <a:pPr eaLnBrk="1" hangingPunct="1">
              <a:buClr>
                <a:schemeClr val="bg2"/>
              </a:buClr>
              <a:buFontTx/>
              <a:buNone/>
            </a:pPr>
            <a:r>
              <a:rPr lang="en-US" altLang="en-US" sz="2400"/>
              <a:t>It’s imperative that requirements system configuration data match IPB information to avoid inaccurate requirements forecasts.</a:t>
            </a:r>
          </a:p>
          <a:p>
            <a:pPr eaLnBrk="1" hangingPunct="1">
              <a:buClr>
                <a:schemeClr val="bg2"/>
              </a:buClr>
              <a:buFontTx/>
              <a:buNone/>
            </a:pPr>
            <a:endParaRPr lang="en-US" altLang="en-US" sz="2400"/>
          </a:p>
          <a:p>
            <a:pPr eaLnBrk="1" hangingPunct="1">
              <a:buClr>
                <a:schemeClr val="bg2"/>
              </a:buClr>
              <a:buFontTx/>
              <a:buNone/>
            </a:pPr>
            <a:endParaRPr lang="en-US" altLang="en-US" sz="2200"/>
          </a:p>
        </p:txBody>
      </p:sp>
      <p:sp>
        <p:nvSpPr>
          <p:cNvPr id="58372" name="TextBox 7">
            <a:extLst>
              <a:ext uri="{FF2B5EF4-FFF2-40B4-BE49-F238E27FC236}">
                <a16:creationId xmlns:a16="http://schemas.microsoft.com/office/drawing/2014/main" id="{D9D030B5-13CB-0D1A-DFBD-B012394FEE42}"/>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7" name="Rectangle 2">
            <a:extLst>
              <a:ext uri="{FF2B5EF4-FFF2-40B4-BE49-F238E27FC236}">
                <a16:creationId xmlns:a16="http://schemas.microsoft.com/office/drawing/2014/main" id="{14AF9EC5-4152-C970-2304-878371EB8741}"/>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60418" name="Text Box 3">
            <a:extLst>
              <a:ext uri="{FF2B5EF4-FFF2-40B4-BE49-F238E27FC236}">
                <a16:creationId xmlns:a16="http://schemas.microsoft.com/office/drawing/2014/main" id="{148AC2B0-BEE7-B507-18DC-6E5D08A9415F}"/>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E129A35-096F-4089-A8EA-ECB1ECE082EC}" type="slidenum">
              <a:rPr lang="en-US" altLang="en-US" sz="1200" b="1">
                <a:solidFill>
                  <a:srgbClr val="1C1C1C"/>
                </a:solidFill>
              </a:rPr>
              <a:pPr eaLnBrk="1" hangingPunct="1">
                <a:spcBef>
                  <a:spcPct val="0"/>
                </a:spcBef>
                <a:buClrTx/>
                <a:buFontTx/>
                <a:buNone/>
              </a:pPr>
              <a:t>23</a:t>
            </a:fld>
            <a:endParaRPr lang="en-US" altLang="en-US" sz="1200" b="1">
              <a:solidFill>
                <a:srgbClr val="1C1C1C"/>
              </a:solidFill>
            </a:endParaRPr>
          </a:p>
        </p:txBody>
      </p:sp>
      <p:sp>
        <p:nvSpPr>
          <p:cNvPr id="60419" name="Rectangle 4">
            <a:extLst>
              <a:ext uri="{FF2B5EF4-FFF2-40B4-BE49-F238E27FC236}">
                <a16:creationId xmlns:a16="http://schemas.microsoft.com/office/drawing/2014/main" id="{563D759C-5B49-D7CC-5418-6A54D88E06FB}"/>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1b</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60420" name="TextBox 5">
            <a:extLst>
              <a:ext uri="{FF2B5EF4-FFF2-40B4-BE49-F238E27FC236}">
                <a16:creationId xmlns:a16="http://schemas.microsoft.com/office/drawing/2014/main" id="{5DD917B7-8405-3A98-3FD9-A7A023B03C5D}"/>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1" name="Rectangle 2">
            <a:extLst>
              <a:ext uri="{FF2B5EF4-FFF2-40B4-BE49-F238E27FC236}">
                <a16:creationId xmlns:a16="http://schemas.microsoft.com/office/drawing/2014/main" id="{359D2FE8-655A-FCF1-30E7-81E628E925BC}"/>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61442" name="Text Box 3">
            <a:extLst>
              <a:ext uri="{FF2B5EF4-FFF2-40B4-BE49-F238E27FC236}">
                <a16:creationId xmlns:a16="http://schemas.microsoft.com/office/drawing/2014/main" id="{76D55A63-6284-878F-79FA-8E1A904B747E}"/>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226348D6-644D-4CFC-8594-EB69FEDF93A7}" type="slidenum">
              <a:rPr lang="en-US" altLang="en-US" sz="1200" b="1">
                <a:solidFill>
                  <a:srgbClr val="1C1C1C"/>
                </a:solidFill>
              </a:rPr>
              <a:pPr eaLnBrk="1" hangingPunct="1">
                <a:spcBef>
                  <a:spcPct val="0"/>
                </a:spcBef>
                <a:buClrTx/>
                <a:buFontTx/>
                <a:buNone/>
              </a:pPr>
              <a:t>24</a:t>
            </a:fld>
            <a:endParaRPr lang="en-US" altLang="en-US" sz="1200" b="1">
              <a:solidFill>
                <a:srgbClr val="1C1C1C"/>
              </a:solidFill>
            </a:endParaRPr>
          </a:p>
        </p:txBody>
      </p:sp>
      <p:sp>
        <p:nvSpPr>
          <p:cNvPr id="61443" name="Rectangle 4">
            <a:extLst>
              <a:ext uri="{FF2B5EF4-FFF2-40B4-BE49-F238E27FC236}">
                <a16:creationId xmlns:a16="http://schemas.microsoft.com/office/drawing/2014/main" id="{A6FEA55A-8F42-6615-DB31-2C981F7AAA92}"/>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2400" b="1"/>
              <a:t>Lesson 1c</a:t>
            </a:r>
          </a:p>
          <a:p>
            <a:pPr algn="ctr" eaLnBrk="1" hangingPunct="1">
              <a:buClr>
                <a:schemeClr val="bg2"/>
              </a:buClr>
              <a:buFontTx/>
              <a:buNone/>
            </a:pPr>
            <a:endParaRPr lang="en-US" altLang="en-US" sz="2400" b="1"/>
          </a:p>
          <a:p>
            <a:pPr algn="ctr" eaLnBrk="1" hangingPunct="1">
              <a:buClr>
                <a:schemeClr val="bg2"/>
              </a:buClr>
              <a:buFontTx/>
              <a:buNone/>
            </a:pPr>
            <a:r>
              <a:rPr lang="en-US" altLang="en-US" b="1"/>
              <a:t>Interchangeability &amp; Substitutability (I&amp;S)</a:t>
            </a:r>
            <a:endParaRPr lang="en-US" altLang="en-US" b="1">
              <a:solidFill>
                <a:schemeClr val="bg2"/>
              </a:solidFill>
            </a:endParaRPr>
          </a:p>
        </p:txBody>
      </p:sp>
      <p:sp>
        <p:nvSpPr>
          <p:cNvPr id="61444" name="TextBox 4">
            <a:extLst>
              <a:ext uri="{FF2B5EF4-FFF2-40B4-BE49-F238E27FC236}">
                <a16:creationId xmlns:a16="http://schemas.microsoft.com/office/drawing/2014/main" id="{14854A5B-34AB-238B-412E-EE0C79125749}"/>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5" name="Rectangle 2">
            <a:extLst>
              <a:ext uri="{FF2B5EF4-FFF2-40B4-BE49-F238E27FC236}">
                <a16:creationId xmlns:a16="http://schemas.microsoft.com/office/drawing/2014/main" id="{EF1E62D7-A141-8741-6CEB-81F77C8331C2}"/>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62466" name="Text Box 3">
            <a:extLst>
              <a:ext uri="{FF2B5EF4-FFF2-40B4-BE49-F238E27FC236}">
                <a16:creationId xmlns:a16="http://schemas.microsoft.com/office/drawing/2014/main" id="{B8E8ED11-7EDA-AE58-4608-FADFA8F9FD7E}"/>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7810F98-15B5-44EB-B55D-97B3DF1BF923}" type="slidenum">
              <a:rPr lang="en-US" altLang="en-US" sz="1200" b="1">
                <a:solidFill>
                  <a:srgbClr val="1C1C1C"/>
                </a:solidFill>
              </a:rPr>
              <a:pPr eaLnBrk="1" hangingPunct="1">
                <a:spcBef>
                  <a:spcPct val="0"/>
                </a:spcBef>
                <a:buClrTx/>
                <a:buFontTx/>
                <a:buNone/>
              </a:pPr>
              <a:t>25</a:t>
            </a:fld>
            <a:endParaRPr lang="en-US" altLang="en-US" sz="1200" b="1">
              <a:solidFill>
                <a:srgbClr val="1C1C1C"/>
              </a:solidFill>
            </a:endParaRPr>
          </a:p>
        </p:txBody>
      </p:sp>
      <p:sp>
        <p:nvSpPr>
          <p:cNvPr id="62467" name="Rectangle 5">
            <a:extLst>
              <a:ext uri="{FF2B5EF4-FFF2-40B4-BE49-F238E27FC236}">
                <a16:creationId xmlns:a16="http://schemas.microsoft.com/office/drawing/2014/main" id="{B34EC13E-9164-1BB2-B72F-D45EBABD2FCC}"/>
              </a:ext>
            </a:extLst>
          </p:cNvPr>
          <p:cNvSpPr>
            <a:spLocks noChangeArrowheads="1"/>
          </p:cNvSpPr>
          <p:nvPr/>
        </p:nvSpPr>
        <p:spPr bwMode="auto">
          <a:xfrm>
            <a:off x="400050" y="135255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62468" name="Rectangle 6">
            <a:extLst>
              <a:ext uri="{FF2B5EF4-FFF2-40B4-BE49-F238E27FC236}">
                <a16:creationId xmlns:a16="http://schemas.microsoft.com/office/drawing/2014/main" id="{4AC07303-7EF8-76BA-00C9-A1C7E261EF3C}"/>
              </a:ext>
            </a:extLst>
          </p:cNvPr>
          <p:cNvSpPr>
            <a:spLocks noChangeArrowheads="1"/>
          </p:cNvSpPr>
          <p:nvPr/>
        </p:nvSpPr>
        <p:spPr bwMode="auto">
          <a:xfrm>
            <a:off x="647700" y="1685925"/>
            <a:ext cx="8267700" cy="45910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Studies Interchangeability &amp; Substitutability (I&amp;S)</a:t>
            </a:r>
          </a:p>
          <a:p>
            <a:pPr eaLnBrk="1" hangingPunct="1">
              <a:buClr>
                <a:schemeClr val="bg2"/>
              </a:buClr>
              <a:buFontTx/>
              <a:buNone/>
            </a:pPr>
            <a:endParaRPr lang="en-US" altLang="en-US" sz="2400"/>
          </a:p>
          <a:p>
            <a:pPr eaLnBrk="1" hangingPunct="1">
              <a:buClr>
                <a:schemeClr val="bg2"/>
              </a:buClr>
              <a:buFontTx/>
              <a:buChar char="•"/>
            </a:pPr>
            <a:r>
              <a:rPr lang="en-US" altLang="en-US" sz="2400"/>
              <a:t> Defines Subgroup Master (SGM) item and SGM Stock Number</a:t>
            </a:r>
          </a:p>
          <a:p>
            <a:pPr eaLnBrk="1" hangingPunct="1">
              <a:buClr>
                <a:schemeClr val="bg2"/>
              </a:buClr>
              <a:buFontTx/>
              <a:buNone/>
            </a:pPr>
            <a:endParaRPr lang="en-US" altLang="en-US" sz="2400"/>
          </a:p>
          <a:p>
            <a:pPr eaLnBrk="1" hangingPunct="1">
              <a:buClr>
                <a:schemeClr val="bg2"/>
              </a:buClr>
              <a:buFontTx/>
              <a:buChar char="•"/>
            </a:pPr>
            <a:r>
              <a:rPr lang="en-US" altLang="en-US" sz="2400"/>
              <a:t> Describes interchangeables and bachelor items</a:t>
            </a:r>
          </a:p>
          <a:p>
            <a:pPr eaLnBrk="1" hangingPunct="1">
              <a:buClr>
                <a:schemeClr val="bg2"/>
              </a:buClr>
              <a:buFontTx/>
              <a:buNone/>
            </a:pPr>
            <a:endParaRPr lang="en-US" altLang="en-US" sz="2400"/>
          </a:p>
          <a:p>
            <a:pPr eaLnBrk="1" hangingPunct="1">
              <a:buClr>
                <a:schemeClr val="bg2"/>
              </a:buClr>
              <a:buFontTx/>
              <a:buChar char="•"/>
            </a:pPr>
            <a:r>
              <a:rPr lang="en-US" altLang="en-US" sz="2400"/>
              <a:t> Explains how requirements are computed for lower subgroups</a:t>
            </a:r>
          </a:p>
        </p:txBody>
      </p:sp>
      <p:sp>
        <p:nvSpPr>
          <p:cNvPr id="62469" name="TextBox 6">
            <a:extLst>
              <a:ext uri="{FF2B5EF4-FFF2-40B4-BE49-F238E27FC236}">
                <a16:creationId xmlns:a16="http://schemas.microsoft.com/office/drawing/2014/main" id="{37D5800A-7D10-086D-EA19-0C97B5CE90E1}"/>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89" name="Rectangle 2">
            <a:extLst>
              <a:ext uri="{FF2B5EF4-FFF2-40B4-BE49-F238E27FC236}">
                <a16:creationId xmlns:a16="http://schemas.microsoft.com/office/drawing/2014/main" id="{CC5D8687-6721-B2E0-219D-9FE194330FC0}"/>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63490" name="Text Box 3">
            <a:extLst>
              <a:ext uri="{FF2B5EF4-FFF2-40B4-BE49-F238E27FC236}">
                <a16:creationId xmlns:a16="http://schemas.microsoft.com/office/drawing/2014/main" id="{987CCC39-9339-707D-098D-EEE3048145E8}"/>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00E6DD4-7998-4C8F-A44F-266AD4A118AF}" type="slidenum">
              <a:rPr lang="en-US" altLang="en-US" sz="1200" b="1">
                <a:solidFill>
                  <a:srgbClr val="1C1C1C"/>
                </a:solidFill>
              </a:rPr>
              <a:pPr eaLnBrk="1" hangingPunct="1">
                <a:spcBef>
                  <a:spcPct val="0"/>
                </a:spcBef>
                <a:buClrTx/>
                <a:buFontTx/>
                <a:buNone/>
              </a:pPr>
              <a:t>26</a:t>
            </a:fld>
            <a:endParaRPr lang="en-US" altLang="en-US" sz="1200" b="1">
              <a:solidFill>
                <a:srgbClr val="1C1C1C"/>
              </a:solidFill>
            </a:endParaRPr>
          </a:p>
        </p:txBody>
      </p:sp>
      <p:sp>
        <p:nvSpPr>
          <p:cNvPr id="63491" name="Rectangle 5">
            <a:extLst>
              <a:ext uri="{FF2B5EF4-FFF2-40B4-BE49-F238E27FC236}">
                <a16:creationId xmlns:a16="http://schemas.microsoft.com/office/drawing/2014/main" id="{9001CD0F-C4CF-907A-A9BB-E6686D952464}"/>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Interchangeability &amp; Substitutability (I&amp;S)</a:t>
            </a:r>
            <a:endParaRPr lang="en-US" altLang="en-US" sz="2200" b="1">
              <a:solidFill>
                <a:schemeClr val="bg2"/>
              </a:solidFill>
            </a:endParaRPr>
          </a:p>
        </p:txBody>
      </p:sp>
      <p:sp>
        <p:nvSpPr>
          <p:cNvPr id="63492" name="Rectangle 6">
            <a:extLst>
              <a:ext uri="{FF2B5EF4-FFF2-40B4-BE49-F238E27FC236}">
                <a16:creationId xmlns:a16="http://schemas.microsoft.com/office/drawing/2014/main" id="{9F0A1124-943A-606C-1538-EBB2C5B31DBF}"/>
              </a:ext>
            </a:extLst>
          </p:cNvPr>
          <p:cNvSpPr>
            <a:spLocks noChangeArrowheads="1"/>
          </p:cNvSpPr>
          <p:nvPr/>
        </p:nvSpPr>
        <p:spPr bwMode="auto">
          <a:xfrm>
            <a:off x="685800" y="1498600"/>
            <a:ext cx="80772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2000" dirty="0"/>
          </a:p>
          <a:p>
            <a:pPr eaLnBrk="1" hangingPunct="1">
              <a:buClr>
                <a:schemeClr val="bg2"/>
              </a:buClr>
              <a:buFontTx/>
              <a:buNone/>
            </a:pPr>
            <a:r>
              <a:rPr lang="en-US" altLang="en-US" sz="1800" dirty="0"/>
              <a:t>I&amp;S – the conditions which permit the exchange of one item for another without affecting design or performance beyond acceptable limits</a:t>
            </a:r>
          </a:p>
          <a:p>
            <a:pPr eaLnBrk="1" hangingPunct="1">
              <a:buClr>
                <a:schemeClr val="bg2"/>
              </a:buClr>
              <a:buFontTx/>
              <a:buNone/>
            </a:pPr>
            <a:endParaRPr lang="en-US" altLang="en-US" sz="1800" dirty="0"/>
          </a:p>
          <a:p>
            <a:pPr eaLnBrk="1" hangingPunct="1">
              <a:buClr>
                <a:schemeClr val="bg2"/>
              </a:buClr>
              <a:buFontTx/>
              <a:buNone/>
            </a:pPr>
            <a:r>
              <a:rPr lang="en-US" altLang="en-US" sz="1800" u="sng" dirty="0"/>
              <a:t>I&amp;S Review</a:t>
            </a:r>
          </a:p>
          <a:p>
            <a:pPr eaLnBrk="1" hangingPunct="1">
              <a:buClr>
                <a:schemeClr val="bg2"/>
              </a:buClr>
              <a:buFontTx/>
              <a:buNone/>
            </a:pPr>
            <a:endParaRPr lang="en-US" altLang="en-US" sz="1800" u="sng" dirty="0"/>
          </a:p>
          <a:p>
            <a:pPr eaLnBrk="1" hangingPunct="1">
              <a:buClr>
                <a:schemeClr val="bg2"/>
              </a:buClr>
              <a:buFontTx/>
              <a:buChar char="•"/>
            </a:pPr>
            <a:r>
              <a:rPr lang="en-US" altLang="en-US" sz="1800" dirty="0"/>
              <a:t> Superior to similar items in inventory</a:t>
            </a:r>
          </a:p>
          <a:p>
            <a:pPr eaLnBrk="1" hangingPunct="1">
              <a:buClr>
                <a:schemeClr val="bg2"/>
              </a:buClr>
              <a:buFontTx/>
              <a:buChar char="•"/>
            </a:pPr>
            <a:endParaRPr lang="en-US" altLang="en-US" sz="1800" dirty="0"/>
          </a:p>
          <a:p>
            <a:pPr eaLnBrk="1" hangingPunct="1">
              <a:buClr>
                <a:schemeClr val="bg2"/>
              </a:buClr>
              <a:buFontTx/>
              <a:buChar char="•"/>
            </a:pPr>
            <a:r>
              <a:rPr lang="en-US" altLang="en-US" sz="1800" dirty="0"/>
              <a:t> Similar to items in inventory</a:t>
            </a:r>
          </a:p>
          <a:p>
            <a:pPr eaLnBrk="1" hangingPunct="1">
              <a:buClr>
                <a:schemeClr val="bg2"/>
              </a:buClr>
              <a:buFontTx/>
              <a:buChar char="•"/>
            </a:pPr>
            <a:endParaRPr lang="en-US" altLang="en-US" sz="1800" dirty="0"/>
          </a:p>
          <a:p>
            <a:pPr eaLnBrk="1" hangingPunct="1">
              <a:buClr>
                <a:schemeClr val="bg2"/>
              </a:buClr>
              <a:buFontTx/>
              <a:buChar char="•"/>
            </a:pPr>
            <a:r>
              <a:rPr lang="en-US" altLang="en-US" sz="1800" dirty="0"/>
              <a:t> Inferior to items in inventory</a:t>
            </a:r>
          </a:p>
          <a:p>
            <a:pPr eaLnBrk="1" hangingPunct="1">
              <a:buClr>
                <a:schemeClr val="bg2"/>
              </a:buClr>
              <a:buFontTx/>
              <a:buChar char="•"/>
            </a:pPr>
            <a:endParaRPr lang="en-US" altLang="en-US" sz="1800" dirty="0"/>
          </a:p>
          <a:p>
            <a:pPr eaLnBrk="1" hangingPunct="1">
              <a:buClr>
                <a:schemeClr val="bg2"/>
              </a:buClr>
              <a:buFontTx/>
              <a:buChar char="•"/>
            </a:pPr>
            <a:r>
              <a:rPr lang="en-US" altLang="en-US" sz="1800" dirty="0"/>
              <a:t> Unique (one-of-a-kind)</a:t>
            </a:r>
          </a:p>
          <a:p>
            <a:pPr eaLnBrk="1" hangingPunct="1">
              <a:buClr>
                <a:schemeClr val="bg2"/>
              </a:buClr>
              <a:buFontTx/>
              <a:buChar char="•"/>
            </a:pPr>
            <a:endParaRPr lang="en-US" altLang="en-US" sz="1800" dirty="0"/>
          </a:p>
          <a:p>
            <a:pPr eaLnBrk="1" hangingPunct="1">
              <a:buClr>
                <a:schemeClr val="bg2"/>
              </a:buClr>
              <a:buFontTx/>
              <a:buNone/>
            </a:pPr>
            <a:r>
              <a:rPr lang="en-US" altLang="en-US" sz="1800" i="1"/>
              <a:t>*More info in AFMCMAN 23-103, Chapter 23</a:t>
            </a:r>
          </a:p>
        </p:txBody>
      </p:sp>
      <p:pic>
        <p:nvPicPr>
          <p:cNvPr id="63493" name="Picture 9" descr="DrawerGuy">
            <a:extLst>
              <a:ext uri="{FF2B5EF4-FFF2-40B4-BE49-F238E27FC236}">
                <a16:creationId xmlns:a16="http://schemas.microsoft.com/office/drawing/2014/main" id="{A9E12D94-B782-21FD-D3FE-4B421E48FD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42000" y="2590800"/>
            <a:ext cx="2705100" cy="38100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63494" name="TextBox 7">
            <a:extLst>
              <a:ext uri="{FF2B5EF4-FFF2-40B4-BE49-F238E27FC236}">
                <a16:creationId xmlns:a16="http://schemas.microsoft.com/office/drawing/2014/main" id="{3FB9C791-6BA5-34B2-6F1D-3E117CEC586B}"/>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3" name="Rectangle 2">
            <a:extLst>
              <a:ext uri="{FF2B5EF4-FFF2-40B4-BE49-F238E27FC236}">
                <a16:creationId xmlns:a16="http://schemas.microsoft.com/office/drawing/2014/main" id="{9A3B9FBA-A125-0A11-FEC8-84FB8C48A388}"/>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64514" name="Text Box 3">
            <a:extLst>
              <a:ext uri="{FF2B5EF4-FFF2-40B4-BE49-F238E27FC236}">
                <a16:creationId xmlns:a16="http://schemas.microsoft.com/office/drawing/2014/main" id="{B923AC71-C9AB-6259-9854-2E322A72A002}"/>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2414BE5-99E3-4059-8675-681FDF6BBF78}" type="slidenum">
              <a:rPr lang="en-US" altLang="en-US" sz="1200" b="1">
                <a:solidFill>
                  <a:srgbClr val="1C1C1C"/>
                </a:solidFill>
              </a:rPr>
              <a:pPr eaLnBrk="1" hangingPunct="1">
                <a:spcBef>
                  <a:spcPct val="0"/>
                </a:spcBef>
                <a:buClrTx/>
                <a:buFontTx/>
                <a:buNone/>
              </a:pPr>
              <a:t>27</a:t>
            </a:fld>
            <a:endParaRPr lang="en-US" altLang="en-US" sz="1200" b="1">
              <a:solidFill>
                <a:srgbClr val="1C1C1C"/>
              </a:solidFill>
            </a:endParaRPr>
          </a:p>
        </p:txBody>
      </p:sp>
      <p:sp>
        <p:nvSpPr>
          <p:cNvPr id="64515" name="Rectangle 5">
            <a:extLst>
              <a:ext uri="{FF2B5EF4-FFF2-40B4-BE49-F238E27FC236}">
                <a16:creationId xmlns:a16="http://schemas.microsoft.com/office/drawing/2014/main" id="{5443309B-ED8E-842D-6233-497244542F8F}"/>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Interchangeability &amp; Substitutability (I&amp;S)</a:t>
            </a:r>
          </a:p>
        </p:txBody>
      </p:sp>
      <p:sp>
        <p:nvSpPr>
          <p:cNvPr id="64516" name="Rectangle 6">
            <a:extLst>
              <a:ext uri="{FF2B5EF4-FFF2-40B4-BE49-F238E27FC236}">
                <a16:creationId xmlns:a16="http://schemas.microsoft.com/office/drawing/2014/main" id="{788CA63A-B970-58CA-966D-5AF49D850ED9}"/>
              </a:ext>
            </a:extLst>
          </p:cNvPr>
          <p:cNvSpPr>
            <a:spLocks noChangeArrowheads="1"/>
          </p:cNvSpPr>
          <p:nvPr/>
        </p:nvSpPr>
        <p:spPr bwMode="auto">
          <a:xfrm>
            <a:off x="685800" y="1397000"/>
            <a:ext cx="8153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000"/>
              <a:t>I&amp;S determinations are critical to FRL, and to maximize parts supportability</a:t>
            </a:r>
          </a:p>
          <a:p>
            <a:pPr eaLnBrk="1" hangingPunct="1">
              <a:buClr>
                <a:schemeClr val="bg2"/>
              </a:buClr>
              <a:buFontTx/>
              <a:buChar char="•"/>
            </a:pPr>
            <a:endParaRPr lang="en-US" altLang="en-US" sz="2000"/>
          </a:p>
          <a:p>
            <a:pPr eaLnBrk="1" hangingPunct="1">
              <a:buClr>
                <a:schemeClr val="bg2"/>
              </a:buClr>
              <a:buFontTx/>
              <a:buChar char="•"/>
            </a:pPr>
            <a:r>
              <a:rPr lang="en-US" altLang="en-US" sz="2000"/>
              <a:t>Two essential concepts: Inherent characteristics and form, fit, function, and interface</a:t>
            </a:r>
          </a:p>
          <a:p>
            <a:pPr eaLnBrk="1" hangingPunct="1">
              <a:buClr>
                <a:schemeClr val="bg2"/>
              </a:buClr>
              <a:buFontTx/>
              <a:buChar char="•"/>
            </a:pPr>
            <a:endParaRPr lang="en-US" altLang="en-US" sz="1800"/>
          </a:p>
          <a:p>
            <a:pPr eaLnBrk="1" hangingPunct="1">
              <a:buClr>
                <a:schemeClr val="bg2"/>
              </a:buClr>
              <a:buFontTx/>
              <a:buNone/>
            </a:pPr>
            <a:r>
              <a:rPr lang="en-US" altLang="en-US" sz="2000" u="sng"/>
              <a:t>Inherent Characteristics</a:t>
            </a:r>
          </a:p>
          <a:p>
            <a:pPr eaLnBrk="1" hangingPunct="1">
              <a:buClr>
                <a:schemeClr val="bg2"/>
              </a:buClr>
              <a:buFontTx/>
              <a:buNone/>
            </a:pPr>
            <a:r>
              <a:rPr lang="en-US" altLang="en-US" sz="2000" u="sng"/>
              <a:t>  </a:t>
            </a:r>
          </a:p>
          <a:p>
            <a:pPr eaLnBrk="1" hangingPunct="1">
              <a:buClr>
                <a:schemeClr val="bg2"/>
              </a:buClr>
              <a:buFontTx/>
              <a:buChar char="•"/>
            </a:pPr>
            <a:r>
              <a:rPr lang="en-US" altLang="en-US" sz="2000"/>
              <a:t>Physical and functional qualities which describe an item</a:t>
            </a:r>
          </a:p>
          <a:p>
            <a:pPr eaLnBrk="1" hangingPunct="1">
              <a:buClr>
                <a:schemeClr val="bg2"/>
              </a:buClr>
              <a:buFontTx/>
              <a:buChar char="•"/>
            </a:pPr>
            <a:endParaRPr lang="en-US" altLang="en-US" sz="2000"/>
          </a:p>
          <a:p>
            <a:pPr eaLnBrk="1" hangingPunct="1">
              <a:buClr>
                <a:schemeClr val="bg2"/>
              </a:buClr>
              <a:buFontTx/>
              <a:buNone/>
            </a:pPr>
            <a:r>
              <a:rPr lang="en-US" altLang="en-US" sz="2000" u="sng"/>
              <a:t>Form, fit, function, and interface</a:t>
            </a:r>
          </a:p>
          <a:p>
            <a:pPr eaLnBrk="1" hangingPunct="1">
              <a:buClr>
                <a:schemeClr val="bg2"/>
              </a:buClr>
              <a:buFontTx/>
              <a:buNone/>
            </a:pPr>
            <a:r>
              <a:rPr lang="en-US" altLang="en-US" sz="2000" u="sng"/>
              <a:t>  </a:t>
            </a:r>
          </a:p>
          <a:p>
            <a:pPr eaLnBrk="1" hangingPunct="1">
              <a:buClr>
                <a:schemeClr val="bg2"/>
              </a:buClr>
              <a:buFontTx/>
              <a:buChar char="•"/>
            </a:pPr>
            <a:r>
              <a:rPr lang="en-US" altLang="en-US" sz="2000"/>
              <a:t>Physical and functional qualities of an end-item</a:t>
            </a:r>
          </a:p>
        </p:txBody>
      </p:sp>
      <p:sp>
        <p:nvSpPr>
          <p:cNvPr id="64517" name="TextBox 6">
            <a:extLst>
              <a:ext uri="{FF2B5EF4-FFF2-40B4-BE49-F238E27FC236}">
                <a16:creationId xmlns:a16="http://schemas.microsoft.com/office/drawing/2014/main" id="{F3525568-CDB4-D040-55E0-AE50FA513AF1}"/>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37" name="Rectangle 2">
            <a:extLst>
              <a:ext uri="{FF2B5EF4-FFF2-40B4-BE49-F238E27FC236}">
                <a16:creationId xmlns:a16="http://schemas.microsoft.com/office/drawing/2014/main" id="{AD82AFDA-79B0-F9F0-D154-FF2E7F618316}"/>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65538" name="Text Box 3">
            <a:extLst>
              <a:ext uri="{FF2B5EF4-FFF2-40B4-BE49-F238E27FC236}">
                <a16:creationId xmlns:a16="http://schemas.microsoft.com/office/drawing/2014/main" id="{2615FE79-FD85-BE9C-1E9A-78FBD04048BD}"/>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36DFD34-3B83-4AB9-86A0-9C1B8BD1F788}" type="slidenum">
              <a:rPr lang="en-US" altLang="en-US" sz="1200" b="1">
                <a:solidFill>
                  <a:srgbClr val="1C1C1C"/>
                </a:solidFill>
              </a:rPr>
              <a:pPr eaLnBrk="1" hangingPunct="1">
                <a:spcBef>
                  <a:spcPct val="0"/>
                </a:spcBef>
                <a:buClrTx/>
                <a:buFontTx/>
                <a:buNone/>
              </a:pPr>
              <a:t>28</a:t>
            </a:fld>
            <a:endParaRPr lang="en-US" altLang="en-US" sz="1200" b="1">
              <a:solidFill>
                <a:srgbClr val="1C1C1C"/>
              </a:solidFill>
            </a:endParaRPr>
          </a:p>
        </p:txBody>
      </p:sp>
      <p:sp>
        <p:nvSpPr>
          <p:cNvPr id="65539" name="Rectangle 5">
            <a:extLst>
              <a:ext uri="{FF2B5EF4-FFF2-40B4-BE49-F238E27FC236}">
                <a16:creationId xmlns:a16="http://schemas.microsoft.com/office/drawing/2014/main" id="{E57E6CFD-0B91-913C-2B07-E871862C8C4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Interchangeable Items</a:t>
            </a:r>
          </a:p>
        </p:txBody>
      </p:sp>
      <p:sp>
        <p:nvSpPr>
          <p:cNvPr id="65540" name="Rectangle 6">
            <a:extLst>
              <a:ext uri="{FF2B5EF4-FFF2-40B4-BE49-F238E27FC236}">
                <a16:creationId xmlns:a16="http://schemas.microsoft.com/office/drawing/2014/main" id="{CBF3D83D-5DF8-B5C7-1A0F-610105E90847}"/>
              </a:ext>
            </a:extLst>
          </p:cNvPr>
          <p:cNvSpPr>
            <a:spLocks noChangeArrowheads="1"/>
          </p:cNvSpPr>
          <p:nvPr/>
        </p:nvSpPr>
        <p:spPr bwMode="auto">
          <a:xfrm>
            <a:off x="685800" y="1498600"/>
            <a:ext cx="8153400" cy="200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400"/>
              <a:t>Equivalent in performance, durability, reliability, and maintainability to another item of similar or identical purposes</a:t>
            </a:r>
          </a:p>
          <a:p>
            <a:pPr eaLnBrk="1" hangingPunct="1">
              <a:buClr>
                <a:schemeClr val="bg2"/>
              </a:buClr>
              <a:buFontTx/>
              <a:buChar char="•"/>
            </a:pPr>
            <a:endParaRPr lang="en-US" altLang="en-US" sz="2400"/>
          </a:p>
          <a:p>
            <a:pPr eaLnBrk="1" hangingPunct="1">
              <a:buClr>
                <a:schemeClr val="bg2"/>
              </a:buClr>
              <a:buFontTx/>
              <a:buChar char="•"/>
            </a:pPr>
            <a:r>
              <a:rPr lang="en-US" altLang="en-US" sz="2400"/>
              <a:t>Capable of being exchanged without consideration of form, fit, function, and interface, and without alteration of the item or adjoining items (except for adjustment)</a:t>
            </a:r>
          </a:p>
        </p:txBody>
      </p:sp>
      <p:pic>
        <p:nvPicPr>
          <p:cNvPr id="65541" name="Picture 7" descr="Interchangeable">
            <a:extLst>
              <a:ext uri="{FF2B5EF4-FFF2-40B4-BE49-F238E27FC236}">
                <a16:creationId xmlns:a16="http://schemas.microsoft.com/office/drawing/2014/main" id="{EDB86E32-BC83-B82F-1D88-9066B600E15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786313" y="4684713"/>
            <a:ext cx="4167187" cy="1614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5542" name="Rectangle 8">
            <a:extLst>
              <a:ext uri="{FF2B5EF4-FFF2-40B4-BE49-F238E27FC236}">
                <a16:creationId xmlns:a16="http://schemas.microsoft.com/office/drawing/2014/main" id="{D0B3DDD8-35C7-A570-20CC-90EAAC20A22A}"/>
              </a:ext>
            </a:extLst>
          </p:cNvPr>
          <p:cNvSpPr>
            <a:spLocks noChangeArrowheads="1"/>
          </p:cNvSpPr>
          <p:nvPr/>
        </p:nvSpPr>
        <p:spPr bwMode="auto">
          <a:xfrm>
            <a:off x="685800" y="5194300"/>
            <a:ext cx="3810000" cy="1930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r>
              <a:rPr lang="en-US" altLang="en-US" sz="2400"/>
              <a:t>Synonymous with inter changeable or two-way interchangeable.</a:t>
            </a:r>
            <a:endParaRPr lang="en-US" altLang="en-US" sz="1800"/>
          </a:p>
          <a:p>
            <a:pPr eaLnBrk="1" hangingPunct="1">
              <a:buClr>
                <a:schemeClr val="bg2"/>
              </a:buClr>
              <a:buFontTx/>
              <a:buChar char="•"/>
            </a:pPr>
            <a:endParaRPr lang="en-US" altLang="en-US" sz="1800"/>
          </a:p>
        </p:txBody>
      </p:sp>
      <p:sp>
        <p:nvSpPr>
          <p:cNvPr id="65543" name="TextBox 8">
            <a:extLst>
              <a:ext uri="{FF2B5EF4-FFF2-40B4-BE49-F238E27FC236}">
                <a16:creationId xmlns:a16="http://schemas.microsoft.com/office/drawing/2014/main" id="{E73BA751-3951-0F59-E7D3-EBDB8C1E59BC}"/>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1" name="Rectangle 2">
            <a:extLst>
              <a:ext uri="{FF2B5EF4-FFF2-40B4-BE49-F238E27FC236}">
                <a16:creationId xmlns:a16="http://schemas.microsoft.com/office/drawing/2014/main" id="{3589E7FD-3E4E-DABC-4751-40FC2AEBDF7D}"/>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66562" name="Text Box 3">
            <a:extLst>
              <a:ext uri="{FF2B5EF4-FFF2-40B4-BE49-F238E27FC236}">
                <a16:creationId xmlns:a16="http://schemas.microsoft.com/office/drawing/2014/main" id="{F52FA377-3186-4C65-B20A-D2D0B9D5166C}"/>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1359BC2-B551-409A-8124-F90888909D5B}" type="slidenum">
              <a:rPr lang="en-US" altLang="en-US" sz="1200" b="1">
                <a:solidFill>
                  <a:srgbClr val="1C1C1C"/>
                </a:solidFill>
              </a:rPr>
              <a:pPr eaLnBrk="1" hangingPunct="1">
                <a:spcBef>
                  <a:spcPct val="0"/>
                </a:spcBef>
                <a:buClrTx/>
                <a:buFontTx/>
                <a:buNone/>
              </a:pPr>
              <a:t>29</a:t>
            </a:fld>
            <a:endParaRPr lang="en-US" altLang="en-US" sz="1200" b="1">
              <a:solidFill>
                <a:srgbClr val="1C1C1C"/>
              </a:solidFill>
            </a:endParaRPr>
          </a:p>
        </p:txBody>
      </p:sp>
      <p:sp>
        <p:nvSpPr>
          <p:cNvPr id="66563" name="Rectangle 5">
            <a:extLst>
              <a:ext uri="{FF2B5EF4-FFF2-40B4-BE49-F238E27FC236}">
                <a16:creationId xmlns:a16="http://schemas.microsoft.com/office/drawing/2014/main" id="{31D0F4FF-E7BB-CBCA-EEB1-A63E4A196BBB}"/>
              </a:ext>
            </a:extLst>
          </p:cNvPr>
          <p:cNvSpPr>
            <a:spLocks noChangeArrowheads="1"/>
          </p:cNvSpPr>
          <p:nvPr/>
        </p:nvSpPr>
        <p:spPr bwMode="auto">
          <a:xfrm>
            <a:off x="400050" y="108267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Substitutable Items</a:t>
            </a:r>
          </a:p>
        </p:txBody>
      </p:sp>
      <p:sp>
        <p:nvSpPr>
          <p:cNvPr id="66564" name="Rectangle 6">
            <a:extLst>
              <a:ext uri="{FF2B5EF4-FFF2-40B4-BE49-F238E27FC236}">
                <a16:creationId xmlns:a16="http://schemas.microsoft.com/office/drawing/2014/main" id="{F4B22071-98ED-C95F-F35A-55D7D897E2EA}"/>
              </a:ext>
            </a:extLst>
          </p:cNvPr>
          <p:cNvSpPr>
            <a:spLocks noChangeArrowheads="1"/>
          </p:cNvSpPr>
          <p:nvPr/>
        </p:nvSpPr>
        <p:spPr bwMode="auto">
          <a:xfrm>
            <a:off x="685800" y="1227138"/>
            <a:ext cx="8153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200"/>
              <a:t>Two or more items that are similar, but one item has inherent characteristics that make it the preferred item</a:t>
            </a:r>
          </a:p>
          <a:p>
            <a:pPr eaLnBrk="1" hangingPunct="1">
              <a:buClr>
                <a:schemeClr val="bg2"/>
              </a:buClr>
              <a:buFontTx/>
              <a:buChar char="•"/>
            </a:pPr>
            <a:endParaRPr lang="en-US" altLang="en-US" sz="2200"/>
          </a:p>
          <a:p>
            <a:pPr eaLnBrk="1" hangingPunct="1">
              <a:buClr>
                <a:schemeClr val="bg2"/>
              </a:buClr>
              <a:buFontTx/>
              <a:buChar char="•"/>
            </a:pPr>
            <a:r>
              <a:rPr lang="en-US" altLang="en-US" sz="2200"/>
              <a:t>Capable of being exchanged only under specified conditions or for particular applications</a:t>
            </a:r>
          </a:p>
          <a:p>
            <a:pPr eaLnBrk="1" hangingPunct="1">
              <a:buClr>
                <a:schemeClr val="bg2"/>
              </a:buClr>
              <a:buFontTx/>
              <a:buChar char="•"/>
            </a:pPr>
            <a:endParaRPr lang="en-US" altLang="en-US" sz="1800"/>
          </a:p>
        </p:txBody>
      </p:sp>
      <p:sp>
        <p:nvSpPr>
          <p:cNvPr id="66565" name="Rectangle 8">
            <a:extLst>
              <a:ext uri="{FF2B5EF4-FFF2-40B4-BE49-F238E27FC236}">
                <a16:creationId xmlns:a16="http://schemas.microsoft.com/office/drawing/2014/main" id="{702C203E-0C90-1854-0F0F-18145EF9DF60}"/>
              </a:ext>
            </a:extLst>
          </p:cNvPr>
          <p:cNvSpPr>
            <a:spLocks noChangeArrowheads="1"/>
          </p:cNvSpPr>
          <p:nvPr/>
        </p:nvSpPr>
        <p:spPr bwMode="auto">
          <a:xfrm>
            <a:off x="685800" y="3590925"/>
            <a:ext cx="5008563" cy="231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r>
              <a:rPr lang="en-US" altLang="en-US" sz="2200"/>
              <a:t>Preferred item can replace the non-preferred item for all applications but not vice versa</a:t>
            </a:r>
          </a:p>
          <a:p>
            <a:pPr eaLnBrk="1" hangingPunct="1">
              <a:buClr>
                <a:schemeClr val="bg2"/>
              </a:buClr>
              <a:buFontTx/>
              <a:buChar char="•"/>
            </a:pPr>
            <a:endParaRPr lang="en-US" altLang="en-US" sz="2200"/>
          </a:p>
          <a:p>
            <a:pPr eaLnBrk="1" hangingPunct="1">
              <a:buClr>
                <a:schemeClr val="bg2"/>
              </a:buClr>
              <a:buFontTx/>
              <a:buChar char="•"/>
            </a:pPr>
            <a:r>
              <a:rPr lang="en-US" altLang="en-US" sz="2200"/>
              <a:t>Synonymous with the phrase substitutable or one-way interchangeable.</a:t>
            </a:r>
          </a:p>
          <a:p>
            <a:pPr eaLnBrk="1" hangingPunct="1">
              <a:buClr>
                <a:schemeClr val="bg2"/>
              </a:buClr>
              <a:buFontTx/>
              <a:buChar char="•"/>
            </a:pPr>
            <a:endParaRPr lang="en-US" altLang="en-US" sz="1800"/>
          </a:p>
        </p:txBody>
      </p:sp>
      <p:pic>
        <p:nvPicPr>
          <p:cNvPr id="66566" name="Picture 9" descr="Substitute">
            <a:extLst>
              <a:ext uri="{FF2B5EF4-FFF2-40B4-BE49-F238E27FC236}">
                <a16:creationId xmlns:a16="http://schemas.microsoft.com/office/drawing/2014/main" id="{8CF431D6-E0B3-B19B-C858-F42A3EF2476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829300" y="4094163"/>
            <a:ext cx="3014663"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7" name="TextBox 8">
            <a:extLst>
              <a:ext uri="{FF2B5EF4-FFF2-40B4-BE49-F238E27FC236}">
                <a16:creationId xmlns:a16="http://schemas.microsoft.com/office/drawing/2014/main" id="{0816E5D2-0D75-06F6-2EDE-BF15109C3923}"/>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7585" name="Rectangle 2">
            <a:extLst>
              <a:ext uri="{FF2B5EF4-FFF2-40B4-BE49-F238E27FC236}">
                <a16:creationId xmlns:a16="http://schemas.microsoft.com/office/drawing/2014/main" id="{983ED404-162C-740A-8BB3-2296471F9CCA}"/>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67586" name="Text Box 3">
            <a:extLst>
              <a:ext uri="{FF2B5EF4-FFF2-40B4-BE49-F238E27FC236}">
                <a16:creationId xmlns:a16="http://schemas.microsoft.com/office/drawing/2014/main" id="{5B5432C6-F134-FE3B-F6CB-299B71496BF0}"/>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6E137C5-685F-4737-9FDD-8D6008EF92BC}" type="slidenum">
              <a:rPr lang="en-US" altLang="en-US" sz="1200" b="1">
                <a:solidFill>
                  <a:srgbClr val="1C1C1C"/>
                </a:solidFill>
              </a:rPr>
              <a:pPr eaLnBrk="1" hangingPunct="1">
                <a:spcBef>
                  <a:spcPct val="0"/>
                </a:spcBef>
                <a:buClrTx/>
                <a:buFontTx/>
                <a:buNone/>
              </a:pPr>
              <a:t>30</a:t>
            </a:fld>
            <a:endParaRPr lang="en-US" altLang="en-US" sz="1200" b="1">
              <a:solidFill>
                <a:srgbClr val="1C1C1C"/>
              </a:solidFill>
            </a:endParaRPr>
          </a:p>
        </p:txBody>
      </p:sp>
      <p:sp>
        <p:nvSpPr>
          <p:cNvPr id="67587" name="Rectangle 5">
            <a:extLst>
              <a:ext uri="{FF2B5EF4-FFF2-40B4-BE49-F238E27FC236}">
                <a16:creationId xmlns:a16="http://schemas.microsoft.com/office/drawing/2014/main" id="{57638E42-2FF6-9124-5368-E81EDCC940C1}"/>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Subgroups</a:t>
            </a:r>
          </a:p>
        </p:txBody>
      </p:sp>
      <p:sp>
        <p:nvSpPr>
          <p:cNvPr id="67588" name="Rectangle 6">
            <a:extLst>
              <a:ext uri="{FF2B5EF4-FFF2-40B4-BE49-F238E27FC236}">
                <a16:creationId xmlns:a16="http://schemas.microsoft.com/office/drawing/2014/main" id="{E3F61501-847C-7599-8A50-8DBF9586CE5D}"/>
              </a:ext>
            </a:extLst>
          </p:cNvPr>
          <p:cNvSpPr>
            <a:spLocks noChangeArrowheads="1"/>
          </p:cNvSpPr>
          <p:nvPr/>
        </p:nvSpPr>
        <p:spPr bwMode="auto">
          <a:xfrm>
            <a:off x="685800" y="1295400"/>
            <a:ext cx="8153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000"/>
              <a:t>Subgroup structure within an I&amp;S group depends on number of items and their interchangeability</a:t>
            </a:r>
          </a:p>
          <a:p>
            <a:pPr eaLnBrk="1" hangingPunct="1">
              <a:buClr>
                <a:schemeClr val="bg2"/>
              </a:buClr>
              <a:buFontTx/>
              <a:buChar char="•"/>
            </a:pPr>
            <a:endParaRPr lang="en-US" altLang="en-US" sz="2000"/>
          </a:p>
          <a:p>
            <a:pPr eaLnBrk="1" hangingPunct="1">
              <a:buClr>
                <a:schemeClr val="bg2"/>
              </a:buClr>
              <a:buFontTx/>
              <a:buChar char="•"/>
            </a:pPr>
            <a:r>
              <a:rPr lang="en-US" altLang="en-US" sz="2000"/>
              <a:t>Two or more items in same subgroup must be two-way interchangeable items</a:t>
            </a:r>
          </a:p>
          <a:p>
            <a:pPr eaLnBrk="1" hangingPunct="1">
              <a:buClr>
                <a:schemeClr val="bg2"/>
              </a:buClr>
              <a:buFontTx/>
              <a:buChar char="•"/>
            </a:pPr>
            <a:endParaRPr lang="en-US" altLang="en-US" sz="2000"/>
          </a:p>
          <a:p>
            <a:pPr eaLnBrk="1" hangingPunct="1">
              <a:buClr>
                <a:schemeClr val="bg2"/>
              </a:buClr>
              <a:buFontTx/>
              <a:buChar char="•"/>
            </a:pPr>
            <a:r>
              <a:rPr lang="en-US" altLang="en-US" sz="2000"/>
              <a:t>Preferred item in the subgroup is called the Subgroup Master (SGM)</a:t>
            </a:r>
          </a:p>
          <a:p>
            <a:pPr eaLnBrk="1" hangingPunct="1">
              <a:buClr>
                <a:schemeClr val="bg2"/>
              </a:buClr>
              <a:buFontTx/>
              <a:buChar char="•"/>
            </a:pPr>
            <a:endParaRPr lang="en-US" altLang="en-US" sz="2000"/>
          </a:p>
          <a:p>
            <a:pPr eaLnBrk="1" hangingPunct="1">
              <a:buClr>
                <a:schemeClr val="bg2"/>
              </a:buClr>
              <a:buFontTx/>
              <a:buChar char="•"/>
            </a:pPr>
            <a:r>
              <a:rPr lang="en-US" altLang="en-US" sz="2000"/>
              <a:t>One-way interchangeables are subgrouped separately and compute separate requirements</a:t>
            </a:r>
          </a:p>
          <a:p>
            <a:pPr eaLnBrk="1" hangingPunct="1">
              <a:buClr>
                <a:schemeClr val="bg2"/>
              </a:buClr>
              <a:buFontTx/>
              <a:buChar char="•"/>
            </a:pPr>
            <a:endParaRPr lang="en-US" altLang="en-US" sz="2000"/>
          </a:p>
          <a:p>
            <a:pPr eaLnBrk="1" hangingPunct="1">
              <a:buClr>
                <a:schemeClr val="bg2"/>
              </a:buClr>
              <a:buFontTx/>
              <a:buChar char="•"/>
            </a:pPr>
            <a:r>
              <a:rPr lang="en-US" altLang="en-US" sz="2000"/>
              <a:t>API will not permit two members of the same subgroup to be components of the same NHA</a:t>
            </a:r>
          </a:p>
          <a:p>
            <a:pPr eaLnBrk="1" hangingPunct="1">
              <a:buClr>
                <a:schemeClr val="bg2"/>
              </a:buClr>
              <a:buFontTx/>
              <a:buChar char="•"/>
            </a:pPr>
            <a:endParaRPr lang="en-US" altLang="en-US" sz="1800"/>
          </a:p>
        </p:txBody>
      </p:sp>
      <p:sp>
        <p:nvSpPr>
          <p:cNvPr id="67589" name="TextBox 6">
            <a:extLst>
              <a:ext uri="{FF2B5EF4-FFF2-40B4-BE49-F238E27FC236}">
                <a16:creationId xmlns:a16="http://schemas.microsoft.com/office/drawing/2014/main" id="{42F5F08D-47EB-E800-BEA8-E52D3D334FB9}"/>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09" name="Rectangle 2">
            <a:extLst>
              <a:ext uri="{FF2B5EF4-FFF2-40B4-BE49-F238E27FC236}">
                <a16:creationId xmlns:a16="http://schemas.microsoft.com/office/drawing/2014/main" id="{8B602821-D35E-B042-0A0D-E2FC175746DA}"/>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68610" name="Text Box 3">
            <a:extLst>
              <a:ext uri="{FF2B5EF4-FFF2-40B4-BE49-F238E27FC236}">
                <a16:creationId xmlns:a16="http://schemas.microsoft.com/office/drawing/2014/main" id="{3C7D509B-61DF-B3FB-C3BD-3954426179FD}"/>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A774BA2-ADCD-4769-8428-356B5FE91072}" type="slidenum">
              <a:rPr lang="en-US" altLang="en-US" sz="1200" b="1">
                <a:solidFill>
                  <a:srgbClr val="1C1C1C"/>
                </a:solidFill>
              </a:rPr>
              <a:pPr eaLnBrk="1" hangingPunct="1">
                <a:spcBef>
                  <a:spcPct val="0"/>
                </a:spcBef>
                <a:buClrTx/>
                <a:buFontTx/>
                <a:buNone/>
              </a:pPr>
              <a:t>31</a:t>
            </a:fld>
            <a:endParaRPr lang="en-US" altLang="en-US" sz="1200" b="1">
              <a:solidFill>
                <a:srgbClr val="1C1C1C"/>
              </a:solidFill>
            </a:endParaRPr>
          </a:p>
        </p:txBody>
      </p:sp>
      <p:sp>
        <p:nvSpPr>
          <p:cNvPr id="68611" name="Rectangle 5">
            <a:extLst>
              <a:ext uri="{FF2B5EF4-FFF2-40B4-BE49-F238E27FC236}">
                <a16:creationId xmlns:a16="http://schemas.microsoft.com/office/drawing/2014/main" id="{FB02CAFE-DA48-D386-F547-15AEE4567F55}"/>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Order of Use (OOU)</a:t>
            </a:r>
          </a:p>
        </p:txBody>
      </p:sp>
      <p:sp>
        <p:nvSpPr>
          <p:cNvPr id="68612" name="Rectangle 6">
            <a:extLst>
              <a:ext uri="{FF2B5EF4-FFF2-40B4-BE49-F238E27FC236}">
                <a16:creationId xmlns:a16="http://schemas.microsoft.com/office/drawing/2014/main" id="{6FA3CCCC-7FB3-747D-EAE5-CC9D55CAB82C}"/>
              </a:ext>
            </a:extLst>
          </p:cNvPr>
          <p:cNvSpPr>
            <a:spLocks noChangeArrowheads="1"/>
          </p:cNvSpPr>
          <p:nvPr/>
        </p:nvSpPr>
        <p:spPr bwMode="auto">
          <a:xfrm>
            <a:off x="685800" y="2870200"/>
            <a:ext cx="81534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200"/>
              <a:t>Three-position code is assigned to show ascending order of preference</a:t>
            </a:r>
          </a:p>
          <a:p>
            <a:pPr eaLnBrk="1" hangingPunct="1">
              <a:buClr>
                <a:schemeClr val="bg2"/>
              </a:buClr>
              <a:buFontTx/>
              <a:buChar char="•"/>
            </a:pPr>
            <a:endParaRPr lang="en-US" altLang="en-US" sz="2200"/>
          </a:p>
          <a:p>
            <a:pPr eaLnBrk="1" hangingPunct="1">
              <a:buClr>
                <a:schemeClr val="bg2"/>
              </a:buClr>
              <a:buFontTx/>
              <a:buChar char="•"/>
            </a:pPr>
            <a:r>
              <a:rPr lang="en-US" altLang="en-US" sz="2200"/>
              <a:t>AAA item first to be made, ACC was the last</a:t>
            </a:r>
          </a:p>
          <a:p>
            <a:pPr eaLnBrk="1" hangingPunct="1">
              <a:buClr>
                <a:schemeClr val="bg2"/>
              </a:buClr>
              <a:buFontTx/>
              <a:buChar char="•"/>
            </a:pPr>
            <a:endParaRPr lang="en-US" altLang="en-US" sz="2200"/>
          </a:p>
          <a:p>
            <a:pPr eaLnBrk="1" hangingPunct="1">
              <a:buClr>
                <a:schemeClr val="bg2"/>
              </a:buClr>
              <a:buFontTx/>
              <a:buChar char="•"/>
            </a:pPr>
            <a:r>
              <a:rPr lang="en-US" altLang="en-US" sz="2200"/>
              <a:t>Two-way interchangeables share subgroups and the same second digit OOU code</a:t>
            </a:r>
          </a:p>
        </p:txBody>
      </p:sp>
      <p:pic>
        <p:nvPicPr>
          <p:cNvPr id="68613" name="Picture 7" descr="subgroup_1">
            <a:extLst>
              <a:ext uri="{FF2B5EF4-FFF2-40B4-BE49-F238E27FC236}">
                <a16:creationId xmlns:a16="http://schemas.microsoft.com/office/drawing/2014/main" id="{3B035DD9-57F8-BF6C-F428-311630B899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913" y="2047875"/>
            <a:ext cx="749617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8614" name="TextBox 7">
            <a:extLst>
              <a:ext uri="{FF2B5EF4-FFF2-40B4-BE49-F238E27FC236}">
                <a16:creationId xmlns:a16="http://schemas.microsoft.com/office/drawing/2014/main" id="{9397C575-4996-4660-299F-C76D15ABB41D}"/>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9633" name="Rectangle 2">
            <a:extLst>
              <a:ext uri="{FF2B5EF4-FFF2-40B4-BE49-F238E27FC236}">
                <a16:creationId xmlns:a16="http://schemas.microsoft.com/office/drawing/2014/main" id="{A5A15FB1-85E4-0BCF-64E0-7F95F286A1F5}"/>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69634" name="Text Box 3">
            <a:extLst>
              <a:ext uri="{FF2B5EF4-FFF2-40B4-BE49-F238E27FC236}">
                <a16:creationId xmlns:a16="http://schemas.microsoft.com/office/drawing/2014/main" id="{54AD8A81-00D7-AF82-65C4-AA83347C6174}"/>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22F8E6EE-1029-42E7-A1D9-36A7CB8F9C99}" type="slidenum">
              <a:rPr lang="en-US" altLang="en-US" sz="1200" b="1">
                <a:solidFill>
                  <a:srgbClr val="1C1C1C"/>
                </a:solidFill>
              </a:rPr>
              <a:pPr eaLnBrk="1" hangingPunct="1">
                <a:spcBef>
                  <a:spcPct val="0"/>
                </a:spcBef>
                <a:buClrTx/>
                <a:buFontTx/>
                <a:buNone/>
              </a:pPr>
              <a:t>32</a:t>
            </a:fld>
            <a:endParaRPr lang="en-US" altLang="en-US" sz="1200" b="1">
              <a:solidFill>
                <a:srgbClr val="1C1C1C"/>
              </a:solidFill>
            </a:endParaRPr>
          </a:p>
        </p:txBody>
      </p:sp>
      <p:sp>
        <p:nvSpPr>
          <p:cNvPr id="69635" name="Rectangle 5">
            <a:extLst>
              <a:ext uri="{FF2B5EF4-FFF2-40B4-BE49-F238E27FC236}">
                <a16:creationId xmlns:a16="http://schemas.microsoft.com/office/drawing/2014/main" id="{6FABF51F-EDFF-8401-C6FD-B0F619E6F1ED}"/>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Subgroup Master (SGM) Item</a:t>
            </a:r>
          </a:p>
        </p:txBody>
      </p:sp>
      <p:sp>
        <p:nvSpPr>
          <p:cNvPr id="69636" name="Rectangle 6">
            <a:extLst>
              <a:ext uri="{FF2B5EF4-FFF2-40B4-BE49-F238E27FC236}">
                <a16:creationId xmlns:a16="http://schemas.microsoft.com/office/drawing/2014/main" id="{D6AC87EA-5C00-464D-F496-023599E00836}"/>
              </a:ext>
            </a:extLst>
          </p:cNvPr>
          <p:cNvSpPr>
            <a:spLocks noChangeArrowheads="1"/>
          </p:cNvSpPr>
          <p:nvPr/>
        </p:nvSpPr>
        <p:spPr bwMode="auto">
          <a:xfrm>
            <a:off x="685800" y="2870200"/>
            <a:ext cx="81534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200"/>
              <a:t>Each subgroup contains a SGM</a:t>
            </a:r>
          </a:p>
          <a:p>
            <a:pPr eaLnBrk="1" hangingPunct="1">
              <a:buClr>
                <a:schemeClr val="bg2"/>
              </a:buClr>
              <a:buFontTx/>
              <a:buChar char="•"/>
            </a:pPr>
            <a:endParaRPr lang="en-US" altLang="en-US" sz="2200"/>
          </a:p>
          <a:p>
            <a:pPr eaLnBrk="1" hangingPunct="1">
              <a:buClr>
                <a:schemeClr val="bg2"/>
              </a:buClr>
              <a:buFontTx/>
              <a:buChar char="•"/>
            </a:pPr>
            <a:r>
              <a:rPr lang="en-US" altLang="en-US" sz="2200"/>
              <a:t>There is an NSN associated with each OOU code, but requirement computations are only made for each SGM</a:t>
            </a:r>
          </a:p>
          <a:p>
            <a:pPr eaLnBrk="1" hangingPunct="1">
              <a:buClr>
                <a:schemeClr val="bg2"/>
              </a:buClr>
              <a:buFontTx/>
              <a:buNone/>
            </a:pPr>
            <a:endParaRPr lang="en-US" altLang="en-US" sz="2200"/>
          </a:p>
          <a:p>
            <a:pPr eaLnBrk="1" hangingPunct="1">
              <a:buClr>
                <a:schemeClr val="bg2"/>
              </a:buClr>
              <a:buFontTx/>
              <a:buChar char="•"/>
            </a:pPr>
            <a:r>
              <a:rPr lang="en-US" altLang="en-US" sz="2200"/>
              <a:t>Buys for AA or AB items are rolled to AC automatically</a:t>
            </a:r>
          </a:p>
        </p:txBody>
      </p:sp>
      <p:pic>
        <p:nvPicPr>
          <p:cNvPr id="69637" name="Picture 7" descr="subgroup_1">
            <a:extLst>
              <a:ext uri="{FF2B5EF4-FFF2-40B4-BE49-F238E27FC236}">
                <a16:creationId xmlns:a16="http://schemas.microsoft.com/office/drawing/2014/main" id="{BB933224-05E9-FDB5-3DAC-5187D00549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913" y="2047875"/>
            <a:ext cx="749617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95944" name="Picture 8" descr="subgroup_2">
            <a:extLst>
              <a:ext uri="{FF2B5EF4-FFF2-40B4-BE49-F238E27FC236}">
                <a16:creationId xmlns:a16="http://schemas.microsoft.com/office/drawing/2014/main" id="{B8E54051-4CE7-11B7-CA49-488225EF73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3913" y="2044700"/>
            <a:ext cx="749617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9639" name="TextBox 8">
            <a:extLst>
              <a:ext uri="{FF2B5EF4-FFF2-40B4-BE49-F238E27FC236}">
                <a16:creationId xmlns:a16="http://schemas.microsoft.com/office/drawing/2014/main" id="{16C56487-BD38-77E6-F432-C10CF626A99C}"/>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295944"/>
                                        </p:tgtEl>
                                        <p:attrNameLst>
                                          <p:attrName>style.visibility</p:attrName>
                                        </p:attrNameLst>
                                      </p:cBhvr>
                                      <p:to>
                                        <p:strVal val="visible"/>
                                      </p:to>
                                    </p:set>
                                    <p:animEffect transition="in" filter="fade">
                                      <p:cBhvr>
                                        <p:cTn id="7" dur="500"/>
                                        <p:tgtEl>
                                          <p:spTgt spid="2959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7" name="Rectangle 2">
            <a:extLst>
              <a:ext uri="{FF2B5EF4-FFF2-40B4-BE49-F238E27FC236}">
                <a16:creationId xmlns:a16="http://schemas.microsoft.com/office/drawing/2014/main" id="{C2E6E06A-2C1E-381F-43F7-8A809C0514CB}"/>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70658" name="Text Box 3">
            <a:extLst>
              <a:ext uri="{FF2B5EF4-FFF2-40B4-BE49-F238E27FC236}">
                <a16:creationId xmlns:a16="http://schemas.microsoft.com/office/drawing/2014/main" id="{45F1EB3E-3A08-94F3-619E-C0689290F986}"/>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D4C084D-DED8-4426-89F5-39BB24AAAE9F}" type="slidenum">
              <a:rPr lang="en-US" altLang="en-US" sz="1200" b="1">
                <a:solidFill>
                  <a:srgbClr val="1C1C1C"/>
                </a:solidFill>
              </a:rPr>
              <a:pPr eaLnBrk="1" hangingPunct="1">
                <a:spcBef>
                  <a:spcPct val="0"/>
                </a:spcBef>
                <a:buClrTx/>
                <a:buFontTx/>
                <a:buNone/>
              </a:pPr>
              <a:t>33</a:t>
            </a:fld>
            <a:endParaRPr lang="en-US" altLang="en-US" sz="1200" b="1">
              <a:solidFill>
                <a:srgbClr val="1C1C1C"/>
              </a:solidFill>
            </a:endParaRPr>
          </a:p>
        </p:txBody>
      </p:sp>
      <p:sp>
        <p:nvSpPr>
          <p:cNvPr id="70659" name="Rectangle 5">
            <a:extLst>
              <a:ext uri="{FF2B5EF4-FFF2-40B4-BE49-F238E27FC236}">
                <a16:creationId xmlns:a16="http://schemas.microsoft.com/office/drawing/2014/main" id="{27EF51B2-EFBA-B77C-2168-5147610A95F3}"/>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Two-Way vs. One-Way</a:t>
            </a:r>
          </a:p>
        </p:txBody>
      </p:sp>
      <p:sp>
        <p:nvSpPr>
          <p:cNvPr id="70660" name="Rectangle 6">
            <a:extLst>
              <a:ext uri="{FF2B5EF4-FFF2-40B4-BE49-F238E27FC236}">
                <a16:creationId xmlns:a16="http://schemas.microsoft.com/office/drawing/2014/main" id="{D04F63F3-836B-3AA3-8FED-B95940CF2717}"/>
              </a:ext>
            </a:extLst>
          </p:cNvPr>
          <p:cNvSpPr>
            <a:spLocks noChangeArrowheads="1"/>
          </p:cNvSpPr>
          <p:nvPr/>
        </p:nvSpPr>
        <p:spPr bwMode="auto">
          <a:xfrm>
            <a:off x="685800" y="2870200"/>
            <a:ext cx="81534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200"/>
              <a:t>Any item in a subgroup can replace another since they are two-way interchangeables</a:t>
            </a:r>
          </a:p>
          <a:p>
            <a:pPr eaLnBrk="1" hangingPunct="1">
              <a:buClr>
                <a:schemeClr val="bg2"/>
              </a:buClr>
              <a:buFontTx/>
              <a:buChar char="•"/>
            </a:pPr>
            <a:endParaRPr lang="en-US" altLang="en-US" sz="2200"/>
          </a:p>
          <a:p>
            <a:pPr eaLnBrk="1" hangingPunct="1">
              <a:buClr>
                <a:schemeClr val="bg2"/>
              </a:buClr>
              <a:buFontTx/>
              <a:buChar char="•"/>
            </a:pPr>
            <a:r>
              <a:rPr lang="en-US" altLang="en-US" sz="2200"/>
              <a:t>One-way interchangeables are separate subgroups</a:t>
            </a:r>
          </a:p>
          <a:p>
            <a:pPr eaLnBrk="1" hangingPunct="1">
              <a:buClr>
                <a:schemeClr val="bg2"/>
              </a:buClr>
              <a:buFontTx/>
              <a:buNone/>
            </a:pPr>
            <a:endParaRPr lang="en-US" altLang="en-US" sz="2200"/>
          </a:p>
          <a:p>
            <a:pPr eaLnBrk="1" hangingPunct="1">
              <a:buClr>
                <a:schemeClr val="bg2"/>
              </a:buClr>
              <a:buFontTx/>
              <a:buChar char="•"/>
            </a:pPr>
            <a:r>
              <a:rPr lang="en-US" altLang="en-US" sz="2200"/>
              <a:t>A separate indenture structure is built for each subgroup</a:t>
            </a:r>
          </a:p>
        </p:txBody>
      </p:sp>
      <p:pic>
        <p:nvPicPr>
          <p:cNvPr id="70661" name="Picture 7" descr="subgroup_1">
            <a:extLst>
              <a:ext uri="{FF2B5EF4-FFF2-40B4-BE49-F238E27FC236}">
                <a16:creationId xmlns:a16="http://schemas.microsoft.com/office/drawing/2014/main" id="{2789B339-282B-E280-E2DF-67C08DE785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3913" y="2047875"/>
            <a:ext cx="749617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0662" name="TextBox 7">
            <a:extLst>
              <a:ext uri="{FF2B5EF4-FFF2-40B4-BE49-F238E27FC236}">
                <a16:creationId xmlns:a16="http://schemas.microsoft.com/office/drawing/2014/main" id="{7D0A5FA8-57A0-45F0-3D01-E03CB7A8C14E}"/>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681" name="Rectangle 2">
            <a:extLst>
              <a:ext uri="{FF2B5EF4-FFF2-40B4-BE49-F238E27FC236}">
                <a16:creationId xmlns:a16="http://schemas.microsoft.com/office/drawing/2014/main" id="{D79E59F6-83B9-9865-B9BB-FA0A9995DED8}"/>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71682" name="Text Box 3">
            <a:extLst>
              <a:ext uri="{FF2B5EF4-FFF2-40B4-BE49-F238E27FC236}">
                <a16:creationId xmlns:a16="http://schemas.microsoft.com/office/drawing/2014/main" id="{D6CC9292-F328-C658-281D-72B483828E48}"/>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3588ABE-CAF6-457F-8648-CE3614439D02}" type="slidenum">
              <a:rPr lang="en-US" altLang="en-US" sz="1200" b="1">
                <a:solidFill>
                  <a:srgbClr val="1C1C1C"/>
                </a:solidFill>
              </a:rPr>
              <a:pPr eaLnBrk="1" hangingPunct="1">
                <a:spcBef>
                  <a:spcPct val="0"/>
                </a:spcBef>
                <a:buClrTx/>
                <a:buFontTx/>
                <a:buNone/>
              </a:pPr>
              <a:t>34</a:t>
            </a:fld>
            <a:endParaRPr lang="en-US" altLang="en-US" sz="1200" b="1">
              <a:solidFill>
                <a:srgbClr val="1C1C1C"/>
              </a:solidFill>
            </a:endParaRPr>
          </a:p>
        </p:txBody>
      </p:sp>
      <p:sp>
        <p:nvSpPr>
          <p:cNvPr id="71683" name="Rectangle 5">
            <a:extLst>
              <a:ext uri="{FF2B5EF4-FFF2-40B4-BE49-F238E27FC236}">
                <a16:creationId xmlns:a16="http://schemas.microsoft.com/office/drawing/2014/main" id="{CA26BAA5-992C-DDDD-7476-3E473B0C15C7}"/>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SGM Stock Number</a:t>
            </a:r>
          </a:p>
        </p:txBody>
      </p:sp>
      <p:sp>
        <p:nvSpPr>
          <p:cNvPr id="71684" name="Rectangle 6">
            <a:extLst>
              <a:ext uri="{FF2B5EF4-FFF2-40B4-BE49-F238E27FC236}">
                <a16:creationId xmlns:a16="http://schemas.microsoft.com/office/drawing/2014/main" id="{EC19D12D-1056-E2A7-E23C-8BE085655A82}"/>
              </a:ext>
            </a:extLst>
          </p:cNvPr>
          <p:cNvSpPr>
            <a:spLocks noChangeArrowheads="1"/>
          </p:cNvSpPr>
          <p:nvPr/>
        </p:nvSpPr>
        <p:spPr bwMode="auto">
          <a:xfrm>
            <a:off x="685800" y="1562100"/>
            <a:ext cx="81534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200"/>
              <a:t>Identifies the most preferred item in an I&amp;S subgroup</a:t>
            </a:r>
          </a:p>
          <a:p>
            <a:pPr eaLnBrk="1" hangingPunct="1">
              <a:buClr>
                <a:schemeClr val="bg2"/>
              </a:buClr>
              <a:buFontTx/>
              <a:buChar char="•"/>
            </a:pPr>
            <a:endParaRPr lang="en-US" altLang="en-US" sz="1800"/>
          </a:p>
        </p:txBody>
      </p:sp>
      <p:sp>
        <p:nvSpPr>
          <p:cNvPr id="71685" name="Rectangle 7">
            <a:extLst>
              <a:ext uri="{FF2B5EF4-FFF2-40B4-BE49-F238E27FC236}">
                <a16:creationId xmlns:a16="http://schemas.microsoft.com/office/drawing/2014/main" id="{74FF4E6D-12B1-4C61-58CF-3DCD529F5426}"/>
              </a:ext>
            </a:extLst>
          </p:cNvPr>
          <p:cNvSpPr>
            <a:spLocks noChangeArrowheads="1"/>
          </p:cNvSpPr>
          <p:nvPr/>
        </p:nvSpPr>
        <p:spPr bwMode="auto">
          <a:xfrm>
            <a:off x="406400" y="29718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I&amp;S Family and I&amp;S Master</a:t>
            </a:r>
          </a:p>
        </p:txBody>
      </p:sp>
      <p:sp>
        <p:nvSpPr>
          <p:cNvPr id="71686" name="Rectangle 8">
            <a:extLst>
              <a:ext uri="{FF2B5EF4-FFF2-40B4-BE49-F238E27FC236}">
                <a16:creationId xmlns:a16="http://schemas.microsoft.com/office/drawing/2014/main" id="{0BCA409E-594E-F9D4-62CB-591004642DC9}"/>
              </a:ext>
            </a:extLst>
          </p:cNvPr>
          <p:cNvSpPr>
            <a:spLocks noChangeArrowheads="1"/>
          </p:cNvSpPr>
          <p:nvPr/>
        </p:nvSpPr>
        <p:spPr bwMode="auto">
          <a:xfrm>
            <a:off x="685800" y="3429000"/>
            <a:ext cx="8153400" cy="1638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200"/>
              <a:t>I&amp;S family is all subgroups combined</a:t>
            </a:r>
          </a:p>
          <a:p>
            <a:pPr eaLnBrk="1" hangingPunct="1">
              <a:buClr>
                <a:schemeClr val="bg2"/>
              </a:buClr>
              <a:buFontTx/>
              <a:buChar char="•"/>
            </a:pPr>
            <a:endParaRPr lang="en-US" altLang="en-US" sz="2200"/>
          </a:p>
          <a:p>
            <a:pPr eaLnBrk="1" hangingPunct="1">
              <a:buClr>
                <a:schemeClr val="bg2"/>
              </a:buClr>
              <a:buFontTx/>
              <a:buChar char="•"/>
            </a:pPr>
            <a:r>
              <a:rPr lang="en-US" altLang="en-US" sz="2200"/>
              <a:t>Latest, most preferred item of I&amp;S family is the I&amp;S master</a:t>
            </a:r>
          </a:p>
        </p:txBody>
      </p:sp>
      <p:pic>
        <p:nvPicPr>
          <p:cNvPr id="71687" name="Picture 9" descr="subgroup_1">
            <a:extLst>
              <a:ext uri="{FF2B5EF4-FFF2-40B4-BE49-F238E27FC236}">
                <a16:creationId xmlns:a16="http://schemas.microsoft.com/office/drawing/2014/main" id="{0FF1C02B-09DA-3672-ED08-1831DEAEA32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22325" y="5181600"/>
            <a:ext cx="7496175" cy="6191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688" name="TextBox 9">
            <a:extLst>
              <a:ext uri="{FF2B5EF4-FFF2-40B4-BE49-F238E27FC236}">
                <a16:creationId xmlns:a16="http://schemas.microsoft.com/office/drawing/2014/main" id="{95ECB964-0649-B667-FBDA-D3ADB75C626C}"/>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5" name="Rectangle 2">
            <a:extLst>
              <a:ext uri="{FF2B5EF4-FFF2-40B4-BE49-F238E27FC236}">
                <a16:creationId xmlns:a16="http://schemas.microsoft.com/office/drawing/2014/main" id="{D0128096-72B1-626B-3A8B-D788147FC039}"/>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72706" name="Text Box 3">
            <a:extLst>
              <a:ext uri="{FF2B5EF4-FFF2-40B4-BE49-F238E27FC236}">
                <a16:creationId xmlns:a16="http://schemas.microsoft.com/office/drawing/2014/main" id="{A49F75F3-B5EA-6CB4-929C-49264AA11046}"/>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8FD2162-4F82-4B1A-A674-044B4178EEDD}" type="slidenum">
              <a:rPr lang="en-US" altLang="en-US" sz="1200" b="1">
                <a:solidFill>
                  <a:srgbClr val="1C1C1C"/>
                </a:solidFill>
              </a:rPr>
              <a:pPr eaLnBrk="1" hangingPunct="1">
                <a:spcBef>
                  <a:spcPct val="0"/>
                </a:spcBef>
                <a:buClrTx/>
                <a:buFontTx/>
                <a:buNone/>
              </a:pPr>
              <a:t>35</a:t>
            </a:fld>
            <a:endParaRPr lang="en-US" altLang="en-US" sz="1200" b="1">
              <a:solidFill>
                <a:srgbClr val="1C1C1C"/>
              </a:solidFill>
            </a:endParaRPr>
          </a:p>
        </p:txBody>
      </p:sp>
      <p:sp>
        <p:nvSpPr>
          <p:cNvPr id="72707" name="Rectangle 5">
            <a:extLst>
              <a:ext uri="{FF2B5EF4-FFF2-40B4-BE49-F238E27FC236}">
                <a16:creationId xmlns:a16="http://schemas.microsoft.com/office/drawing/2014/main" id="{B17AB567-B531-F234-39A9-C5C33D1D6EBA}"/>
              </a:ext>
            </a:extLst>
          </p:cNvPr>
          <p:cNvSpPr>
            <a:spLocks noChangeArrowheads="1"/>
          </p:cNvSpPr>
          <p:nvPr/>
        </p:nvSpPr>
        <p:spPr bwMode="auto">
          <a:xfrm>
            <a:off x="400050" y="1566863"/>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Bachelor Item</a:t>
            </a:r>
          </a:p>
        </p:txBody>
      </p:sp>
      <p:sp>
        <p:nvSpPr>
          <p:cNvPr id="72708" name="Rectangle 6">
            <a:extLst>
              <a:ext uri="{FF2B5EF4-FFF2-40B4-BE49-F238E27FC236}">
                <a16:creationId xmlns:a16="http://schemas.microsoft.com/office/drawing/2014/main" id="{FE56374A-EA6D-9A36-98CB-73032F483BD9}"/>
              </a:ext>
            </a:extLst>
          </p:cNvPr>
          <p:cNvSpPr>
            <a:spLocks noChangeArrowheads="1"/>
          </p:cNvSpPr>
          <p:nvPr/>
        </p:nvSpPr>
        <p:spPr bwMode="auto">
          <a:xfrm>
            <a:off x="685800" y="2082800"/>
            <a:ext cx="8153400" cy="353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400"/>
              <a:t>Item that has no family relationship, no interchangeability</a:t>
            </a:r>
          </a:p>
          <a:p>
            <a:pPr eaLnBrk="1" hangingPunct="1">
              <a:buClr>
                <a:schemeClr val="bg2"/>
              </a:buClr>
              <a:buFontTx/>
              <a:buChar char="•"/>
            </a:pPr>
            <a:endParaRPr lang="en-US" altLang="en-US" sz="2400"/>
          </a:p>
          <a:p>
            <a:pPr eaLnBrk="1" hangingPunct="1">
              <a:buClr>
                <a:schemeClr val="bg2"/>
              </a:buClr>
              <a:buFontTx/>
              <a:buChar char="•"/>
            </a:pPr>
            <a:r>
              <a:rPr lang="en-US" altLang="en-US" sz="2400"/>
              <a:t>Bachelor stock number is the master stock number for bachelor item</a:t>
            </a:r>
          </a:p>
        </p:txBody>
      </p:sp>
      <p:sp>
        <p:nvSpPr>
          <p:cNvPr id="72709" name="TextBox 6">
            <a:extLst>
              <a:ext uri="{FF2B5EF4-FFF2-40B4-BE49-F238E27FC236}">
                <a16:creationId xmlns:a16="http://schemas.microsoft.com/office/drawing/2014/main" id="{22A7E313-2267-C8B5-44FB-4FEB5F5BC925}"/>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729" name="Rectangle 2">
            <a:extLst>
              <a:ext uri="{FF2B5EF4-FFF2-40B4-BE49-F238E27FC236}">
                <a16:creationId xmlns:a16="http://schemas.microsoft.com/office/drawing/2014/main" id="{B2D523AC-5CEB-C99F-0FDE-5AAC4C34EED7}"/>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73730" name="Text Box 3">
            <a:extLst>
              <a:ext uri="{FF2B5EF4-FFF2-40B4-BE49-F238E27FC236}">
                <a16:creationId xmlns:a16="http://schemas.microsoft.com/office/drawing/2014/main" id="{CE457086-F165-B0D9-832C-177CCAB1B94F}"/>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DEBDADB-4984-4E4F-8303-B9D8DCDC00B7}" type="slidenum">
              <a:rPr lang="en-US" altLang="en-US" sz="1200" b="1">
                <a:solidFill>
                  <a:srgbClr val="1C1C1C"/>
                </a:solidFill>
              </a:rPr>
              <a:pPr eaLnBrk="1" hangingPunct="1">
                <a:spcBef>
                  <a:spcPct val="0"/>
                </a:spcBef>
                <a:buClrTx/>
                <a:buFontTx/>
                <a:buNone/>
              </a:pPr>
              <a:t>36</a:t>
            </a:fld>
            <a:endParaRPr lang="en-US" altLang="en-US" sz="1200" b="1">
              <a:solidFill>
                <a:srgbClr val="1C1C1C"/>
              </a:solidFill>
            </a:endParaRPr>
          </a:p>
        </p:txBody>
      </p:sp>
      <p:sp>
        <p:nvSpPr>
          <p:cNvPr id="73731" name="Rectangle 5">
            <a:extLst>
              <a:ext uri="{FF2B5EF4-FFF2-40B4-BE49-F238E27FC236}">
                <a16:creationId xmlns:a16="http://schemas.microsoft.com/office/drawing/2014/main" id="{C15A37F7-5945-CE03-E612-58091890094F}"/>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I&amp;S Example</a:t>
            </a:r>
          </a:p>
        </p:txBody>
      </p:sp>
      <p:pic>
        <p:nvPicPr>
          <p:cNvPr id="73732" name="Picture 7" descr="Iron_1">
            <a:extLst>
              <a:ext uri="{FF2B5EF4-FFF2-40B4-BE49-F238E27FC236}">
                <a16:creationId xmlns:a16="http://schemas.microsoft.com/office/drawing/2014/main" id="{E52B0765-4226-179C-0818-33F54C515CD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790700"/>
            <a:ext cx="134302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3" name="Rectangle 8">
            <a:extLst>
              <a:ext uri="{FF2B5EF4-FFF2-40B4-BE49-F238E27FC236}">
                <a16:creationId xmlns:a16="http://schemas.microsoft.com/office/drawing/2014/main" id="{0C3EA555-949B-12EF-ADB6-C6A56D91E466}"/>
              </a:ext>
            </a:extLst>
          </p:cNvPr>
          <p:cNvSpPr>
            <a:spLocks noChangeArrowheads="1"/>
          </p:cNvSpPr>
          <p:nvPr/>
        </p:nvSpPr>
        <p:spPr bwMode="auto">
          <a:xfrm>
            <a:off x="1168400" y="4572000"/>
            <a:ext cx="1752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1600"/>
              <a:t>Westinghouse</a:t>
            </a:r>
          </a:p>
        </p:txBody>
      </p:sp>
      <p:sp>
        <p:nvSpPr>
          <p:cNvPr id="73734" name="Rectangle 10">
            <a:extLst>
              <a:ext uri="{FF2B5EF4-FFF2-40B4-BE49-F238E27FC236}">
                <a16:creationId xmlns:a16="http://schemas.microsoft.com/office/drawing/2014/main" id="{832A4FC0-A019-3CBF-5226-ED4F4F107AA2}"/>
              </a:ext>
            </a:extLst>
          </p:cNvPr>
          <p:cNvSpPr>
            <a:spLocks noChangeArrowheads="1"/>
          </p:cNvSpPr>
          <p:nvPr/>
        </p:nvSpPr>
        <p:spPr bwMode="auto">
          <a:xfrm>
            <a:off x="673100" y="5842000"/>
            <a:ext cx="27432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1800"/>
              <a:t>Bachelor Item</a:t>
            </a:r>
          </a:p>
        </p:txBody>
      </p:sp>
      <p:pic>
        <p:nvPicPr>
          <p:cNvPr id="73735" name="Picture 11" descr="Iron_2">
            <a:extLst>
              <a:ext uri="{FF2B5EF4-FFF2-40B4-BE49-F238E27FC236}">
                <a16:creationId xmlns:a16="http://schemas.microsoft.com/office/drawing/2014/main" id="{B42450CA-48DC-D190-B6AD-ED85EE98EF0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14775" y="1790700"/>
            <a:ext cx="134302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3736" name="Picture 12" descr="Iron_3">
            <a:extLst>
              <a:ext uri="{FF2B5EF4-FFF2-40B4-BE49-F238E27FC236}">
                <a16:creationId xmlns:a16="http://schemas.microsoft.com/office/drawing/2014/main" id="{4BE8268A-AB99-E135-69A7-CA96F2F34F1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00800" y="1803400"/>
            <a:ext cx="1343025" cy="285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3737" name="Rectangle 14">
            <a:extLst>
              <a:ext uri="{FF2B5EF4-FFF2-40B4-BE49-F238E27FC236}">
                <a16:creationId xmlns:a16="http://schemas.microsoft.com/office/drawing/2014/main" id="{570C7B74-D628-32D5-AFCB-5B849A8F369F}"/>
              </a:ext>
            </a:extLst>
          </p:cNvPr>
          <p:cNvSpPr>
            <a:spLocks noChangeArrowheads="1"/>
          </p:cNvSpPr>
          <p:nvPr/>
        </p:nvSpPr>
        <p:spPr bwMode="auto">
          <a:xfrm>
            <a:off x="3213100" y="5842000"/>
            <a:ext cx="27432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1800"/>
              <a:t>SGM and I&amp;S Master</a:t>
            </a:r>
          </a:p>
        </p:txBody>
      </p:sp>
      <p:sp>
        <p:nvSpPr>
          <p:cNvPr id="73738" name="Rectangle 16">
            <a:extLst>
              <a:ext uri="{FF2B5EF4-FFF2-40B4-BE49-F238E27FC236}">
                <a16:creationId xmlns:a16="http://schemas.microsoft.com/office/drawing/2014/main" id="{599CB684-2955-05AD-7816-258DDCC8CBDC}"/>
              </a:ext>
            </a:extLst>
          </p:cNvPr>
          <p:cNvSpPr>
            <a:spLocks noChangeArrowheads="1"/>
          </p:cNvSpPr>
          <p:nvPr/>
        </p:nvSpPr>
        <p:spPr bwMode="auto">
          <a:xfrm>
            <a:off x="5715000" y="5842000"/>
            <a:ext cx="27432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1800"/>
              <a:t>I&amp;S Master</a:t>
            </a:r>
          </a:p>
        </p:txBody>
      </p:sp>
      <p:sp>
        <p:nvSpPr>
          <p:cNvPr id="73739" name="Rectangle 17">
            <a:extLst>
              <a:ext uri="{FF2B5EF4-FFF2-40B4-BE49-F238E27FC236}">
                <a16:creationId xmlns:a16="http://schemas.microsoft.com/office/drawing/2014/main" id="{22EAA57E-9734-AC55-6D44-B367DC7EE6F4}"/>
              </a:ext>
            </a:extLst>
          </p:cNvPr>
          <p:cNvSpPr>
            <a:spLocks noChangeArrowheads="1"/>
          </p:cNvSpPr>
          <p:nvPr/>
        </p:nvSpPr>
        <p:spPr bwMode="auto">
          <a:xfrm>
            <a:off x="3721100" y="4572000"/>
            <a:ext cx="1752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1600"/>
              <a:t>General Electric</a:t>
            </a:r>
          </a:p>
        </p:txBody>
      </p:sp>
      <p:sp>
        <p:nvSpPr>
          <p:cNvPr id="73740" name="Rectangle 18">
            <a:extLst>
              <a:ext uri="{FF2B5EF4-FFF2-40B4-BE49-F238E27FC236}">
                <a16:creationId xmlns:a16="http://schemas.microsoft.com/office/drawing/2014/main" id="{768F2CCC-8854-B1BA-4744-D979C58C0F1D}"/>
              </a:ext>
            </a:extLst>
          </p:cNvPr>
          <p:cNvSpPr>
            <a:spLocks noChangeArrowheads="1"/>
          </p:cNvSpPr>
          <p:nvPr/>
        </p:nvSpPr>
        <p:spPr bwMode="auto">
          <a:xfrm>
            <a:off x="6197600" y="4572000"/>
            <a:ext cx="1752600" cy="40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1600"/>
              <a:t>Sunbeam</a:t>
            </a:r>
          </a:p>
        </p:txBody>
      </p:sp>
      <p:graphicFrame>
        <p:nvGraphicFramePr>
          <p:cNvPr id="2" name="Table 1">
            <a:extLst>
              <a:ext uri="{FF2B5EF4-FFF2-40B4-BE49-F238E27FC236}">
                <a16:creationId xmlns:a16="http://schemas.microsoft.com/office/drawing/2014/main" id="{E8F5D847-9830-A245-AE31-D757475E25BD}"/>
              </a:ext>
            </a:extLst>
          </p:cNvPr>
          <p:cNvGraphicFramePr>
            <a:graphicFrameLocks noGrp="1"/>
          </p:cNvGraphicFramePr>
          <p:nvPr/>
        </p:nvGraphicFramePr>
        <p:xfrm>
          <a:off x="1752600" y="4978400"/>
          <a:ext cx="5435600" cy="815976"/>
        </p:xfrm>
        <a:graphic>
          <a:graphicData uri="http://schemas.openxmlformats.org/drawingml/2006/table">
            <a:tbl>
              <a:tblPr/>
              <a:tblGrid>
                <a:gridCol w="2717800">
                  <a:extLst>
                    <a:ext uri="{9D8B030D-6E8A-4147-A177-3AD203B41FA5}">
                      <a16:colId xmlns:a16="http://schemas.microsoft.com/office/drawing/2014/main" val="20000"/>
                    </a:ext>
                  </a:extLst>
                </a:gridCol>
                <a:gridCol w="2717800">
                  <a:extLst>
                    <a:ext uri="{9D8B030D-6E8A-4147-A177-3AD203B41FA5}">
                      <a16:colId xmlns:a16="http://schemas.microsoft.com/office/drawing/2014/main" val="20001"/>
                    </a:ext>
                  </a:extLst>
                </a:gridCol>
              </a:tblGrid>
              <a:tr h="407988">
                <a:tc>
                  <a:txBody>
                    <a:bodyPr/>
                    <a:lstStyle/>
                    <a:p>
                      <a:pPr algn="ctr" fontAlgn="ctr"/>
                      <a:r>
                        <a:rPr lang="en-US" sz="2000" b="0" i="0" u="none" strike="noStrike">
                          <a:solidFill>
                            <a:srgbClr val="000000"/>
                          </a:solidFill>
                          <a:effectLst/>
                          <a:latin typeface="Calibri"/>
                        </a:rPr>
                        <a:t>Subgroup A</a:t>
                      </a:r>
                    </a:p>
                  </a:txBody>
                  <a:tcPr marL="9525" marR="9525" marT="95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a:solidFill>
                            <a:srgbClr val="000000"/>
                          </a:solidFill>
                          <a:effectLst/>
                          <a:latin typeface="Calibri"/>
                        </a:rPr>
                        <a:t>Subgroup B</a:t>
                      </a:r>
                    </a:p>
                  </a:txBody>
                  <a:tcPr marL="9525" marR="9525" marT="95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07988">
                <a:tc>
                  <a:txBody>
                    <a:bodyPr/>
                    <a:lstStyle/>
                    <a:p>
                      <a:pPr algn="ctr" fontAlgn="ctr"/>
                      <a:r>
                        <a:rPr lang="en-US" sz="2000" b="0" i="0" u="none" strike="noStrike">
                          <a:solidFill>
                            <a:srgbClr val="000000"/>
                          </a:solidFill>
                          <a:effectLst/>
                          <a:latin typeface="Calibri"/>
                        </a:rPr>
                        <a:t>AAA - AAB</a:t>
                      </a:r>
                    </a:p>
                  </a:txBody>
                  <a:tcPr marL="9525" marR="9525" marT="95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tc>
                  <a:txBody>
                    <a:bodyPr/>
                    <a:lstStyle/>
                    <a:p>
                      <a:pPr algn="ctr" fontAlgn="ctr"/>
                      <a:r>
                        <a:rPr lang="en-US" sz="2000" b="0" i="0" u="none" strike="noStrike" dirty="0">
                          <a:solidFill>
                            <a:srgbClr val="000000"/>
                          </a:solidFill>
                          <a:effectLst/>
                          <a:latin typeface="Calibri"/>
                        </a:rPr>
                        <a:t>ABA</a:t>
                      </a:r>
                    </a:p>
                  </a:txBody>
                  <a:tcPr marL="9525" marR="9525" marT="953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73752" name="TextBox 15">
            <a:extLst>
              <a:ext uri="{FF2B5EF4-FFF2-40B4-BE49-F238E27FC236}">
                <a16:creationId xmlns:a16="http://schemas.microsoft.com/office/drawing/2014/main" id="{243DB811-47E4-BE8E-58A5-EB224C115BFA}"/>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3" name="Rectangle 2">
            <a:extLst>
              <a:ext uri="{FF2B5EF4-FFF2-40B4-BE49-F238E27FC236}">
                <a16:creationId xmlns:a16="http://schemas.microsoft.com/office/drawing/2014/main" id="{2115AC12-FDC8-B905-3B7E-E0EC95D6B72E}"/>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74754" name="Text Box 3">
            <a:extLst>
              <a:ext uri="{FF2B5EF4-FFF2-40B4-BE49-F238E27FC236}">
                <a16:creationId xmlns:a16="http://schemas.microsoft.com/office/drawing/2014/main" id="{6FF77CDD-D767-9CE1-FB31-5794AF6E9E28}"/>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2859D0D2-6E15-46BA-8812-205DBCA7891E}" type="slidenum">
              <a:rPr lang="en-US" altLang="en-US" sz="1200" b="1">
                <a:solidFill>
                  <a:srgbClr val="1C1C1C"/>
                </a:solidFill>
              </a:rPr>
              <a:pPr eaLnBrk="1" hangingPunct="1">
                <a:spcBef>
                  <a:spcPct val="0"/>
                </a:spcBef>
                <a:buClrTx/>
                <a:buFontTx/>
                <a:buNone/>
              </a:pPr>
              <a:t>37</a:t>
            </a:fld>
            <a:endParaRPr lang="en-US" altLang="en-US" sz="1200" b="1">
              <a:solidFill>
                <a:srgbClr val="1C1C1C"/>
              </a:solidFill>
            </a:endParaRPr>
          </a:p>
        </p:txBody>
      </p:sp>
      <p:sp>
        <p:nvSpPr>
          <p:cNvPr id="74755" name="Rectangle 4">
            <a:extLst>
              <a:ext uri="{FF2B5EF4-FFF2-40B4-BE49-F238E27FC236}">
                <a16:creationId xmlns:a16="http://schemas.microsoft.com/office/drawing/2014/main" id="{C4A86A08-6BC4-6F01-9527-1F6DB761AEE0}"/>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1c</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74756" name="TextBox 5">
            <a:extLst>
              <a:ext uri="{FF2B5EF4-FFF2-40B4-BE49-F238E27FC236}">
                <a16:creationId xmlns:a16="http://schemas.microsoft.com/office/drawing/2014/main" id="{338D7FA8-D1B8-51CB-2AE4-6FC41C17EEB6}"/>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5777" name="Rectangle 2">
            <a:extLst>
              <a:ext uri="{FF2B5EF4-FFF2-40B4-BE49-F238E27FC236}">
                <a16:creationId xmlns:a16="http://schemas.microsoft.com/office/drawing/2014/main" id="{9F57C713-A71A-A81C-CAE6-1C095183D5FC}"/>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75778" name="Text Box 3">
            <a:extLst>
              <a:ext uri="{FF2B5EF4-FFF2-40B4-BE49-F238E27FC236}">
                <a16:creationId xmlns:a16="http://schemas.microsoft.com/office/drawing/2014/main" id="{034E7631-3C9B-3A05-BA44-5B251EDCA1CE}"/>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1575D97-9844-485E-8CE6-11118F092366}" type="slidenum">
              <a:rPr lang="en-US" altLang="en-US" sz="1200" b="1">
                <a:solidFill>
                  <a:srgbClr val="1C1C1C"/>
                </a:solidFill>
              </a:rPr>
              <a:pPr eaLnBrk="1" hangingPunct="1">
                <a:spcBef>
                  <a:spcPct val="0"/>
                </a:spcBef>
                <a:buClrTx/>
                <a:buFontTx/>
                <a:buNone/>
              </a:pPr>
              <a:t>38</a:t>
            </a:fld>
            <a:endParaRPr lang="en-US" altLang="en-US" sz="1200" b="1">
              <a:solidFill>
                <a:srgbClr val="1C1C1C"/>
              </a:solidFill>
            </a:endParaRPr>
          </a:p>
        </p:txBody>
      </p:sp>
      <p:sp>
        <p:nvSpPr>
          <p:cNvPr id="75779" name="Rectangle 4">
            <a:extLst>
              <a:ext uri="{FF2B5EF4-FFF2-40B4-BE49-F238E27FC236}">
                <a16:creationId xmlns:a16="http://schemas.microsoft.com/office/drawing/2014/main" id="{C17B3E8A-79CC-C83D-6BF1-E89CF652FFAA}"/>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2400" b="1" dirty="0"/>
              <a:t>Lesson 1d</a:t>
            </a:r>
          </a:p>
          <a:p>
            <a:pPr algn="ctr" eaLnBrk="1" hangingPunct="1">
              <a:buClr>
                <a:schemeClr val="bg2"/>
              </a:buClr>
              <a:buFontTx/>
              <a:buNone/>
            </a:pPr>
            <a:endParaRPr lang="en-US" altLang="en-US" sz="2400" b="1" dirty="0"/>
          </a:p>
          <a:p>
            <a:pPr algn="ctr" eaLnBrk="1" hangingPunct="1">
              <a:buClr>
                <a:schemeClr val="bg2"/>
              </a:buClr>
              <a:buFontTx/>
              <a:buNone/>
            </a:pPr>
            <a:r>
              <a:rPr lang="en-US" altLang="en-US" b="1" dirty="0"/>
              <a:t>API (D200F) and SPM</a:t>
            </a:r>
            <a:endParaRPr lang="en-US" altLang="en-US" b="1" dirty="0">
              <a:solidFill>
                <a:schemeClr val="bg2"/>
              </a:solidFill>
            </a:endParaRPr>
          </a:p>
        </p:txBody>
      </p:sp>
      <p:sp>
        <p:nvSpPr>
          <p:cNvPr id="75780" name="TextBox 4">
            <a:extLst>
              <a:ext uri="{FF2B5EF4-FFF2-40B4-BE49-F238E27FC236}">
                <a16:creationId xmlns:a16="http://schemas.microsoft.com/office/drawing/2014/main" id="{9A33ADBF-5BEB-97E5-40A0-123FF1E3A026}"/>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1" name="Rectangle 2">
            <a:extLst>
              <a:ext uri="{FF2B5EF4-FFF2-40B4-BE49-F238E27FC236}">
                <a16:creationId xmlns:a16="http://schemas.microsoft.com/office/drawing/2014/main" id="{EDDEF4AE-60AF-4892-50D0-33513AD747D6}"/>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76802" name="Text Box 3">
            <a:extLst>
              <a:ext uri="{FF2B5EF4-FFF2-40B4-BE49-F238E27FC236}">
                <a16:creationId xmlns:a16="http://schemas.microsoft.com/office/drawing/2014/main" id="{58110E1C-44AD-EF32-C9E1-3E255F2B5F34}"/>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BD9C1D4-3069-4DAD-8543-755639BA8721}" type="slidenum">
              <a:rPr lang="en-US" altLang="en-US" sz="1200" b="1">
                <a:solidFill>
                  <a:srgbClr val="1C1C1C"/>
                </a:solidFill>
              </a:rPr>
              <a:pPr eaLnBrk="1" hangingPunct="1">
                <a:spcBef>
                  <a:spcPct val="0"/>
                </a:spcBef>
                <a:buClrTx/>
                <a:buFontTx/>
                <a:buNone/>
              </a:pPr>
              <a:t>39</a:t>
            </a:fld>
            <a:endParaRPr lang="en-US" altLang="en-US" sz="1200" b="1">
              <a:solidFill>
                <a:srgbClr val="1C1C1C"/>
              </a:solidFill>
            </a:endParaRPr>
          </a:p>
        </p:txBody>
      </p:sp>
      <p:sp>
        <p:nvSpPr>
          <p:cNvPr id="76803" name="Rectangle 5">
            <a:extLst>
              <a:ext uri="{FF2B5EF4-FFF2-40B4-BE49-F238E27FC236}">
                <a16:creationId xmlns:a16="http://schemas.microsoft.com/office/drawing/2014/main" id="{9E9E033A-B26B-19BB-B17B-CF73E2FF5052}"/>
              </a:ext>
            </a:extLst>
          </p:cNvPr>
          <p:cNvSpPr>
            <a:spLocks noChangeArrowheads="1"/>
          </p:cNvSpPr>
          <p:nvPr/>
        </p:nvSpPr>
        <p:spPr bwMode="auto">
          <a:xfrm>
            <a:off x="400050" y="147637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76804" name="Rectangle 6">
            <a:extLst>
              <a:ext uri="{FF2B5EF4-FFF2-40B4-BE49-F238E27FC236}">
                <a16:creationId xmlns:a16="http://schemas.microsoft.com/office/drawing/2014/main" id="{3AB2BD6F-CB99-39CA-3B2A-E50BD58DB4DC}"/>
              </a:ext>
            </a:extLst>
          </p:cNvPr>
          <p:cNvSpPr>
            <a:spLocks noChangeArrowheads="1"/>
          </p:cNvSpPr>
          <p:nvPr/>
        </p:nvSpPr>
        <p:spPr bwMode="auto">
          <a:xfrm>
            <a:off x="647700" y="2058988"/>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dirty="0"/>
              <a:t> </a:t>
            </a:r>
          </a:p>
          <a:p>
            <a:pPr eaLnBrk="1" hangingPunct="1">
              <a:buClr>
                <a:schemeClr val="bg2"/>
              </a:buClr>
              <a:buFontTx/>
              <a:buChar char="•"/>
            </a:pPr>
            <a:r>
              <a:rPr lang="en-US" altLang="en-US" sz="2400" dirty="0"/>
              <a:t> Looks at API’s relationship to the SPM system</a:t>
            </a:r>
          </a:p>
          <a:p>
            <a:pPr eaLnBrk="1" hangingPunct="1">
              <a:buClr>
                <a:schemeClr val="bg2"/>
              </a:buClr>
              <a:buFontTx/>
              <a:buNone/>
            </a:pPr>
            <a:endParaRPr lang="en-US" altLang="en-US" sz="2400" dirty="0"/>
          </a:p>
          <a:p>
            <a:pPr eaLnBrk="1" hangingPunct="1">
              <a:buClr>
                <a:schemeClr val="bg2"/>
              </a:buClr>
              <a:buFontTx/>
              <a:buChar char="•"/>
            </a:pPr>
            <a:r>
              <a:rPr lang="en-US" altLang="en-US" sz="2400" dirty="0"/>
              <a:t> Describes API interfaces with SPM and other subsystems</a:t>
            </a:r>
          </a:p>
          <a:p>
            <a:pPr eaLnBrk="1" hangingPunct="1">
              <a:buClr>
                <a:schemeClr val="bg2"/>
              </a:buClr>
              <a:buFontTx/>
              <a:buNone/>
            </a:pPr>
            <a:endParaRPr lang="en-US" altLang="en-US" sz="2400" dirty="0"/>
          </a:p>
          <a:p>
            <a:pPr eaLnBrk="1" hangingPunct="1">
              <a:buClr>
                <a:schemeClr val="bg2"/>
              </a:buClr>
              <a:buFontTx/>
              <a:buChar char="•"/>
            </a:pPr>
            <a:r>
              <a:rPr lang="en-US" altLang="en-US" sz="2400" dirty="0"/>
              <a:t> Reviews official API guidance and information sources</a:t>
            </a:r>
          </a:p>
          <a:p>
            <a:pPr eaLnBrk="1" hangingPunct="1">
              <a:buClr>
                <a:schemeClr val="bg2"/>
              </a:buClr>
              <a:buFontTx/>
              <a:buNone/>
            </a:pPr>
            <a:endParaRPr lang="en-US" altLang="en-US" sz="2400" dirty="0"/>
          </a:p>
        </p:txBody>
      </p:sp>
      <p:sp>
        <p:nvSpPr>
          <p:cNvPr id="76805" name="TextBox 6">
            <a:extLst>
              <a:ext uri="{FF2B5EF4-FFF2-40B4-BE49-F238E27FC236}">
                <a16:creationId xmlns:a16="http://schemas.microsoft.com/office/drawing/2014/main" id="{43E7577B-16CC-A8F3-BC5B-D47FCE32BF34}"/>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825" name="Rectangle 2">
            <a:extLst>
              <a:ext uri="{FF2B5EF4-FFF2-40B4-BE49-F238E27FC236}">
                <a16:creationId xmlns:a16="http://schemas.microsoft.com/office/drawing/2014/main" id="{ADC35247-BEDB-CBE8-F152-BBB25F288FC2}"/>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77826" name="Text Box 3">
            <a:extLst>
              <a:ext uri="{FF2B5EF4-FFF2-40B4-BE49-F238E27FC236}">
                <a16:creationId xmlns:a16="http://schemas.microsoft.com/office/drawing/2014/main" id="{F3FAFD3F-070B-D9FC-294F-45EC07202F7C}"/>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E58A9A9-7DDF-45A0-83E1-A4F7CB69923E}" type="slidenum">
              <a:rPr lang="en-US" altLang="en-US" sz="1200" b="1">
                <a:solidFill>
                  <a:srgbClr val="1C1C1C"/>
                </a:solidFill>
              </a:rPr>
              <a:pPr eaLnBrk="1" hangingPunct="1">
                <a:spcBef>
                  <a:spcPct val="0"/>
                </a:spcBef>
                <a:buClrTx/>
                <a:buFontTx/>
                <a:buNone/>
              </a:pPr>
              <a:t>40</a:t>
            </a:fld>
            <a:endParaRPr lang="en-US" altLang="en-US" sz="1200" b="1">
              <a:solidFill>
                <a:srgbClr val="1C1C1C"/>
              </a:solidFill>
            </a:endParaRPr>
          </a:p>
        </p:txBody>
      </p:sp>
      <p:sp>
        <p:nvSpPr>
          <p:cNvPr id="77827" name="Rectangle 5">
            <a:extLst>
              <a:ext uri="{FF2B5EF4-FFF2-40B4-BE49-F238E27FC236}">
                <a16:creationId xmlns:a16="http://schemas.microsoft.com/office/drawing/2014/main" id="{FD14D947-9E9C-39D9-5589-74E90AFC44FD}"/>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D200F/API </a:t>
            </a:r>
          </a:p>
        </p:txBody>
      </p:sp>
      <p:sp>
        <p:nvSpPr>
          <p:cNvPr id="77828" name="Rectangle 6">
            <a:extLst>
              <a:ext uri="{FF2B5EF4-FFF2-40B4-BE49-F238E27FC236}">
                <a16:creationId xmlns:a16="http://schemas.microsoft.com/office/drawing/2014/main" id="{1D656DAB-8178-D9B5-C83B-6F118BEB29E9}"/>
              </a:ext>
            </a:extLst>
          </p:cNvPr>
          <p:cNvSpPr>
            <a:spLocks noChangeArrowheads="1"/>
          </p:cNvSpPr>
          <p:nvPr/>
        </p:nvSpPr>
        <p:spPr bwMode="auto">
          <a:xfrm>
            <a:off x="685800" y="1498600"/>
            <a:ext cx="8153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200"/>
              <a:t>Subsystem of the D200 RMS</a:t>
            </a:r>
          </a:p>
          <a:p>
            <a:pPr eaLnBrk="1" hangingPunct="1">
              <a:buClr>
                <a:schemeClr val="bg2"/>
              </a:buClr>
              <a:buFontTx/>
              <a:buChar char="•"/>
            </a:pPr>
            <a:endParaRPr lang="en-US" altLang="en-US" sz="2200"/>
          </a:p>
          <a:p>
            <a:pPr eaLnBrk="1" hangingPunct="1">
              <a:buClr>
                <a:schemeClr val="bg2"/>
              </a:buClr>
              <a:buFontTx/>
              <a:buChar char="•"/>
            </a:pPr>
            <a:r>
              <a:rPr lang="en-US" altLang="en-US" sz="2200"/>
              <a:t>Approved Air Force tool for maintaining hardware indentures and relating program data to secondary items</a:t>
            </a:r>
          </a:p>
        </p:txBody>
      </p:sp>
      <p:pic>
        <p:nvPicPr>
          <p:cNvPr id="77829" name="Picture 7" descr="API">
            <a:extLst>
              <a:ext uri="{FF2B5EF4-FFF2-40B4-BE49-F238E27FC236}">
                <a16:creationId xmlns:a16="http://schemas.microsoft.com/office/drawing/2014/main" id="{102DC33F-BD0F-7338-F48D-7C3D6BDB25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53050" y="3552825"/>
            <a:ext cx="3143250" cy="2703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7830" name="Rectangle 8">
            <a:extLst>
              <a:ext uri="{FF2B5EF4-FFF2-40B4-BE49-F238E27FC236}">
                <a16:creationId xmlns:a16="http://schemas.microsoft.com/office/drawing/2014/main" id="{0EEF4269-6517-D07E-773C-247F1FD66F4B}"/>
              </a:ext>
            </a:extLst>
          </p:cNvPr>
          <p:cNvSpPr>
            <a:spLocks noChangeArrowheads="1"/>
          </p:cNvSpPr>
          <p:nvPr/>
        </p:nvSpPr>
        <p:spPr bwMode="auto">
          <a:xfrm>
            <a:off x="381000" y="35528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dirty="0"/>
              <a:t> </a:t>
            </a:r>
          </a:p>
        </p:txBody>
      </p:sp>
      <p:sp>
        <p:nvSpPr>
          <p:cNvPr id="77831" name="Rectangle 9">
            <a:extLst>
              <a:ext uri="{FF2B5EF4-FFF2-40B4-BE49-F238E27FC236}">
                <a16:creationId xmlns:a16="http://schemas.microsoft.com/office/drawing/2014/main" id="{7ECCB600-F8A2-021A-B373-8EEDCE1B2718}"/>
              </a:ext>
            </a:extLst>
          </p:cNvPr>
          <p:cNvSpPr>
            <a:spLocks noChangeArrowheads="1"/>
          </p:cNvSpPr>
          <p:nvPr/>
        </p:nvSpPr>
        <p:spPr bwMode="auto">
          <a:xfrm>
            <a:off x="685800" y="3644900"/>
            <a:ext cx="4572000" cy="1092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dirty="0"/>
          </a:p>
          <a:p>
            <a:pPr eaLnBrk="1" hangingPunct="1">
              <a:buClr>
                <a:schemeClr val="bg2"/>
              </a:buClr>
              <a:buFontTx/>
              <a:buChar char="•"/>
            </a:pPr>
            <a:r>
              <a:rPr lang="en-US" altLang="en-US" sz="2200" dirty="0"/>
              <a:t>Purpose of SPM is to compute follow-on spare requirements</a:t>
            </a:r>
          </a:p>
          <a:p>
            <a:pPr eaLnBrk="1" hangingPunct="1">
              <a:buClr>
                <a:schemeClr val="bg2"/>
              </a:buClr>
              <a:buFontTx/>
              <a:buChar char="•"/>
            </a:pPr>
            <a:endParaRPr lang="en-US" altLang="en-US" sz="1800" dirty="0"/>
          </a:p>
        </p:txBody>
      </p:sp>
      <p:sp>
        <p:nvSpPr>
          <p:cNvPr id="77832" name="TextBox 9">
            <a:extLst>
              <a:ext uri="{FF2B5EF4-FFF2-40B4-BE49-F238E27FC236}">
                <a16:creationId xmlns:a16="http://schemas.microsoft.com/office/drawing/2014/main" id="{AECA49DE-A789-F91B-B237-642C0B1731E5}"/>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49" name="Rectangle 2">
            <a:extLst>
              <a:ext uri="{FF2B5EF4-FFF2-40B4-BE49-F238E27FC236}">
                <a16:creationId xmlns:a16="http://schemas.microsoft.com/office/drawing/2014/main" id="{7637D8B3-B538-38C5-9BE2-2EB792CCA534}"/>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78850" name="Text Box 3">
            <a:extLst>
              <a:ext uri="{FF2B5EF4-FFF2-40B4-BE49-F238E27FC236}">
                <a16:creationId xmlns:a16="http://schemas.microsoft.com/office/drawing/2014/main" id="{E656C99D-A1DE-F5B5-9A93-C573FD9874EF}"/>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36E2BD8-DD08-4691-A155-9CB6C1C84DDF}" type="slidenum">
              <a:rPr lang="en-US" altLang="en-US" sz="1200" b="1">
                <a:solidFill>
                  <a:srgbClr val="1C1C1C"/>
                </a:solidFill>
              </a:rPr>
              <a:pPr eaLnBrk="1" hangingPunct="1">
                <a:spcBef>
                  <a:spcPct val="0"/>
                </a:spcBef>
                <a:buClrTx/>
                <a:buFontTx/>
                <a:buNone/>
              </a:pPr>
              <a:t>41</a:t>
            </a:fld>
            <a:endParaRPr lang="en-US" altLang="en-US" sz="1200" b="1">
              <a:solidFill>
                <a:srgbClr val="1C1C1C"/>
              </a:solidFill>
            </a:endParaRPr>
          </a:p>
        </p:txBody>
      </p:sp>
      <p:sp>
        <p:nvSpPr>
          <p:cNvPr id="78851" name="Rectangle 5">
            <a:extLst>
              <a:ext uri="{FF2B5EF4-FFF2-40B4-BE49-F238E27FC236}">
                <a16:creationId xmlns:a16="http://schemas.microsoft.com/office/drawing/2014/main" id="{913FAC57-ABA2-0A6A-1530-7014AC4B9807}"/>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API and SPM </a:t>
            </a:r>
          </a:p>
        </p:txBody>
      </p:sp>
      <p:sp>
        <p:nvSpPr>
          <p:cNvPr id="78852" name="Rectangle 6">
            <a:extLst>
              <a:ext uri="{FF2B5EF4-FFF2-40B4-BE49-F238E27FC236}">
                <a16:creationId xmlns:a16="http://schemas.microsoft.com/office/drawing/2014/main" id="{D80B98F8-6AAA-76D8-9C83-2D5ECB11AC0A}"/>
              </a:ext>
            </a:extLst>
          </p:cNvPr>
          <p:cNvSpPr>
            <a:spLocks noChangeArrowheads="1"/>
          </p:cNvSpPr>
          <p:nvPr/>
        </p:nvSpPr>
        <p:spPr bwMode="auto">
          <a:xfrm>
            <a:off x="685800" y="1498600"/>
            <a:ext cx="81534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dirty="0"/>
          </a:p>
          <a:p>
            <a:pPr eaLnBrk="1" hangingPunct="1">
              <a:buClr>
                <a:schemeClr val="bg2"/>
              </a:buClr>
              <a:buFontTx/>
              <a:buChar char="•"/>
            </a:pPr>
            <a:r>
              <a:rPr lang="en-US" altLang="en-US" sz="2400" dirty="0"/>
              <a:t>Purpose of API is to support SPM</a:t>
            </a:r>
          </a:p>
          <a:p>
            <a:pPr eaLnBrk="1" hangingPunct="1">
              <a:buClr>
                <a:schemeClr val="bg2"/>
              </a:buClr>
              <a:buFontTx/>
              <a:buChar char="•"/>
            </a:pPr>
            <a:r>
              <a:rPr lang="en-US" altLang="en-US" sz="2400" dirty="0"/>
              <a:t>API maintains complete indenture structures for all end items</a:t>
            </a:r>
          </a:p>
          <a:p>
            <a:pPr eaLnBrk="1" hangingPunct="1">
              <a:buClr>
                <a:schemeClr val="bg2"/>
              </a:buClr>
              <a:buFontTx/>
              <a:buChar char="•"/>
            </a:pPr>
            <a:r>
              <a:rPr lang="en-US" altLang="en-US" sz="2400" dirty="0"/>
              <a:t>Application programs are input to API and are then used in SPM</a:t>
            </a:r>
          </a:p>
          <a:p>
            <a:pPr eaLnBrk="1" hangingPunct="1">
              <a:buClr>
                <a:schemeClr val="bg2"/>
              </a:buClr>
              <a:buFontTx/>
              <a:buChar char="•"/>
            </a:pPr>
            <a:r>
              <a:rPr lang="en-US" altLang="en-US" sz="2400" dirty="0"/>
              <a:t>API indenture portion also supports DLA, WSSP, AF DMSMS program, and AF depot maintenance activities</a:t>
            </a:r>
          </a:p>
          <a:p>
            <a:pPr eaLnBrk="1" hangingPunct="1">
              <a:buClr>
                <a:schemeClr val="bg2"/>
              </a:buClr>
              <a:buFontTx/>
              <a:buChar char="•"/>
            </a:pPr>
            <a:r>
              <a:rPr lang="en-US" altLang="en-US" sz="2400" dirty="0"/>
              <a:t>Purpose of API interface with SPM, is to update or correct data to the most current information.</a:t>
            </a:r>
          </a:p>
        </p:txBody>
      </p:sp>
      <p:sp>
        <p:nvSpPr>
          <p:cNvPr id="78853" name="TextBox 6">
            <a:extLst>
              <a:ext uri="{FF2B5EF4-FFF2-40B4-BE49-F238E27FC236}">
                <a16:creationId xmlns:a16="http://schemas.microsoft.com/office/drawing/2014/main" id="{D81A8B4C-4FAC-5576-F94E-1B3F2D2FFE38}"/>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9873" name="Rectangle 2">
            <a:extLst>
              <a:ext uri="{FF2B5EF4-FFF2-40B4-BE49-F238E27FC236}">
                <a16:creationId xmlns:a16="http://schemas.microsoft.com/office/drawing/2014/main" id="{863D249C-7D79-1273-7632-73D239D1B92F}"/>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79874" name="Text Box 3">
            <a:extLst>
              <a:ext uri="{FF2B5EF4-FFF2-40B4-BE49-F238E27FC236}">
                <a16:creationId xmlns:a16="http://schemas.microsoft.com/office/drawing/2014/main" id="{1F1F7AE8-2616-C613-F2E4-34BD40332C69}"/>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2904977-C2B7-487D-821F-F57B10F49BB6}" type="slidenum">
              <a:rPr lang="en-US" altLang="en-US" sz="1200" b="1">
                <a:solidFill>
                  <a:srgbClr val="1C1C1C"/>
                </a:solidFill>
              </a:rPr>
              <a:pPr eaLnBrk="1" hangingPunct="1">
                <a:spcBef>
                  <a:spcPct val="0"/>
                </a:spcBef>
                <a:buClrTx/>
                <a:buFontTx/>
                <a:buNone/>
              </a:pPr>
              <a:t>42</a:t>
            </a:fld>
            <a:endParaRPr lang="en-US" altLang="en-US" sz="1200" b="1">
              <a:solidFill>
                <a:srgbClr val="1C1C1C"/>
              </a:solidFill>
            </a:endParaRPr>
          </a:p>
        </p:txBody>
      </p:sp>
      <p:sp>
        <p:nvSpPr>
          <p:cNvPr id="79875" name="Rectangle 5">
            <a:extLst>
              <a:ext uri="{FF2B5EF4-FFF2-40B4-BE49-F238E27FC236}">
                <a16:creationId xmlns:a16="http://schemas.microsoft.com/office/drawing/2014/main" id="{467E0AD3-51B4-4355-E60D-A567A5EE4ADA}"/>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API Interface with SPM</a:t>
            </a:r>
          </a:p>
        </p:txBody>
      </p:sp>
      <p:sp>
        <p:nvSpPr>
          <p:cNvPr id="79876" name="Rectangle 6">
            <a:extLst>
              <a:ext uri="{FF2B5EF4-FFF2-40B4-BE49-F238E27FC236}">
                <a16:creationId xmlns:a16="http://schemas.microsoft.com/office/drawing/2014/main" id="{D0C6B06F-9CF7-F764-9008-598E325F76B1}"/>
              </a:ext>
            </a:extLst>
          </p:cNvPr>
          <p:cNvSpPr>
            <a:spLocks noChangeArrowheads="1"/>
          </p:cNvSpPr>
          <p:nvPr/>
        </p:nvSpPr>
        <p:spPr bwMode="auto">
          <a:xfrm>
            <a:off x="685800" y="1397000"/>
            <a:ext cx="8153400" cy="505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400"/>
              <a:t>Mechanized data system that is source of information</a:t>
            </a:r>
          </a:p>
          <a:p>
            <a:pPr eaLnBrk="1" hangingPunct="1">
              <a:buClr>
                <a:schemeClr val="bg2"/>
              </a:buClr>
              <a:buFontTx/>
              <a:buChar char="•"/>
            </a:pPr>
            <a:r>
              <a:rPr lang="en-US" altLang="en-US" sz="2400"/>
              <a:t>API feeds parts and program information to ODS</a:t>
            </a:r>
          </a:p>
          <a:p>
            <a:pPr eaLnBrk="1" hangingPunct="1">
              <a:buClr>
                <a:schemeClr val="bg2"/>
              </a:buClr>
              <a:buFontTx/>
              <a:buChar char="•"/>
            </a:pPr>
            <a:r>
              <a:rPr lang="en-US" altLang="en-US" sz="2400"/>
              <a:t>SPM extracts the information from ODS</a:t>
            </a:r>
          </a:p>
          <a:p>
            <a:pPr eaLnBrk="1" hangingPunct="1">
              <a:buClr>
                <a:schemeClr val="bg2"/>
              </a:buClr>
              <a:buFontTx/>
              <a:buChar char="•"/>
            </a:pPr>
            <a:endParaRPr lang="en-US" altLang="en-US" sz="2400"/>
          </a:p>
          <a:p>
            <a:pPr eaLnBrk="1" hangingPunct="1">
              <a:buClr>
                <a:schemeClr val="bg2"/>
              </a:buClr>
              <a:buFontTx/>
              <a:buChar char="•"/>
            </a:pPr>
            <a:endParaRPr lang="en-US" altLang="en-US" sz="1800"/>
          </a:p>
        </p:txBody>
      </p:sp>
      <p:sp>
        <p:nvSpPr>
          <p:cNvPr id="79877" name="tower">
            <a:extLst>
              <a:ext uri="{FF2B5EF4-FFF2-40B4-BE49-F238E27FC236}">
                <a16:creationId xmlns:a16="http://schemas.microsoft.com/office/drawing/2014/main" id="{BDFCBCC3-0899-2312-783A-25B00660BBEF}"/>
              </a:ext>
            </a:extLst>
          </p:cNvPr>
          <p:cNvSpPr>
            <a:spLocks noEditPoints="1" noChangeArrowheads="1"/>
          </p:cNvSpPr>
          <p:nvPr/>
        </p:nvSpPr>
        <p:spPr bwMode="auto">
          <a:xfrm>
            <a:off x="1477963" y="3660775"/>
            <a:ext cx="904875" cy="1809750"/>
          </a:xfrm>
          <a:custGeom>
            <a:avLst/>
            <a:gdLst>
              <a:gd name="T0" fmla="*/ 0 w 21600"/>
              <a:gd name="T1" fmla="*/ 2147483646 h 21600"/>
              <a:gd name="T2" fmla="*/ 2147483646 w 21600"/>
              <a:gd name="T3" fmla="*/ 0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w 21600"/>
              <a:gd name="T17" fmla="*/ 2147483646 h 21600"/>
              <a:gd name="T18" fmla="*/ 0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9 w 21600"/>
              <a:gd name="T31" fmla="*/ 22540 h 21600"/>
              <a:gd name="T32" fmla="*/ 21485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a:p>
        </p:txBody>
      </p:sp>
      <p:sp>
        <p:nvSpPr>
          <p:cNvPr id="79878" name="tower">
            <a:extLst>
              <a:ext uri="{FF2B5EF4-FFF2-40B4-BE49-F238E27FC236}">
                <a16:creationId xmlns:a16="http://schemas.microsoft.com/office/drawing/2014/main" id="{71F742A4-1C88-7CCA-5EA4-06FE4FDCAE2F}"/>
              </a:ext>
            </a:extLst>
          </p:cNvPr>
          <p:cNvSpPr>
            <a:spLocks noEditPoints="1" noChangeArrowheads="1"/>
          </p:cNvSpPr>
          <p:nvPr/>
        </p:nvSpPr>
        <p:spPr bwMode="auto">
          <a:xfrm>
            <a:off x="3857625" y="3660775"/>
            <a:ext cx="904875" cy="1809750"/>
          </a:xfrm>
          <a:custGeom>
            <a:avLst/>
            <a:gdLst>
              <a:gd name="T0" fmla="*/ 0 w 21600"/>
              <a:gd name="T1" fmla="*/ 2147483646 h 21600"/>
              <a:gd name="T2" fmla="*/ 2147483646 w 21600"/>
              <a:gd name="T3" fmla="*/ 0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w 21600"/>
              <a:gd name="T17" fmla="*/ 2147483646 h 21600"/>
              <a:gd name="T18" fmla="*/ 0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9 w 21600"/>
              <a:gd name="T31" fmla="*/ 22540 h 21600"/>
              <a:gd name="T32" fmla="*/ 21485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a:p>
        </p:txBody>
      </p:sp>
      <p:sp>
        <p:nvSpPr>
          <p:cNvPr id="79879" name="Line 16">
            <a:extLst>
              <a:ext uri="{FF2B5EF4-FFF2-40B4-BE49-F238E27FC236}">
                <a16:creationId xmlns:a16="http://schemas.microsoft.com/office/drawing/2014/main" id="{E939100B-A80C-4987-7110-6DC7F4337D53}"/>
              </a:ext>
            </a:extLst>
          </p:cNvPr>
          <p:cNvSpPr>
            <a:spLocks noChangeShapeType="1"/>
          </p:cNvSpPr>
          <p:nvPr/>
        </p:nvSpPr>
        <p:spPr bwMode="auto">
          <a:xfrm>
            <a:off x="2668588" y="4492625"/>
            <a:ext cx="889000" cy="0"/>
          </a:xfrm>
          <a:prstGeom prst="line">
            <a:avLst/>
          </a:prstGeom>
          <a:noFill/>
          <a:ln w="152400">
            <a:solidFill>
              <a:srgbClr val="FF0000"/>
            </a:solidFill>
            <a:round/>
            <a:headEnd/>
            <a:tailEnd type="triangle" w="med" len="sm"/>
          </a:ln>
          <a:extLst>
            <a:ext uri="{909E8E84-426E-40DD-AFC4-6F175D3DCCD1}">
              <a14:hiddenFill xmlns:a14="http://schemas.microsoft.com/office/drawing/2010/main">
                <a:noFill/>
              </a14:hiddenFill>
            </a:ext>
          </a:extLst>
        </p:spPr>
        <p:txBody>
          <a:bodyPr/>
          <a:lstStyle/>
          <a:p>
            <a:endParaRPr lang="en-US"/>
          </a:p>
        </p:txBody>
      </p:sp>
      <p:sp>
        <p:nvSpPr>
          <p:cNvPr id="79880" name="Rectangle 17">
            <a:extLst>
              <a:ext uri="{FF2B5EF4-FFF2-40B4-BE49-F238E27FC236}">
                <a16:creationId xmlns:a16="http://schemas.microsoft.com/office/drawing/2014/main" id="{6E14C20A-689A-8E6C-FDD9-7328538652E1}"/>
              </a:ext>
            </a:extLst>
          </p:cNvPr>
          <p:cNvSpPr>
            <a:spLocks noChangeArrowheads="1"/>
          </p:cNvSpPr>
          <p:nvPr/>
        </p:nvSpPr>
        <p:spPr bwMode="auto">
          <a:xfrm>
            <a:off x="1663700" y="5384800"/>
            <a:ext cx="5989638" cy="939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None/>
            </a:pPr>
            <a:r>
              <a:rPr lang="en-US" altLang="en-US" sz="1800"/>
              <a:t>API                             ODS                                  SPM</a:t>
            </a:r>
          </a:p>
          <a:p>
            <a:pPr eaLnBrk="1" hangingPunct="1">
              <a:buClr>
                <a:schemeClr val="bg2"/>
              </a:buClr>
              <a:buFontTx/>
              <a:buChar char="•"/>
            </a:pPr>
            <a:endParaRPr lang="en-US" altLang="en-US" sz="1800"/>
          </a:p>
        </p:txBody>
      </p:sp>
      <p:sp>
        <p:nvSpPr>
          <p:cNvPr id="79881" name="TextBox 10">
            <a:extLst>
              <a:ext uri="{FF2B5EF4-FFF2-40B4-BE49-F238E27FC236}">
                <a16:creationId xmlns:a16="http://schemas.microsoft.com/office/drawing/2014/main" id="{1886B9D0-4D90-CCBC-3F8E-C2EEDAC8F85B}"/>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
        <p:nvSpPr>
          <p:cNvPr id="79882" name="tower">
            <a:extLst>
              <a:ext uri="{FF2B5EF4-FFF2-40B4-BE49-F238E27FC236}">
                <a16:creationId xmlns:a16="http://schemas.microsoft.com/office/drawing/2014/main" id="{616E6AF2-E370-04ED-3EF5-976D219127BA}"/>
              </a:ext>
            </a:extLst>
          </p:cNvPr>
          <p:cNvSpPr>
            <a:spLocks noEditPoints="1" noChangeArrowheads="1"/>
          </p:cNvSpPr>
          <p:nvPr/>
        </p:nvSpPr>
        <p:spPr bwMode="auto">
          <a:xfrm>
            <a:off x="6505575" y="3660775"/>
            <a:ext cx="904875" cy="1809750"/>
          </a:xfrm>
          <a:custGeom>
            <a:avLst/>
            <a:gdLst>
              <a:gd name="T0" fmla="*/ 0 w 21600"/>
              <a:gd name="T1" fmla="*/ 2147483646 h 21600"/>
              <a:gd name="T2" fmla="*/ 2147483646 w 21600"/>
              <a:gd name="T3" fmla="*/ 0 h 21600"/>
              <a:gd name="T4" fmla="*/ 2147483646 w 21600"/>
              <a:gd name="T5" fmla="*/ 0 h 21600"/>
              <a:gd name="T6" fmla="*/ 2147483646 w 21600"/>
              <a:gd name="T7" fmla="*/ 0 h 21600"/>
              <a:gd name="T8" fmla="*/ 2147483646 w 21600"/>
              <a:gd name="T9" fmla="*/ 2147483646 h 21600"/>
              <a:gd name="T10" fmla="*/ 2147483646 w 21600"/>
              <a:gd name="T11" fmla="*/ 2147483646 h 21600"/>
              <a:gd name="T12" fmla="*/ 2147483646 w 21600"/>
              <a:gd name="T13" fmla="*/ 2147483646 h 21600"/>
              <a:gd name="T14" fmla="*/ 2147483646 w 21600"/>
              <a:gd name="T15" fmla="*/ 2147483646 h 21600"/>
              <a:gd name="T16" fmla="*/ 0 w 21600"/>
              <a:gd name="T17" fmla="*/ 2147483646 h 21600"/>
              <a:gd name="T18" fmla="*/ 0 w 21600"/>
              <a:gd name="T19" fmla="*/ 2147483646 h 21600"/>
              <a:gd name="T20" fmla="*/ 0 60000 65536"/>
              <a:gd name="T21" fmla="*/ 0 60000 65536"/>
              <a:gd name="T22" fmla="*/ 0 60000 65536"/>
              <a:gd name="T23" fmla="*/ 0 60000 65536"/>
              <a:gd name="T24" fmla="*/ 0 60000 65536"/>
              <a:gd name="T25" fmla="*/ 0 60000 65536"/>
              <a:gd name="T26" fmla="*/ 0 60000 65536"/>
              <a:gd name="T27" fmla="*/ 0 60000 65536"/>
              <a:gd name="T28" fmla="*/ 0 60000 65536"/>
              <a:gd name="T29" fmla="*/ 0 60000 65536"/>
              <a:gd name="T30" fmla="*/ 459 w 21600"/>
              <a:gd name="T31" fmla="*/ 22540 h 21600"/>
              <a:gd name="T32" fmla="*/ 21485 w 21600"/>
              <a:gd name="T33" fmla="*/ 27000 h 21600"/>
            </a:gdLst>
            <a:ahLst/>
            <a:cxnLst>
              <a:cxn ang="T20">
                <a:pos x="T0" y="T1"/>
              </a:cxn>
              <a:cxn ang="T21">
                <a:pos x="T2" y="T3"/>
              </a:cxn>
              <a:cxn ang="T22">
                <a:pos x="T4" y="T5"/>
              </a:cxn>
              <a:cxn ang="T23">
                <a:pos x="T6" y="T7"/>
              </a:cxn>
              <a:cxn ang="T24">
                <a:pos x="T8" y="T9"/>
              </a:cxn>
              <a:cxn ang="T25">
                <a:pos x="T10" y="T11"/>
              </a:cxn>
              <a:cxn ang="T26">
                <a:pos x="T12" y="T13"/>
              </a:cxn>
              <a:cxn ang="T27">
                <a:pos x="T14" y="T15"/>
              </a:cxn>
              <a:cxn ang="T28">
                <a:pos x="T16" y="T17"/>
              </a:cxn>
              <a:cxn ang="T29">
                <a:pos x="T18" y="T19"/>
              </a:cxn>
            </a:cxnLst>
            <a:rect l="T30" t="T31" r="T32" b="T33"/>
            <a:pathLst>
              <a:path w="21600" h="21600" extrusionOk="0">
                <a:moveTo>
                  <a:pt x="0" y="2184"/>
                </a:moveTo>
                <a:lnTo>
                  <a:pt x="6664" y="0"/>
                </a:lnTo>
                <a:lnTo>
                  <a:pt x="10800" y="0"/>
                </a:lnTo>
                <a:lnTo>
                  <a:pt x="21600" y="0"/>
                </a:lnTo>
                <a:lnTo>
                  <a:pt x="21600" y="11649"/>
                </a:lnTo>
                <a:lnTo>
                  <a:pt x="21600" y="19416"/>
                </a:lnTo>
                <a:lnTo>
                  <a:pt x="15166" y="21600"/>
                </a:lnTo>
                <a:lnTo>
                  <a:pt x="10570" y="21600"/>
                </a:lnTo>
                <a:lnTo>
                  <a:pt x="0" y="21600"/>
                </a:lnTo>
                <a:lnTo>
                  <a:pt x="0" y="11528"/>
                </a:lnTo>
                <a:lnTo>
                  <a:pt x="0" y="2184"/>
                </a:lnTo>
                <a:close/>
              </a:path>
              <a:path w="21600" h="21600" extrusionOk="0">
                <a:moveTo>
                  <a:pt x="0" y="2184"/>
                </a:moveTo>
                <a:lnTo>
                  <a:pt x="0" y="2184"/>
                </a:lnTo>
                <a:lnTo>
                  <a:pt x="14706" y="2184"/>
                </a:lnTo>
                <a:lnTo>
                  <a:pt x="21600" y="0"/>
                </a:lnTo>
                <a:moveTo>
                  <a:pt x="0" y="2184"/>
                </a:moveTo>
                <a:lnTo>
                  <a:pt x="14706" y="2184"/>
                </a:lnTo>
                <a:lnTo>
                  <a:pt x="14706" y="5339"/>
                </a:lnTo>
                <a:lnTo>
                  <a:pt x="14706" y="17474"/>
                </a:lnTo>
                <a:lnTo>
                  <a:pt x="14706" y="21600"/>
                </a:lnTo>
                <a:moveTo>
                  <a:pt x="1149" y="3034"/>
                </a:moveTo>
                <a:lnTo>
                  <a:pt x="13328" y="3034"/>
                </a:lnTo>
                <a:lnTo>
                  <a:pt x="13328" y="3519"/>
                </a:lnTo>
                <a:lnTo>
                  <a:pt x="1149" y="3519"/>
                </a:lnTo>
                <a:lnTo>
                  <a:pt x="1149" y="3034"/>
                </a:lnTo>
                <a:moveTo>
                  <a:pt x="1149" y="4490"/>
                </a:moveTo>
                <a:lnTo>
                  <a:pt x="13328" y="4490"/>
                </a:lnTo>
                <a:lnTo>
                  <a:pt x="13328" y="4854"/>
                </a:lnTo>
                <a:lnTo>
                  <a:pt x="1149" y="4854"/>
                </a:lnTo>
                <a:lnTo>
                  <a:pt x="1149" y="4490"/>
                </a:lnTo>
                <a:moveTo>
                  <a:pt x="1149" y="5946"/>
                </a:moveTo>
                <a:lnTo>
                  <a:pt x="13328" y="5946"/>
                </a:lnTo>
                <a:lnTo>
                  <a:pt x="13328" y="6310"/>
                </a:lnTo>
                <a:lnTo>
                  <a:pt x="1149" y="6310"/>
                </a:lnTo>
                <a:lnTo>
                  <a:pt x="1149" y="5946"/>
                </a:lnTo>
              </a:path>
            </a:pathLst>
          </a:custGeom>
          <a:solidFill>
            <a:srgbClr val="FFFFCC"/>
          </a:solidFill>
          <a:ln w="9525">
            <a:solidFill>
              <a:srgbClr val="000000"/>
            </a:solidFill>
            <a:miter lim="800000"/>
            <a:headEnd/>
            <a:tailEnd/>
          </a:ln>
        </p:spPr>
        <p:txBody>
          <a:bodyPr/>
          <a:lstStyle/>
          <a:p>
            <a:endParaRPr lang="en-US"/>
          </a:p>
        </p:txBody>
      </p:sp>
      <p:sp>
        <p:nvSpPr>
          <p:cNvPr id="79883" name="Line 16">
            <a:extLst>
              <a:ext uri="{FF2B5EF4-FFF2-40B4-BE49-F238E27FC236}">
                <a16:creationId xmlns:a16="http://schemas.microsoft.com/office/drawing/2014/main" id="{18BB6EDB-A44C-9312-9AAC-6714D7007E79}"/>
              </a:ext>
            </a:extLst>
          </p:cNvPr>
          <p:cNvSpPr>
            <a:spLocks noChangeShapeType="1"/>
          </p:cNvSpPr>
          <p:nvPr/>
        </p:nvSpPr>
        <p:spPr bwMode="auto">
          <a:xfrm>
            <a:off x="5207000" y="4492625"/>
            <a:ext cx="889000" cy="0"/>
          </a:xfrm>
          <a:prstGeom prst="line">
            <a:avLst/>
          </a:prstGeom>
          <a:noFill/>
          <a:ln w="152400">
            <a:solidFill>
              <a:srgbClr val="FF0000"/>
            </a:solidFill>
            <a:round/>
            <a:headEnd/>
            <a:tailEnd type="triangle" w="med" len="sm"/>
          </a:ln>
          <a:extLst>
            <a:ext uri="{909E8E84-426E-40DD-AFC4-6F175D3DCCD1}">
              <a14:hiddenFill xmlns:a14="http://schemas.microsoft.com/office/drawing/2010/main">
                <a:noFill/>
              </a14:hiddenFill>
            </a:ext>
          </a:extLst>
        </p:spPr>
        <p:txBody>
          <a:bodyPr/>
          <a:lstStyle/>
          <a:p>
            <a:endParaRPr lang="en-US"/>
          </a:p>
        </p:txBody>
      </p:sp>
    </p:spTree>
  </p:cSld>
  <p:clrMapOvr>
    <a:masterClrMapping/>
  </p:clrMapOvr>
  <p:transition/>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7" name="Rectangle 2">
            <a:extLst>
              <a:ext uri="{FF2B5EF4-FFF2-40B4-BE49-F238E27FC236}">
                <a16:creationId xmlns:a16="http://schemas.microsoft.com/office/drawing/2014/main" id="{AEF33607-A35B-A4BB-002A-08F71C2589CC}"/>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80898" name="Text Box 3">
            <a:extLst>
              <a:ext uri="{FF2B5EF4-FFF2-40B4-BE49-F238E27FC236}">
                <a16:creationId xmlns:a16="http://schemas.microsoft.com/office/drawing/2014/main" id="{7CA203CF-35BE-7329-1E33-D34409A2B713}"/>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D6D8CEC-6D30-49AE-99BD-17E82DEF24D8}" type="slidenum">
              <a:rPr lang="en-US" altLang="en-US" sz="1200" b="1">
                <a:solidFill>
                  <a:srgbClr val="1C1C1C"/>
                </a:solidFill>
              </a:rPr>
              <a:pPr eaLnBrk="1" hangingPunct="1">
                <a:spcBef>
                  <a:spcPct val="0"/>
                </a:spcBef>
                <a:buClrTx/>
                <a:buFontTx/>
                <a:buNone/>
              </a:pPr>
              <a:t>43</a:t>
            </a:fld>
            <a:endParaRPr lang="en-US" altLang="en-US" sz="1200" b="1">
              <a:solidFill>
                <a:srgbClr val="1C1C1C"/>
              </a:solidFill>
            </a:endParaRPr>
          </a:p>
        </p:txBody>
      </p:sp>
      <p:pic>
        <p:nvPicPr>
          <p:cNvPr id="80899" name="Picture 7" descr="interfaces">
            <a:extLst>
              <a:ext uri="{FF2B5EF4-FFF2-40B4-BE49-F238E27FC236}">
                <a16:creationId xmlns:a16="http://schemas.microsoft.com/office/drawing/2014/main" id="{982C090D-906B-8E1E-02B0-2F2102D49A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3738" y="1217613"/>
            <a:ext cx="5935662" cy="5192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0900" name="TextBox 4">
            <a:extLst>
              <a:ext uri="{FF2B5EF4-FFF2-40B4-BE49-F238E27FC236}">
                <a16:creationId xmlns:a16="http://schemas.microsoft.com/office/drawing/2014/main" id="{6031DCB7-E07C-5D26-25CB-58824A23019B}"/>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
        <p:nvSpPr>
          <p:cNvPr id="80901" name="Rectangle 1">
            <a:extLst>
              <a:ext uri="{FF2B5EF4-FFF2-40B4-BE49-F238E27FC236}">
                <a16:creationId xmlns:a16="http://schemas.microsoft.com/office/drawing/2014/main" id="{A35486F5-566A-67D3-E6B5-978A6F1C681B}"/>
              </a:ext>
            </a:extLst>
          </p:cNvPr>
          <p:cNvSpPr>
            <a:spLocks noChangeArrowheads="1"/>
          </p:cNvSpPr>
          <p:nvPr/>
        </p:nvSpPr>
        <p:spPr bwMode="auto">
          <a:xfrm>
            <a:off x="6348413" y="3906838"/>
            <a:ext cx="835025" cy="536575"/>
          </a:xfrm>
          <a:prstGeom prst="rect">
            <a:avLst/>
          </a:prstGeom>
          <a:solidFill>
            <a:schemeClr val="accent1"/>
          </a:solidFill>
          <a:ln w="57150" algn="ctr">
            <a:solidFill>
              <a:schemeClr val="accent2"/>
            </a:solidFill>
            <a:round/>
            <a:headEnd/>
            <a:tailEnd type="triangle" w="med" len="med"/>
          </a:ln>
        </p:spPr>
        <p:txBody>
          <a:bodyPr wrap="none" anchor="ctr"/>
          <a:lstStyle>
            <a:lvl1pPr>
              <a:defRPr sz="6000">
                <a:solidFill>
                  <a:schemeClr val="tx1"/>
                </a:solidFill>
                <a:latin typeface="Arial" panose="020B0604020202020204" pitchFamily="34" charset="0"/>
                <a:cs typeface="Arial" panose="020B0604020202020204" pitchFamily="34" charset="0"/>
              </a:defRPr>
            </a:lvl1pPr>
            <a:lvl2pPr marL="742950" indent="-285750">
              <a:defRPr sz="6000">
                <a:solidFill>
                  <a:schemeClr val="tx1"/>
                </a:solidFill>
                <a:latin typeface="Arial" panose="020B0604020202020204" pitchFamily="34" charset="0"/>
                <a:cs typeface="Arial" panose="020B0604020202020204" pitchFamily="34" charset="0"/>
              </a:defRPr>
            </a:lvl2pPr>
            <a:lvl3pPr marL="1143000" indent="-228600">
              <a:defRPr sz="6000">
                <a:solidFill>
                  <a:schemeClr val="tx1"/>
                </a:solidFill>
                <a:latin typeface="Arial" panose="020B0604020202020204" pitchFamily="34" charset="0"/>
                <a:cs typeface="Arial" panose="020B0604020202020204" pitchFamily="34" charset="0"/>
              </a:defRPr>
            </a:lvl3pPr>
            <a:lvl4pPr marL="1600200" indent="-228600">
              <a:defRPr sz="6000">
                <a:solidFill>
                  <a:schemeClr val="tx1"/>
                </a:solidFill>
                <a:latin typeface="Arial" panose="020B0604020202020204" pitchFamily="34" charset="0"/>
                <a:cs typeface="Arial" panose="020B0604020202020204" pitchFamily="34" charset="0"/>
              </a:defRPr>
            </a:lvl4pPr>
            <a:lvl5pPr marL="2057400" indent="-228600">
              <a:defRPr sz="6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9pPr>
          </a:lstStyle>
          <a:p>
            <a:pPr algn="ctr">
              <a:lnSpc>
                <a:spcPct val="80000"/>
              </a:lnSpc>
              <a:buClr>
                <a:srgbClr val="000066"/>
              </a:buClr>
              <a:buSzPct val="80000"/>
            </a:pPr>
            <a:r>
              <a:rPr lang="en-US" altLang="en-US" sz="2400" b="1" dirty="0"/>
              <a:t>ODS</a:t>
            </a:r>
          </a:p>
        </p:txBody>
      </p:sp>
      <p:sp>
        <p:nvSpPr>
          <p:cNvPr id="80902" name="Rectangle 6">
            <a:extLst>
              <a:ext uri="{FF2B5EF4-FFF2-40B4-BE49-F238E27FC236}">
                <a16:creationId xmlns:a16="http://schemas.microsoft.com/office/drawing/2014/main" id="{A2EF7E34-C1E1-2920-C669-2D41A3177F00}"/>
              </a:ext>
            </a:extLst>
          </p:cNvPr>
          <p:cNvSpPr>
            <a:spLocks noChangeArrowheads="1"/>
          </p:cNvSpPr>
          <p:nvPr/>
        </p:nvSpPr>
        <p:spPr bwMode="auto">
          <a:xfrm>
            <a:off x="7874000" y="3906838"/>
            <a:ext cx="835025" cy="536575"/>
          </a:xfrm>
          <a:prstGeom prst="rect">
            <a:avLst/>
          </a:prstGeom>
          <a:solidFill>
            <a:schemeClr val="accent1"/>
          </a:solidFill>
          <a:ln w="57150" algn="ctr">
            <a:solidFill>
              <a:schemeClr val="accent2"/>
            </a:solidFill>
            <a:round/>
            <a:headEnd/>
            <a:tailEnd type="triangle" w="med" len="med"/>
          </a:ln>
        </p:spPr>
        <p:txBody>
          <a:bodyPr wrap="none" anchor="ctr"/>
          <a:lstStyle>
            <a:lvl1pPr>
              <a:defRPr sz="6000">
                <a:solidFill>
                  <a:schemeClr val="tx1"/>
                </a:solidFill>
                <a:latin typeface="Arial" panose="020B0604020202020204" pitchFamily="34" charset="0"/>
                <a:cs typeface="Arial" panose="020B0604020202020204" pitchFamily="34" charset="0"/>
              </a:defRPr>
            </a:lvl1pPr>
            <a:lvl2pPr marL="742950" indent="-285750">
              <a:defRPr sz="6000">
                <a:solidFill>
                  <a:schemeClr val="tx1"/>
                </a:solidFill>
                <a:latin typeface="Arial" panose="020B0604020202020204" pitchFamily="34" charset="0"/>
                <a:cs typeface="Arial" panose="020B0604020202020204" pitchFamily="34" charset="0"/>
              </a:defRPr>
            </a:lvl2pPr>
            <a:lvl3pPr marL="1143000" indent="-228600">
              <a:defRPr sz="6000">
                <a:solidFill>
                  <a:schemeClr val="tx1"/>
                </a:solidFill>
                <a:latin typeface="Arial" panose="020B0604020202020204" pitchFamily="34" charset="0"/>
                <a:cs typeface="Arial" panose="020B0604020202020204" pitchFamily="34" charset="0"/>
              </a:defRPr>
            </a:lvl3pPr>
            <a:lvl4pPr marL="1600200" indent="-228600">
              <a:defRPr sz="6000">
                <a:solidFill>
                  <a:schemeClr val="tx1"/>
                </a:solidFill>
                <a:latin typeface="Arial" panose="020B0604020202020204" pitchFamily="34" charset="0"/>
                <a:cs typeface="Arial" panose="020B0604020202020204" pitchFamily="34" charset="0"/>
              </a:defRPr>
            </a:lvl4pPr>
            <a:lvl5pPr marL="2057400" indent="-228600">
              <a:defRPr sz="6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9pPr>
          </a:lstStyle>
          <a:p>
            <a:pPr algn="ctr">
              <a:lnSpc>
                <a:spcPct val="80000"/>
              </a:lnSpc>
              <a:buClr>
                <a:srgbClr val="000066"/>
              </a:buClr>
              <a:buSzPct val="80000"/>
            </a:pPr>
            <a:r>
              <a:rPr lang="en-US" altLang="en-US" sz="2400" b="1" dirty="0"/>
              <a:t>SPM</a:t>
            </a:r>
          </a:p>
        </p:txBody>
      </p:sp>
      <p:cxnSp>
        <p:nvCxnSpPr>
          <p:cNvPr id="80903" name="Straight Arrow Connector 3">
            <a:extLst>
              <a:ext uri="{FF2B5EF4-FFF2-40B4-BE49-F238E27FC236}">
                <a16:creationId xmlns:a16="http://schemas.microsoft.com/office/drawing/2014/main" id="{FF0FF21D-9716-F53A-F402-D02A90C81E7F}"/>
              </a:ext>
            </a:extLst>
          </p:cNvPr>
          <p:cNvCxnSpPr>
            <a:cxnSpLocks noChangeShapeType="1"/>
          </p:cNvCxnSpPr>
          <p:nvPr/>
        </p:nvCxnSpPr>
        <p:spPr bwMode="auto">
          <a:xfrm>
            <a:off x="3517900" y="4175125"/>
            <a:ext cx="2733675" cy="0"/>
          </a:xfrm>
          <a:prstGeom prst="straightConnector1">
            <a:avLst/>
          </a:prstGeom>
          <a:noFill/>
          <a:ln w="57150" algn="ctr">
            <a:solidFill>
              <a:srgbClr val="FF0000"/>
            </a:solidFill>
            <a:round/>
            <a:headEnd/>
            <a:tailEnd type="triangle" w="med" len="med"/>
          </a:ln>
        </p:spPr>
      </p:cxnSp>
      <p:cxnSp>
        <p:nvCxnSpPr>
          <p:cNvPr id="80904" name="Straight Arrow Connector 9">
            <a:extLst>
              <a:ext uri="{FF2B5EF4-FFF2-40B4-BE49-F238E27FC236}">
                <a16:creationId xmlns:a16="http://schemas.microsoft.com/office/drawing/2014/main" id="{FBD8BE24-087D-8FDA-39C3-6CB9B9BF751F}"/>
              </a:ext>
            </a:extLst>
          </p:cNvPr>
          <p:cNvCxnSpPr>
            <a:cxnSpLocks/>
          </p:cNvCxnSpPr>
          <p:nvPr/>
        </p:nvCxnSpPr>
        <p:spPr bwMode="auto">
          <a:xfrm>
            <a:off x="7275513" y="4157663"/>
            <a:ext cx="496887" cy="0"/>
          </a:xfrm>
          <a:prstGeom prst="straightConnector1">
            <a:avLst/>
          </a:prstGeom>
          <a:noFill/>
          <a:ln w="57150" algn="ctr">
            <a:solidFill>
              <a:srgbClr val="FF0000"/>
            </a:solidFill>
            <a:round/>
            <a:headEnd/>
            <a:tailEnd type="triangle" w="med" len="med"/>
          </a:ln>
        </p:spPr>
      </p:cxnSp>
      <p:sp>
        <p:nvSpPr>
          <p:cNvPr id="4" name="&quot;Not Allowed&quot; Symbol 3">
            <a:extLst>
              <a:ext uri="{FF2B5EF4-FFF2-40B4-BE49-F238E27FC236}">
                <a16:creationId xmlns:a16="http://schemas.microsoft.com/office/drawing/2014/main" id="{3E0507E3-40B0-4BA2-1983-53CD93970A69}"/>
              </a:ext>
            </a:extLst>
          </p:cNvPr>
          <p:cNvSpPr/>
          <p:nvPr/>
        </p:nvSpPr>
        <p:spPr bwMode="auto">
          <a:xfrm>
            <a:off x="1905000" y="5800725"/>
            <a:ext cx="723900" cy="428625"/>
          </a:xfrm>
          <a:prstGeom prst="noSmoking">
            <a:avLst/>
          </a:prstGeom>
          <a:solidFill>
            <a:schemeClr val="accent1"/>
          </a:solidFill>
          <a:ln w="57150" cap="flat" cmpd="sng" algn="ctr">
            <a:solidFill>
              <a:schemeClr val="accent2"/>
            </a:solidFill>
            <a:prstDash val="solid"/>
            <a:round/>
            <a:headEnd type="none" w="med" len="med"/>
            <a:tailEnd type="triangle" w="med" len="med"/>
          </a:ln>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lnSpc>
                <a:spcPct val="80000"/>
              </a:lnSpc>
              <a:spcBef>
                <a:spcPct val="0"/>
              </a:spcBef>
              <a:spcAft>
                <a:spcPct val="0"/>
              </a:spcAft>
              <a:buClr>
                <a:srgbClr val="000066"/>
              </a:buClr>
              <a:buSzPct val="80000"/>
              <a:buFont typeface="Wingdings" pitchFamily="2" charset="2"/>
              <a:buChar char="q"/>
              <a:tabLst/>
            </a:pPr>
            <a:endParaRPr kumimoji="0" lang="en-US" sz="6000" b="0" i="0" u="none" strike="noStrike" cap="none" normalizeH="0" baseline="0">
              <a:ln>
                <a:solidFill>
                  <a:srgbClr val="FF0000"/>
                </a:solidFill>
              </a:ln>
              <a:solidFill>
                <a:srgbClr val="FF0000"/>
              </a:solidFill>
              <a:effectLst/>
              <a:latin typeface="Arial" charset="0"/>
            </a:endParaRPr>
          </a:p>
        </p:txBody>
      </p:sp>
    </p:spTree>
  </p:cSld>
  <p:clrMapOvr>
    <a:masterClrMapping/>
  </p:clrMapOvr>
  <p:transition/>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21" name="Rectangle 2">
            <a:extLst>
              <a:ext uri="{FF2B5EF4-FFF2-40B4-BE49-F238E27FC236}">
                <a16:creationId xmlns:a16="http://schemas.microsoft.com/office/drawing/2014/main" id="{338E1E23-1126-29A5-DE1C-56D79DFEB4E3}"/>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81922" name="Text Box 3">
            <a:extLst>
              <a:ext uri="{FF2B5EF4-FFF2-40B4-BE49-F238E27FC236}">
                <a16:creationId xmlns:a16="http://schemas.microsoft.com/office/drawing/2014/main" id="{4CAF66E2-5D85-3BB7-7E7D-910FDC50AB27}"/>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3DE87A3-C330-4F54-9E31-89A3BE2E1CEB}" type="slidenum">
              <a:rPr lang="en-US" altLang="en-US" sz="1200" b="1">
                <a:solidFill>
                  <a:srgbClr val="1C1C1C"/>
                </a:solidFill>
              </a:rPr>
              <a:pPr eaLnBrk="1" hangingPunct="1">
                <a:spcBef>
                  <a:spcPct val="0"/>
                </a:spcBef>
                <a:buClrTx/>
                <a:buFontTx/>
                <a:buNone/>
              </a:pPr>
              <a:t>44</a:t>
            </a:fld>
            <a:endParaRPr lang="en-US" altLang="en-US" sz="1200" b="1">
              <a:solidFill>
                <a:srgbClr val="1C1C1C"/>
              </a:solidFill>
            </a:endParaRPr>
          </a:p>
        </p:txBody>
      </p:sp>
      <p:sp>
        <p:nvSpPr>
          <p:cNvPr id="81923" name="Rectangle 5">
            <a:extLst>
              <a:ext uri="{FF2B5EF4-FFF2-40B4-BE49-F238E27FC236}">
                <a16:creationId xmlns:a16="http://schemas.microsoft.com/office/drawing/2014/main" id="{D70D5AB6-F6A6-D1E9-1B77-1820781E1AC4}"/>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API Information Resources</a:t>
            </a:r>
          </a:p>
        </p:txBody>
      </p:sp>
      <p:sp>
        <p:nvSpPr>
          <p:cNvPr id="81924" name="Rectangle 6">
            <a:extLst>
              <a:ext uri="{FF2B5EF4-FFF2-40B4-BE49-F238E27FC236}">
                <a16:creationId xmlns:a16="http://schemas.microsoft.com/office/drawing/2014/main" id="{A2B5B498-3F73-094C-1CB3-5EFF4A8330A4}"/>
              </a:ext>
            </a:extLst>
          </p:cNvPr>
          <p:cNvSpPr>
            <a:spLocks noChangeArrowheads="1"/>
          </p:cNvSpPr>
          <p:nvPr/>
        </p:nvSpPr>
        <p:spPr bwMode="auto">
          <a:xfrm>
            <a:off x="685800" y="1498600"/>
            <a:ext cx="8153400" cy="2235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Char char="•"/>
            </a:pPr>
            <a:r>
              <a:rPr lang="en-US" altLang="en-US" sz="2200"/>
              <a:t>Official guidance: AFMCMAN 23-109, “Applications, Programs, and Indentures”</a:t>
            </a:r>
          </a:p>
          <a:p>
            <a:pPr eaLnBrk="1" hangingPunct="1">
              <a:buClr>
                <a:schemeClr val="bg2"/>
              </a:buClr>
              <a:buFontTx/>
              <a:buNone/>
            </a:pPr>
            <a:endParaRPr lang="en-US" altLang="en-US" sz="2200"/>
          </a:p>
          <a:p>
            <a:pPr eaLnBrk="1" hangingPunct="1">
              <a:buClr>
                <a:schemeClr val="bg2"/>
              </a:buClr>
              <a:buFontTx/>
              <a:buChar char="•"/>
            </a:pPr>
            <a:r>
              <a:rPr lang="en-US" altLang="en-US" sz="2200"/>
              <a:t>Available at AF E-Publishing website.</a:t>
            </a:r>
          </a:p>
          <a:p>
            <a:pPr eaLnBrk="1" hangingPunct="1">
              <a:buClr>
                <a:schemeClr val="bg2"/>
              </a:buClr>
              <a:buFontTx/>
              <a:buChar char="•"/>
            </a:pPr>
            <a:endParaRPr lang="en-US" altLang="en-US" sz="2200"/>
          </a:p>
          <a:p>
            <a:pPr eaLnBrk="1" hangingPunct="1">
              <a:buClr>
                <a:schemeClr val="bg2"/>
              </a:buClr>
              <a:buFontTx/>
              <a:buChar char="•"/>
            </a:pPr>
            <a:r>
              <a:rPr lang="en-US" altLang="en-US" sz="2200"/>
              <a:t>Further guidance through AFMC policy letters </a:t>
            </a:r>
          </a:p>
          <a:p>
            <a:pPr eaLnBrk="1" hangingPunct="1">
              <a:buClr>
                <a:schemeClr val="bg2"/>
              </a:buClr>
              <a:buFontTx/>
              <a:buNone/>
            </a:pPr>
            <a:r>
              <a:rPr lang="en-US" altLang="en-US" sz="2200"/>
              <a:t>     and ALC policies and operating instructions</a:t>
            </a:r>
          </a:p>
        </p:txBody>
      </p:sp>
      <p:pic>
        <p:nvPicPr>
          <p:cNvPr id="81925" name="Picture 8" descr="23-109">
            <a:extLst>
              <a:ext uri="{FF2B5EF4-FFF2-40B4-BE49-F238E27FC236}">
                <a16:creationId xmlns:a16="http://schemas.microsoft.com/office/drawing/2014/main" id="{7E088FEC-632E-7014-A22E-F714F22B81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7200" y="3048000"/>
            <a:ext cx="2254250" cy="3330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26" name="TextBox 7">
            <a:extLst>
              <a:ext uri="{FF2B5EF4-FFF2-40B4-BE49-F238E27FC236}">
                <a16:creationId xmlns:a16="http://schemas.microsoft.com/office/drawing/2014/main" id="{B098526C-B5A4-01CC-E875-D8BB7776981A}"/>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3" name="Rectangle 2">
            <a:extLst>
              <a:ext uri="{FF2B5EF4-FFF2-40B4-BE49-F238E27FC236}">
                <a16:creationId xmlns:a16="http://schemas.microsoft.com/office/drawing/2014/main" id="{8B04B843-DFEF-21FC-9DF3-576AB86F0681}"/>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1 - Introduction to API</a:t>
            </a:r>
          </a:p>
        </p:txBody>
      </p:sp>
      <p:sp>
        <p:nvSpPr>
          <p:cNvPr id="84994" name="Text Box 3">
            <a:extLst>
              <a:ext uri="{FF2B5EF4-FFF2-40B4-BE49-F238E27FC236}">
                <a16:creationId xmlns:a16="http://schemas.microsoft.com/office/drawing/2014/main" id="{CA6F2366-0952-12D1-BA92-A92830929FD5}"/>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6F84D7A-07F3-46FF-9C70-D9F7582D75DA}" type="slidenum">
              <a:rPr lang="en-US" altLang="en-US" sz="1200" b="1">
                <a:solidFill>
                  <a:srgbClr val="1C1C1C"/>
                </a:solidFill>
              </a:rPr>
              <a:pPr eaLnBrk="1" hangingPunct="1">
                <a:spcBef>
                  <a:spcPct val="0"/>
                </a:spcBef>
                <a:buClrTx/>
                <a:buFontTx/>
                <a:buNone/>
              </a:pPr>
              <a:t>45</a:t>
            </a:fld>
            <a:endParaRPr lang="en-US" altLang="en-US" sz="1200" b="1">
              <a:solidFill>
                <a:srgbClr val="1C1C1C"/>
              </a:solidFill>
            </a:endParaRPr>
          </a:p>
        </p:txBody>
      </p:sp>
      <p:sp>
        <p:nvSpPr>
          <p:cNvPr id="84995" name="Rectangle 4">
            <a:extLst>
              <a:ext uri="{FF2B5EF4-FFF2-40B4-BE49-F238E27FC236}">
                <a16:creationId xmlns:a16="http://schemas.microsoft.com/office/drawing/2014/main" id="{174E232E-9869-CB36-7229-453E9A5A4EF0}"/>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1d</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84996" name="TextBox 5">
            <a:extLst>
              <a:ext uri="{FF2B5EF4-FFF2-40B4-BE49-F238E27FC236}">
                <a16:creationId xmlns:a16="http://schemas.microsoft.com/office/drawing/2014/main" id="{C93BADFA-2882-B449-6A4F-671B19C0BC1C}"/>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Introduction to API</a:t>
            </a:r>
          </a:p>
        </p:txBody>
      </p:sp>
    </p:spTree>
  </p:cSld>
  <p:clrMapOvr>
    <a:masterClrMapping/>
  </p:clrMapOvr>
  <p:transition/>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017" name="Rectangle 2">
            <a:extLst>
              <a:ext uri="{FF2B5EF4-FFF2-40B4-BE49-F238E27FC236}">
                <a16:creationId xmlns:a16="http://schemas.microsoft.com/office/drawing/2014/main" id="{4072EEF0-886D-4A22-22DC-832A6ABF400E}"/>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86018" name="Text Box 3">
            <a:extLst>
              <a:ext uri="{FF2B5EF4-FFF2-40B4-BE49-F238E27FC236}">
                <a16:creationId xmlns:a16="http://schemas.microsoft.com/office/drawing/2014/main" id="{102E7D98-1F6D-BC16-4C5C-8B511D207443}"/>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DEE95E6-CD69-4B55-8C62-19531304CC43}" type="slidenum">
              <a:rPr lang="en-US" altLang="en-US" sz="1200" b="1">
                <a:solidFill>
                  <a:srgbClr val="1C1C1C"/>
                </a:solidFill>
              </a:rPr>
              <a:pPr eaLnBrk="1" hangingPunct="1">
                <a:spcBef>
                  <a:spcPct val="0"/>
                </a:spcBef>
                <a:buClrTx/>
                <a:buFontTx/>
                <a:buNone/>
              </a:pPr>
              <a:t>46</a:t>
            </a:fld>
            <a:endParaRPr lang="en-US" altLang="en-US" sz="1200" b="1">
              <a:solidFill>
                <a:srgbClr val="1C1C1C"/>
              </a:solidFill>
            </a:endParaRPr>
          </a:p>
        </p:txBody>
      </p:sp>
      <p:sp>
        <p:nvSpPr>
          <p:cNvPr id="86019" name="Rectangle 4">
            <a:extLst>
              <a:ext uri="{FF2B5EF4-FFF2-40B4-BE49-F238E27FC236}">
                <a16:creationId xmlns:a16="http://schemas.microsoft.com/office/drawing/2014/main" id="{7E9408DC-530E-8B03-1504-242FE7381D8E}"/>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2a</a:t>
            </a:r>
          </a:p>
          <a:p>
            <a:pPr algn="ctr" eaLnBrk="1" hangingPunct="1">
              <a:buClr>
                <a:schemeClr val="bg2"/>
              </a:buClr>
              <a:buFontTx/>
              <a:buNone/>
            </a:pPr>
            <a:endParaRPr lang="en-US" altLang="en-US" sz="2400" b="1"/>
          </a:p>
          <a:p>
            <a:pPr algn="ctr" eaLnBrk="1" hangingPunct="1">
              <a:buClr>
                <a:schemeClr val="bg2"/>
              </a:buClr>
              <a:buFontTx/>
              <a:buNone/>
            </a:pPr>
            <a:r>
              <a:rPr lang="en-US" altLang="en-US" b="1"/>
              <a:t>Introduction to Applications, Programs, and Indentures</a:t>
            </a:r>
            <a:endParaRPr lang="en-US" altLang="en-US" b="1">
              <a:solidFill>
                <a:schemeClr val="bg2"/>
              </a:solidFill>
            </a:endParaRPr>
          </a:p>
        </p:txBody>
      </p:sp>
      <p:sp>
        <p:nvSpPr>
          <p:cNvPr id="5" name="Rectangle 2">
            <a:extLst>
              <a:ext uri="{FF2B5EF4-FFF2-40B4-BE49-F238E27FC236}">
                <a16:creationId xmlns:a16="http://schemas.microsoft.com/office/drawing/2014/main" id="{FA311963-CE40-6040-9DFE-D51F3B59622C}"/>
              </a:ext>
            </a:extLst>
          </p:cNvPr>
          <p:cNvSpPr txBox="1">
            <a:spLocks noChangeArrowheads="1"/>
          </p:cNvSpPr>
          <p:nvPr/>
        </p:nvSpPr>
        <p:spPr bwMode="auto">
          <a:xfrm>
            <a:off x="2667000" y="165100"/>
            <a:ext cx="41148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lgn="ctr" rtl="0" eaLnBrk="0" fontAlgn="base" hangingPunct="0">
              <a:spcBef>
                <a:spcPct val="0"/>
              </a:spcBef>
              <a:spcAft>
                <a:spcPct val="0"/>
              </a:spcAft>
              <a:defRPr sz="3200" b="1" i="1">
                <a:solidFill>
                  <a:srgbClr val="151C77"/>
                </a:solidFill>
                <a:latin typeface="+mj-lt"/>
                <a:ea typeface="+mj-ea"/>
                <a:cs typeface="+mj-cs"/>
              </a:defRPr>
            </a:lvl1pPr>
            <a:lvl2pPr algn="ctr" rtl="0" eaLnBrk="0" fontAlgn="base" hangingPunct="0">
              <a:spcBef>
                <a:spcPct val="0"/>
              </a:spcBef>
              <a:spcAft>
                <a:spcPct val="0"/>
              </a:spcAft>
              <a:defRPr sz="3200" b="1" i="1">
                <a:solidFill>
                  <a:srgbClr val="151C77"/>
                </a:solidFill>
                <a:latin typeface="Arial" charset="0"/>
              </a:defRPr>
            </a:lvl2pPr>
            <a:lvl3pPr algn="ctr" rtl="0" eaLnBrk="0" fontAlgn="base" hangingPunct="0">
              <a:spcBef>
                <a:spcPct val="0"/>
              </a:spcBef>
              <a:spcAft>
                <a:spcPct val="0"/>
              </a:spcAft>
              <a:defRPr sz="3200" b="1" i="1">
                <a:solidFill>
                  <a:srgbClr val="151C77"/>
                </a:solidFill>
                <a:latin typeface="Arial" charset="0"/>
              </a:defRPr>
            </a:lvl3pPr>
            <a:lvl4pPr algn="ctr" rtl="0" eaLnBrk="0" fontAlgn="base" hangingPunct="0">
              <a:spcBef>
                <a:spcPct val="0"/>
              </a:spcBef>
              <a:spcAft>
                <a:spcPct val="0"/>
              </a:spcAft>
              <a:defRPr sz="3200" b="1" i="1">
                <a:solidFill>
                  <a:srgbClr val="151C77"/>
                </a:solidFill>
                <a:latin typeface="Arial" charset="0"/>
              </a:defRPr>
            </a:lvl4pPr>
            <a:lvl5pPr algn="ctr" rtl="0" eaLnBrk="0" fontAlgn="base" hangingPunct="0">
              <a:spcBef>
                <a:spcPct val="0"/>
              </a:spcBef>
              <a:spcAft>
                <a:spcPct val="0"/>
              </a:spcAft>
              <a:defRPr sz="3200" b="1" i="1">
                <a:solidFill>
                  <a:srgbClr val="151C77"/>
                </a:solidFill>
                <a:latin typeface="Arial" charset="0"/>
              </a:defRPr>
            </a:lvl5pPr>
            <a:lvl6pPr marL="457200" algn="ctr" rtl="0" eaLnBrk="0" fontAlgn="base" hangingPunct="0">
              <a:spcBef>
                <a:spcPct val="0"/>
              </a:spcBef>
              <a:spcAft>
                <a:spcPct val="0"/>
              </a:spcAft>
              <a:defRPr sz="3200" b="1" i="1">
                <a:solidFill>
                  <a:srgbClr val="151C77"/>
                </a:solidFill>
                <a:latin typeface="Arial" charset="0"/>
              </a:defRPr>
            </a:lvl6pPr>
            <a:lvl7pPr marL="914400" algn="ctr" rtl="0" eaLnBrk="0" fontAlgn="base" hangingPunct="0">
              <a:spcBef>
                <a:spcPct val="0"/>
              </a:spcBef>
              <a:spcAft>
                <a:spcPct val="0"/>
              </a:spcAft>
              <a:defRPr sz="3200" b="1" i="1">
                <a:solidFill>
                  <a:srgbClr val="151C77"/>
                </a:solidFill>
                <a:latin typeface="Arial" charset="0"/>
              </a:defRPr>
            </a:lvl7pPr>
            <a:lvl8pPr marL="1371600" algn="ctr" rtl="0" eaLnBrk="0" fontAlgn="base" hangingPunct="0">
              <a:spcBef>
                <a:spcPct val="0"/>
              </a:spcBef>
              <a:spcAft>
                <a:spcPct val="0"/>
              </a:spcAft>
              <a:defRPr sz="3200" b="1" i="1">
                <a:solidFill>
                  <a:srgbClr val="151C77"/>
                </a:solidFill>
                <a:latin typeface="Arial" charset="0"/>
              </a:defRPr>
            </a:lvl8pPr>
            <a:lvl9pPr marL="1828800" algn="ctr" rtl="0" eaLnBrk="0" fontAlgn="base" hangingPunct="0">
              <a:spcBef>
                <a:spcPct val="0"/>
              </a:spcBef>
              <a:spcAft>
                <a:spcPct val="0"/>
              </a:spcAft>
              <a:defRPr sz="3200" b="1" i="1">
                <a:solidFill>
                  <a:srgbClr val="151C77"/>
                </a:solidFill>
                <a:latin typeface="Arial" charset="0"/>
              </a:defRPr>
            </a:lvl9pPr>
          </a:lstStyle>
          <a:p>
            <a:pPr eaLnBrk="1" hangingPunct="1">
              <a:defRPr/>
            </a:pPr>
            <a:r>
              <a:rPr lang="en-US" altLang="en-US" sz="1800" kern="0" dirty="0">
                <a:solidFill>
                  <a:srgbClr val="FFFFFF"/>
                </a:solidFill>
                <a:latin typeface="Arial Unicode MS" panose="020B0604020202020204" pitchFamily="34" charset="-128"/>
              </a:rPr>
              <a:t>Module 2 – Terms and Definitions</a:t>
            </a:r>
          </a:p>
        </p:txBody>
      </p:sp>
      <p:sp>
        <p:nvSpPr>
          <p:cNvPr id="86021" name="TextBox 6">
            <a:extLst>
              <a:ext uri="{FF2B5EF4-FFF2-40B4-BE49-F238E27FC236}">
                <a16:creationId xmlns:a16="http://schemas.microsoft.com/office/drawing/2014/main" id="{0789C2FD-6472-DDB6-9528-7A14B54E9545}"/>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1" name="Rectangle 2">
            <a:extLst>
              <a:ext uri="{FF2B5EF4-FFF2-40B4-BE49-F238E27FC236}">
                <a16:creationId xmlns:a16="http://schemas.microsoft.com/office/drawing/2014/main" id="{0D093565-BB45-9DEB-F339-AB02A0324F63}"/>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87042" name="Text Box 3">
            <a:extLst>
              <a:ext uri="{FF2B5EF4-FFF2-40B4-BE49-F238E27FC236}">
                <a16:creationId xmlns:a16="http://schemas.microsoft.com/office/drawing/2014/main" id="{1DEB6D45-C10C-D0B8-F738-5682DFCA0E05}"/>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4E7CA135-9BD3-4FDF-B4CE-55EA99D508CA}" type="slidenum">
              <a:rPr lang="en-US" altLang="en-US" sz="1200" b="1">
                <a:solidFill>
                  <a:srgbClr val="1C1C1C"/>
                </a:solidFill>
              </a:rPr>
              <a:pPr eaLnBrk="1" hangingPunct="1">
                <a:spcBef>
                  <a:spcPct val="0"/>
                </a:spcBef>
                <a:buClrTx/>
                <a:buFontTx/>
                <a:buNone/>
              </a:pPr>
              <a:t>47</a:t>
            </a:fld>
            <a:endParaRPr lang="en-US" altLang="en-US" sz="1200" b="1">
              <a:solidFill>
                <a:srgbClr val="1C1C1C"/>
              </a:solidFill>
            </a:endParaRPr>
          </a:p>
        </p:txBody>
      </p:sp>
      <p:sp>
        <p:nvSpPr>
          <p:cNvPr id="87043" name="Rectangle 5">
            <a:extLst>
              <a:ext uri="{FF2B5EF4-FFF2-40B4-BE49-F238E27FC236}">
                <a16:creationId xmlns:a16="http://schemas.microsoft.com/office/drawing/2014/main" id="{F7B80393-411F-4791-3D6A-E91B16208F31}"/>
              </a:ext>
            </a:extLst>
          </p:cNvPr>
          <p:cNvSpPr>
            <a:spLocks noChangeArrowheads="1"/>
          </p:cNvSpPr>
          <p:nvPr/>
        </p:nvSpPr>
        <p:spPr bwMode="auto">
          <a:xfrm>
            <a:off x="400050" y="1849438"/>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87044" name="Rectangle 6">
            <a:extLst>
              <a:ext uri="{FF2B5EF4-FFF2-40B4-BE49-F238E27FC236}">
                <a16:creationId xmlns:a16="http://schemas.microsoft.com/office/drawing/2014/main" id="{540A669C-3B01-4E81-287F-DAD66E347A6D}"/>
              </a:ext>
            </a:extLst>
          </p:cNvPr>
          <p:cNvSpPr>
            <a:spLocks noChangeArrowheads="1"/>
          </p:cNvSpPr>
          <p:nvPr/>
        </p:nvSpPr>
        <p:spPr bwMode="auto">
          <a:xfrm>
            <a:off x="647700" y="2792413"/>
            <a:ext cx="8267700" cy="3314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Generally defines Applications, Programs, and Indentures</a:t>
            </a:r>
          </a:p>
          <a:p>
            <a:pPr eaLnBrk="1" hangingPunct="1">
              <a:buClr>
                <a:schemeClr val="bg2"/>
              </a:buClr>
              <a:buFontTx/>
              <a:buNone/>
            </a:pPr>
            <a:endParaRPr lang="en-US" altLang="en-US" sz="2400"/>
          </a:p>
        </p:txBody>
      </p:sp>
      <p:sp>
        <p:nvSpPr>
          <p:cNvPr id="87045" name="TextBox 6">
            <a:extLst>
              <a:ext uri="{FF2B5EF4-FFF2-40B4-BE49-F238E27FC236}">
                <a16:creationId xmlns:a16="http://schemas.microsoft.com/office/drawing/2014/main" id="{96426F29-73EE-9C42-C272-CD912ECBF4A3}"/>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065" name="Rectangle 2">
            <a:extLst>
              <a:ext uri="{FF2B5EF4-FFF2-40B4-BE49-F238E27FC236}">
                <a16:creationId xmlns:a16="http://schemas.microsoft.com/office/drawing/2014/main" id="{C5971093-DB12-2E9E-EBF8-EA22FFF24CDD}"/>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88066" name="Text Box 3">
            <a:extLst>
              <a:ext uri="{FF2B5EF4-FFF2-40B4-BE49-F238E27FC236}">
                <a16:creationId xmlns:a16="http://schemas.microsoft.com/office/drawing/2014/main" id="{D80714C4-E0C0-FED1-4180-358C97B4BE52}"/>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B969232-C789-499E-98DE-27CB084E2CA1}" type="slidenum">
              <a:rPr lang="en-US" altLang="en-US" sz="1200" b="1">
                <a:solidFill>
                  <a:srgbClr val="1C1C1C"/>
                </a:solidFill>
              </a:rPr>
              <a:pPr eaLnBrk="1" hangingPunct="1">
                <a:spcBef>
                  <a:spcPct val="0"/>
                </a:spcBef>
                <a:buClrTx/>
                <a:buFontTx/>
                <a:buNone/>
              </a:pPr>
              <a:t>48</a:t>
            </a:fld>
            <a:endParaRPr lang="en-US" altLang="en-US" sz="1200" b="1">
              <a:solidFill>
                <a:srgbClr val="1C1C1C"/>
              </a:solidFill>
            </a:endParaRPr>
          </a:p>
        </p:txBody>
      </p:sp>
      <p:sp>
        <p:nvSpPr>
          <p:cNvPr id="88067" name="Rectangle 5">
            <a:extLst>
              <a:ext uri="{FF2B5EF4-FFF2-40B4-BE49-F238E27FC236}">
                <a16:creationId xmlns:a16="http://schemas.microsoft.com/office/drawing/2014/main" id="{6AE6E0EE-4F7F-86F1-7C7D-E7E6A1221DD8}"/>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What are Applications, Programs, and Indentures?</a:t>
            </a:r>
          </a:p>
        </p:txBody>
      </p:sp>
      <p:sp>
        <p:nvSpPr>
          <p:cNvPr id="88068" name="Rectangle 6">
            <a:extLst>
              <a:ext uri="{FF2B5EF4-FFF2-40B4-BE49-F238E27FC236}">
                <a16:creationId xmlns:a16="http://schemas.microsoft.com/office/drawing/2014/main" id="{F5A85D68-23CA-D958-7CA2-3ED559653BE0}"/>
              </a:ext>
            </a:extLst>
          </p:cNvPr>
          <p:cNvSpPr>
            <a:spLocks noChangeArrowheads="1"/>
          </p:cNvSpPr>
          <p:nvPr/>
        </p:nvSpPr>
        <p:spPr bwMode="auto">
          <a:xfrm>
            <a:off x="685800" y="1562100"/>
            <a:ext cx="8153400" cy="4838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1143000" indent="-1143000">
              <a:spcBef>
                <a:spcPct val="20000"/>
              </a:spcBef>
              <a:buClr>
                <a:srgbClr val="151C77"/>
              </a:buClr>
              <a:buFont typeface="Wingdings" panose="05000000000000000000" pitchFamily="2" charset="2"/>
              <a:buChar char="§"/>
              <a:tabLst>
                <a:tab pos="114300" algn="l"/>
                <a:tab pos="1206500" algn="l"/>
                <a:tab pos="13716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 pos="1206500" algn="l"/>
                <a:tab pos="13716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 pos="1206500" algn="l"/>
                <a:tab pos="13716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 pos="1206500" algn="l"/>
                <a:tab pos="13716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 pos="1206500" algn="l"/>
                <a:tab pos="13716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 pos="1206500" algn="l"/>
                <a:tab pos="13716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 pos="1206500" algn="l"/>
                <a:tab pos="13716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 pos="1206500" algn="l"/>
                <a:tab pos="13716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 pos="1206500" algn="l"/>
                <a:tab pos="1371600" algn="l"/>
              </a:tabLst>
              <a:defRPr sz="2000">
                <a:solidFill>
                  <a:schemeClr val="tx1"/>
                </a:solidFill>
                <a:latin typeface="Arial" panose="020B0604020202020204" pitchFamily="34" charset="0"/>
              </a:defRPr>
            </a:lvl9pPr>
          </a:lstStyle>
          <a:p>
            <a:pPr eaLnBrk="1" hangingPunct="1">
              <a:buClr>
                <a:schemeClr val="bg2"/>
              </a:buClr>
              <a:buFontTx/>
              <a:buChar char="•"/>
            </a:pPr>
            <a:endParaRPr lang="en-US" altLang="en-US" sz="1600"/>
          </a:p>
          <a:p>
            <a:pPr eaLnBrk="1" hangingPunct="1">
              <a:buClr>
                <a:schemeClr val="bg2"/>
              </a:buClr>
              <a:buFontTx/>
              <a:buNone/>
            </a:pPr>
            <a:r>
              <a:rPr lang="en-US" altLang="en-US" sz="2200"/>
              <a:t>Application – any assembly in an indenture chain that generates measurable program activity</a:t>
            </a:r>
          </a:p>
          <a:p>
            <a:pPr eaLnBrk="1" hangingPunct="1">
              <a:buClr>
                <a:schemeClr val="bg2"/>
              </a:buClr>
              <a:buFontTx/>
              <a:buNone/>
            </a:pPr>
            <a:endParaRPr lang="en-US" altLang="en-US" sz="2200"/>
          </a:p>
          <a:p>
            <a:pPr eaLnBrk="1" hangingPunct="1">
              <a:buClr>
                <a:schemeClr val="bg2"/>
              </a:buClr>
              <a:buFontTx/>
              <a:buNone/>
            </a:pPr>
            <a:r>
              <a:rPr lang="en-US" altLang="en-US" sz="2200"/>
              <a:t>Program – any activity (operating hours, PDM, etc.) that creates the need for spare parts</a:t>
            </a:r>
          </a:p>
          <a:p>
            <a:pPr eaLnBrk="1" hangingPunct="1">
              <a:buClr>
                <a:schemeClr val="bg2"/>
              </a:buClr>
              <a:buFontTx/>
              <a:buNone/>
            </a:pPr>
            <a:endParaRPr lang="en-US" altLang="en-US" sz="2200"/>
          </a:p>
          <a:p>
            <a:pPr eaLnBrk="1" hangingPunct="1">
              <a:buClr>
                <a:schemeClr val="bg2"/>
              </a:buClr>
              <a:buFontTx/>
              <a:buNone/>
            </a:pPr>
            <a:r>
              <a:rPr lang="en-US" altLang="en-US" sz="2200"/>
              <a:t>Indenture – the breakdown of an assembly to its components and the data that defines the relationship of the assembly to its components</a:t>
            </a:r>
          </a:p>
        </p:txBody>
      </p:sp>
      <p:pic>
        <p:nvPicPr>
          <p:cNvPr id="88069" name="Picture 7" descr="QUESTION">
            <a:extLst>
              <a:ext uri="{FF2B5EF4-FFF2-40B4-BE49-F238E27FC236}">
                <a16:creationId xmlns:a16="http://schemas.microsoft.com/office/drawing/2014/main" id="{A6BC731F-13D3-B0BD-60D9-C1E458F905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44675" y="5214938"/>
            <a:ext cx="5457825" cy="10398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8070" name="TextBox 7">
            <a:extLst>
              <a:ext uri="{FF2B5EF4-FFF2-40B4-BE49-F238E27FC236}">
                <a16:creationId xmlns:a16="http://schemas.microsoft.com/office/drawing/2014/main" id="{C58CF784-C61E-3E52-53E9-BD6CD0AE9AF3}"/>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9" name="Rectangle 2">
            <a:extLst>
              <a:ext uri="{FF2B5EF4-FFF2-40B4-BE49-F238E27FC236}">
                <a16:creationId xmlns:a16="http://schemas.microsoft.com/office/drawing/2014/main" id="{D3929F4F-5E3C-23F0-D27D-C5911802B1AA}"/>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89090" name="Text Box 3">
            <a:extLst>
              <a:ext uri="{FF2B5EF4-FFF2-40B4-BE49-F238E27FC236}">
                <a16:creationId xmlns:a16="http://schemas.microsoft.com/office/drawing/2014/main" id="{0644445D-9E4A-860B-6D43-EB912C58BC68}"/>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F9DB46F-0E2A-4509-910C-B5A7A2050021}" type="slidenum">
              <a:rPr lang="en-US" altLang="en-US" sz="1200" b="1">
                <a:solidFill>
                  <a:srgbClr val="1C1C1C"/>
                </a:solidFill>
              </a:rPr>
              <a:pPr eaLnBrk="1" hangingPunct="1">
                <a:spcBef>
                  <a:spcPct val="0"/>
                </a:spcBef>
                <a:buClrTx/>
                <a:buFontTx/>
                <a:buNone/>
              </a:pPr>
              <a:t>49</a:t>
            </a:fld>
            <a:endParaRPr lang="en-US" altLang="en-US" sz="1200" b="1">
              <a:solidFill>
                <a:srgbClr val="1C1C1C"/>
              </a:solidFill>
            </a:endParaRPr>
          </a:p>
        </p:txBody>
      </p:sp>
      <p:sp>
        <p:nvSpPr>
          <p:cNvPr id="89091" name="Rectangle 5">
            <a:extLst>
              <a:ext uri="{FF2B5EF4-FFF2-40B4-BE49-F238E27FC236}">
                <a16:creationId xmlns:a16="http://schemas.microsoft.com/office/drawing/2014/main" id="{9344C2C6-67C5-A5EE-A7E5-CD7313394AEE}"/>
              </a:ext>
            </a:extLst>
          </p:cNvPr>
          <p:cNvSpPr>
            <a:spLocks noChangeArrowheads="1"/>
          </p:cNvSpPr>
          <p:nvPr/>
        </p:nvSpPr>
        <p:spPr bwMode="auto">
          <a:xfrm>
            <a:off x="400050" y="106997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Applications</a:t>
            </a:r>
            <a:endParaRPr lang="en-US" altLang="en-US" sz="2200" b="1">
              <a:solidFill>
                <a:schemeClr val="bg2"/>
              </a:solidFill>
            </a:endParaRPr>
          </a:p>
        </p:txBody>
      </p:sp>
      <p:sp>
        <p:nvSpPr>
          <p:cNvPr id="89092" name="Rectangle 6">
            <a:extLst>
              <a:ext uri="{FF2B5EF4-FFF2-40B4-BE49-F238E27FC236}">
                <a16:creationId xmlns:a16="http://schemas.microsoft.com/office/drawing/2014/main" id="{1F4B0739-09D7-B259-C0DB-CFF98A0B0118}"/>
              </a:ext>
            </a:extLst>
          </p:cNvPr>
          <p:cNvSpPr>
            <a:spLocks noChangeArrowheads="1"/>
          </p:cNvSpPr>
          <p:nvPr/>
        </p:nvSpPr>
        <p:spPr bwMode="auto">
          <a:xfrm>
            <a:off x="647700" y="120015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“Application” refers to the NHA involved in the performance of the program</a:t>
            </a:r>
          </a:p>
          <a:p>
            <a:pPr eaLnBrk="1" hangingPunct="1">
              <a:buClr>
                <a:schemeClr val="bg2"/>
              </a:buClr>
              <a:buFontTx/>
              <a:buChar char="•"/>
            </a:pPr>
            <a:endParaRPr lang="en-US" altLang="en-US" sz="1800"/>
          </a:p>
          <a:p>
            <a:pPr eaLnBrk="1" hangingPunct="1">
              <a:buClr>
                <a:schemeClr val="bg2"/>
              </a:buClr>
              <a:buFontTx/>
              <a:buChar char="•"/>
            </a:pPr>
            <a:r>
              <a:rPr lang="en-US" altLang="en-US" sz="1800"/>
              <a:t> Applications include major end items, major sub-assemblies, or recoverable secondary items</a:t>
            </a:r>
          </a:p>
          <a:p>
            <a:pPr eaLnBrk="1" hangingPunct="1">
              <a:buClr>
                <a:schemeClr val="bg2"/>
              </a:buClr>
              <a:buFontTx/>
              <a:buNone/>
            </a:pPr>
            <a:endParaRPr lang="en-US" altLang="en-US" sz="1800"/>
          </a:p>
          <a:p>
            <a:pPr eaLnBrk="1" hangingPunct="1">
              <a:buClr>
                <a:schemeClr val="bg2"/>
              </a:buClr>
              <a:buFontTx/>
              <a:buChar char="•"/>
            </a:pPr>
            <a:r>
              <a:rPr lang="en-US" altLang="en-US" sz="1800"/>
              <a:t> Applications must be maintained</a:t>
            </a:r>
          </a:p>
          <a:p>
            <a:pPr eaLnBrk="1" hangingPunct="1">
              <a:buClr>
                <a:schemeClr val="bg2"/>
              </a:buClr>
              <a:buFontTx/>
              <a:buNone/>
            </a:pPr>
            <a:endParaRPr lang="en-US" altLang="en-US" sz="2200"/>
          </a:p>
        </p:txBody>
      </p:sp>
      <p:sp>
        <p:nvSpPr>
          <p:cNvPr id="89093" name="Line 8">
            <a:extLst>
              <a:ext uri="{FF2B5EF4-FFF2-40B4-BE49-F238E27FC236}">
                <a16:creationId xmlns:a16="http://schemas.microsoft.com/office/drawing/2014/main" id="{95F65CD3-8F7C-9984-647D-3E560EF83D66}"/>
              </a:ext>
            </a:extLst>
          </p:cNvPr>
          <p:cNvSpPr>
            <a:spLocks noChangeShapeType="1"/>
          </p:cNvSpPr>
          <p:nvPr/>
        </p:nvSpPr>
        <p:spPr bwMode="auto">
          <a:xfrm>
            <a:off x="3200400" y="4241800"/>
            <a:ext cx="5105400"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094" name="Line 9">
            <a:extLst>
              <a:ext uri="{FF2B5EF4-FFF2-40B4-BE49-F238E27FC236}">
                <a16:creationId xmlns:a16="http://schemas.microsoft.com/office/drawing/2014/main" id="{2B2A5278-921F-2A64-5144-C362AEE0B43D}"/>
              </a:ext>
            </a:extLst>
          </p:cNvPr>
          <p:cNvSpPr>
            <a:spLocks noChangeShapeType="1"/>
          </p:cNvSpPr>
          <p:nvPr/>
        </p:nvSpPr>
        <p:spPr bwMode="auto">
          <a:xfrm flipV="1">
            <a:off x="5753100" y="3787775"/>
            <a:ext cx="0" cy="4572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095" name="Line 10">
            <a:extLst>
              <a:ext uri="{FF2B5EF4-FFF2-40B4-BE49-F238E27FC236}">
                <a16:creationId xmlns:a16="http://schemas.microsoft.com/office/drawing/2014/main" id="{2211ADEC-26DB-8B0F-4B42-BC724EB5CD22}"/>
              </a:ext>
            </a:extLst>
          </p:cNvPr>
          <p:cNvSpPr>
            <a:spLocks noChangeShapeType="1"/>
          </p:cNvSpPr>
          <p:nvPr/>
        </p:nvSpPr>
        <p:spPr bwMode="auto">
          <a:xfrm flipV="1">
            <a:off x="3200400" y="4241800"/>
            <a:ext cx="0" cy="4572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096" name="Line 11">
            <a:extLst>
              <a:ext uri="{FF2B5EF4-FFF2-40B4-BE49-F238E27FC236}">
                <a16:creationId xmlns:a16="http://schemas.microsoft.com/office/drawing/2014/main" id="{EADB87A8-0B84-4083-CFBE-027E38A85FEF}"/>
              </a:ext>
            </a:extLst>
          </p:cNvPr>
          <p:cNvSpPr>
            <a:spLocks noChangeShapeType="1"/>
          </p:cNvSpPr>
          <p:nvPr/>
        </p:nvSpPr>
        <p:spPr bwMode="auto">
          <a:xfrm flipV="1">
            <a:off x="4476750" y="4241800"/>
            <a:ext cx="0" cy="4572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097" name="Line 13">
            <a:extLst>
              <a:ext uri="{FF2B5EF4-FFF2-40B4-BE49-F238E27FC236}">
                <a16:creationId xmlns:a16="http://schemas.microsoft.com/office/drawing/2014/main" id="{C3095D21-9588-C707-2308-DA38BBFD3F0F}"/>
              </a:ext>
            </a:extLst>
          </p:cNvPr>
          <p:cNvSpPr>
            <a:spLocks noChangeShapeType="1"/>
          </p:cNvSpPr>
          <p:nvPr/>
        </p:nvSpPr>
        <p:spPr bwMode="auto">
          <a:xfrm flipV="1">
            <a:off x="7029450" y="4241800"/>
            <a:ext cx="0" cy="4572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098" name="Line 14">
            <a:extLst>
              <a:ext uri="{FF2B5EF4-FFF2-40B4-BE49-F238E27FC236}">
                <a16:creationId xmlns:a16="http://schemas.microsoft.com/office/drawing/2014/main" id="{305431C9-2351-D512-2C7D-9BD2F12F8FFC}"/>
              </a:ext>
            </a:extLst>
          </p:cNvPr>
          <p:cNvSpPr>
            <a:spLocks noChangeShapeType="1"/>
          </p:cNvSpPr>
          <p:nvPr/>
        </p:nvSpPr>
        <p:spPr bwMode="auto">
          <a:xfrm flipV="1">
            <a:off x="8305800" y="4241800"/>
            <a:ext cx="0" cy="4572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099" name="Rectangle 15">
            <a:extLst>
              <a:ext uri="{FF2B5EF4-FFF2-40B4-BE49-F238E27FC236}">
                <a16:creationId xmlns:a16="http://schemas.microsoft.com/office/drawing/2014/main" id="{1D646D28-0F78-7634-D348-63B025AFC21C}"/>
              </a:ext>
            </a:extLst>
          </p:cNvPr>
          <p:cNvSpPr>
            <a:spLocks noChangeArrowheads="1"/>
          </p:cNvSpPr>
          <p:nvPr/>
        </p:nvSpPr>
        <p:spPr bwMode="auto">
          <a:xfrm>
            <a:off x="5524500" y="3505200"/>
            <a:ext cx="4572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t>A</a:t>
            </a:r>
          </a:p>
        </p:txBody>
      </p:sp>
      <p:sp>
        <p:nvSpPr>
          <p:cNvPr id="89100" name="Rectangle 17">
            <a:extLst>
              <a:ext uri="{FF2B5EF4-FFF2-40B4-BE49-F238E27FC236}">
                <a16:creationId xmlns:a16="http://schemas.microsoft.com/office/drawing/2014/main" id="{D6E8B208-9F95-4D9B-1653-49D3DBAB9089}"/>
              </a:ext>
            </a:extLst>
          </p:cNvPr>
          <p:cNvSpPr>
            <a:spLocks noChangeArrowheads="1"/>
          </p:cNvSpPr>
          <p:nvPr/>
        </p:nvSpPr>
        <p:spPr bwMode="auto">
          <a:xfrm>
            <a:off x="6804025" y="4419600"/>
            <a:ext cx="4572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t>M</a:t>
            </a:r>
          </a:p>
        </p:txBody>
      </p:sp>
      <p:sp>
        <p:nvSpPr>
          <p:cNvPr id="89101" name="Rectangle 20">
            <a:extLst>
              <a:ext uri="{FF2B5EF4-FFF2-40B4-BE49-F238E27FC236}">
                <a16:creationId xmlns:a16="http://schemas.microsoft.com/office/drawing/2014/main" id="{8AEB7AF6-4823-580D-1563-CDC397243169}"/>
              </a:ext>
            </a:extLst>
          </p:cNvPr>
          <p:cNvSpPr>
            <a:spLocks noChangeArrowheads="1"/>
          </p:cNvSpPr>
          <p:nvPr/>
        </p:nvSpPr>
        <p:spPr bwMode="auto">
          <a:xfrm>
            <a:off x="2979738" y="4419600"/>
            <a:ext cx="4572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t>B</a:t>
            </a:r>
          </a:p>
        </p:txBody>
      </p:sp>
      <p:sp>
        <p:nvSpPr>
          <p:cNvPr id="89102" name="Line 22">
            <a:extLst>
              <a:ext uri="{FF2B5EF4-FFF2-40B4-BE49-F238E27FC236}">
                <a16:creationId xmlns:a16="http://schemas.microsoft.com/office/drawing/2014/main" id="{312647C0-ABF3-3754-7FB8-FB0E56BFA0ED}"/>
              </a:ext>
            </a:extLst>
          </p:cNvPr>
          <p:cNvSpPr>
            <a:spLocks noChangeShapeType="1"/>
          </p:cNvSpPr>
          <p:nvPr/>
        </p:nvSpPr>
        <p:spPr bwMode="auto">
          <a:xfrm flipV="1">
            <a:off x="4038600" y="4949825"/>
            <a:ext cx="431800" cy="3175"/>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03" name="Line 23">
            <a:extLst>
              <a:ext uri="{FF2B5EF4-FFF2-40B4-BE49-F238E27FC236}">
                <a16:creationId xmlns:a16="http://schemas.microsoft.com/office/drawing/2014/main" id="{90DD835D-67C7-DDDB-99B4-3193B7216D01}"/>
              </a:ext>
            </a:extLst>
          </p:cNvPr>
          <p:cNvSpPr>
            <a:spLocks noChangeShapeType="1"/>
          </p:cNvSpPr>
          <p:nvPr/>
        </p:nvSpPr>
        <p:spPr bwMode="auto">
          <a:xfrm flipV="1">
            <a:off x="4038600" y="4953000"/>
            <a:ext cx="0" cy="228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04" name="Rectangle 27">
            <a:extLst>
              <a:ext uri="{FF2B5EF4-FFF2-40B4-BE49-F238E27FC236}">
                <a16:creationId xmlns:a16="http://schemas.microsoft.com/office/drawing/2014/main" id="{116A55F3-95A9-29D6-F286-C229DF7A5CB2}"/>
              </a:ext>
            </a:extLst>
          </p:cNvPr>
          <p:cNvSpPr>
            <a:spLocks noChangeArrowheads="1"/>
          </p:cNvSpPr>
          <p:nvPr/>
        </p:nvSpPr>
        <p:spPr bwMode="auto">
          <a:xfrm>
            <a:off x="3803650" y="5181600"/>
            <a:ext cx="4572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t>P</a:t>
            </a:r>
          </a:p>
        </p:txBody>
      </p:sp>
      <p:sp>
        <p:nvSpPr>
          <p:cNvPr id="89105" name="Line 32">
            <a:extLst>
              <a:ext uri="{FF2B5EF4-FFF2-40B4-BE49-F238E27FC236}">
                <a16:creationId xmlns:a16="http://schemas.microsoft.com/office/drawing/2014/main" id="{C9DC05D3-6EBF-6D34-F19B-4FF0FDF96E6A}"/>
              </a:ext>
            </a:extLst>
          </p:cNvPr>
          <p:cNvSpPr>
            <a:spLocks noChangeShapeType="1"/>
          </p:cNvSpPr>
          <p:nvPr/>
        </p:nvSpPr>
        <p:spPr bwMode="auto">
          <a:xfrm flipV="1">
            <a:off x="5341938" y="5715000"/>
            <a:ext cx="0" cy="236538"/>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06" name="Rectangle 34">
            <a:extLst>
              <a:ext uri="{FF2B5EF4-FFF2-40B4-BE49-F238E27FC236}">
                <a16:creationId xmlns:a16="http://schemas.microsoft.com/office/drawing/2014/main" id="{F4512462-DED8-8BDB-21AB-FB7BF517CECF}"/>
              </a:ext>
            </a:extLst>
          </p:cNvPr>
          <p:cNvSpPr>
            <a:spLocks noChangeArrowheads="1"/>
          </p:cNvSpPr>
          <p:nvPr/>
        </p:nvSpPr>
        <p:spPr bwMode="auto">
          <a:xfrm>
            <a:off x="5105400" y="5943600"/>
            <a:ext cx="4572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t>Z</a:t>
            </a:r>
          </a:p>
        </p:txBody>
      </p:sp>
      <p:sp>
        <p:nvSpPr>
          <p:cNvPr id="89107" name="Line 36">
            <a:extLst>
              <a:ext uri="{FF2B5EF4-FFF2-40B4-BE49-F238E27FC236}">
                <a16:creationId xmlns:a16="http://schemas.microsoft.com/office/drawing/2014/main" id="{6A40AA17-DDE2-0C27-3F37-29425B9D505A}"/>
              </a:ext>
            </a:extLst>
          </p:cNvPr>
          <p:cNvSpPr>
            <a:spLocks noChangeShapeType="1"/>
          </p:cNvSpPr>
          <p:nvPr/>
        </p:nvSpPr>
        <p:spPr bwMode="auto">
          <a:xfrm flipV="1">
            <a:off x="8297863" y="4710113"/>
            <a:ext cx="0" cy="22860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08" name="Rectangle 16">
            <a:extLst>
              <a:ext uri="{FF2B5EF4-FFF2-40B4-BE49-F238E27FC236}">
                <a16:creationId xmlns:a16="http://schemas.microsoft.com/office/drawing/2014/main" id="{107CE34C-EB69-98A0-6E7F-D3E1F884170A}"/>
              </a:ext>
            </a:extLst>
          </p:cNvPr>
          <p:cNvSpPr>
            <a:spLocks noChangeArrowheads="1"/>
          </p:cNvSpPr>
          <p:nvPr/>
        </p:nvSpPr>
        <p:spPr bwMode="auto">
          <a:xfrm>
            <a:off x="8069263" y="4427538"/>
            <a:ext cx="4572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t>D</a:t>
            </a:r>
          </a:p>
        </p:txBody>
      </p:sp>
      <p:sp>
        <p:nvSpPr>
          <p:cNvPr id="89109" name="Rectangle 37">
            <a:extLst>
              <a:ext uri="{FF2B5EF4-FFF2-40B4-BE49-F238E27FC236}">
                <a16:creationId xmlns:a16="http://schemas.microsoft.com/office/drawing/2014/main" id="{83BBD06C-7A27-C011-56F8-3895D82516F5}"/>
              </a:ext>
            </a:extLst>
          </p:cNvPr>
          <p:cNvSpPr>
            <a:spLocks noChangeArrowheads="1"/>
          </p:cNvSpPr>
          <p:nvPr/>
        </p:nvSpPr>
        <p:spPr bwMode="auto">
          <a:xfrm>
            <a:off x="8053388" y="4900613"/>
            <a:ext cx="4572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t>F</a:t>
            </a:r>
          </a:p>
        </p:txBody>
      </p:sp>
      <p:grpSp>
        <p:nvGrpSpPr>
          <p:cNvPr id="89110" name="Group 41">
            <a:extLst>
              <a:ext uri="{FF2B5EF4-FFF2-40B4-BE49-F238E27FC236}">
                <a16:creationId xmlns:a16="http://schemas.microsoft.com/office/drawing/2014/main" id="{A1DBF626-0A13-A512-9EA4-77657442B325}"/>
              </a:ext>
            </a:extLst>
          </p:cNvPr>
          <p:cNvGrpSpPr>
            <a:grpSpLocks/>
          </p:cNvGrpSpPr>
          <p:nvPr/>
        </p:nvGrpSpPr>
        <p:grpSpPr bwMode="auto">
          <a:xfrm>
            <a:off x="4462463" y="4699000"/>
            <a:ext cx="457200" cy="1252538"/>
            <a:chOff x="2811" y="2960"/>
            <a:chExt cx="288" cy="789"/>
          </a:xfrm>
        </p:grpSpPr>
        <p:sp>
          <p:nvSpPr>
            <p:cNvPr id="89123" name="Line 21">
              <a:extLst>
                <a:ext uri="{FF2B5EF4-FFF2-40B4-BE49-F238E27FC236}">
                  <a16:creationId xmlns:a16="http://schemas.microsoft.com/office/drawing/2014/main" id="{267E7577-AA0B-1869-D59B-AA7314CC415C}"/>
                </a:ext>
              </a:extLst>
            </p:cNvPr>
            <p:cNvSpPr>
              <a:spLocks noChangeShapeType="1"/>
            </p:cNvSpPr>
            <p:nvPr/>
          </p:nvSpPr>
          <p:spPr bwMode="auto">
            <a:xfrm flipV="1">
              <a:off x="2820" y="2960"/>
              <a:ext cx="0" cy="16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24" name="Line 24">
              <a:extLst>
                <a:ext uri="{FF2B5EF4-FFF2-40B4-BE49-F238E27FC236}">
                  <a16:creationId xmlns:a16="http://schemas.microsoft.com/office/drawing/2014/main" id="{C9835804-0428-4421-7C48-66063F30B9A8}"/>
                </a:ext>
              </a:extLst>
            </p:cNvPr>
            <p:cNvSpPr>
              <a:spLocks noChangeShapeType="1"/>
            </p:cNvSpPr>
            <p:nvPr/>
          </p:nvSpPr>
          <p:spPr bwMode="auto">
            <a:xfrm flipV="1">
              <a:off x="3094" y="3120"/>
              <a:ext cx="0" cy="14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25" name="Line 30">
              <a:extLst>
                <a:ext uri="{FF2B5EF4-FFF2-40B4-BE49-F238E27FC236}">
                  <a16:creationId xmlns:a16="http://schemas.microsoft.com/office/drawing/2014/main" id="{E472A892-85A9-8C8C-BA44-830688B2E49A}"/>
                </a:ext>
              </a:extLst>
            </p:cNvPr>
            <p:cNvSpPr>
              <a:spLocks noChangeShapeType="1"/>
            </p:cNvSpPr>
            <p:nvPr/>
          </p:nvSpPr>
          <p:spPr bwMode="auto">
            <a:xfrm flipV="1">
              <a:off x="3099" y="3461"/>
              <a:ext cx="0" cy="14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26" name="Line 31">
              <a:extLst>
                <a:ext uri="{FF2B5EF4-FFF2-40B4-BE49-F238E27FC236}">
                  <a16:creationId xmlns:a16="http://schemas.microsoft.com/office/drawing/2014/main" id="{EF0D3F38-251B-E040-40C1-529B9945AA33}"/>
                </a:ext>
              </a:extLst>
            </p:cNvPr>
            <p:cNvSpPr>
              <a:spLocks noChangeShapeType="1"/>
            </p:cNvSpPr>
            <p:nvPr/>
          </p:nvSpPr>
          <p:spPr bwMode="auto">
            <a:xfrm flipV="1">
              <a:off x="2813" y="3605"/>
              <a:ext cx="283"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27" name="Line 33">
              <a:extLst>
                <a:ext uri="{FF2B5EF4-FFF2-40B4-BE49-F238E27FC236}">
                  <a16:creationId xmlns:a16="http://schemas.microsoft.com/office/drawing/2014/main" id="{BC6DC6A0-E0B6-DA68-6412-05A58C6491A2}"/>
                </a:ext>
              </a:extLst>
            </p:cNvPr>
            <p:cNvSpPr>
              <a:spLocks noChangeShapeType="1"/>
            </p:cNvSpPr>
            <p:nvPr/>
          </p:nvSpPr>
          <p:spPr bwMode="auto">
            <a:xfrm flipV="1">
              <a:off x="2811" y="3605"/>
              <a:ext cx="0" cy="144"/>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sp>
          <p:nvSpPr>
            <p:cNvPr id="89128" name="Line 39">
              <a:extLst>
                <a:ext uri="{FF2B5EF4-FFF2-40B4-BE49-F238E27FC236}">
                  <a16:creationId xmlns:a16="http://schemas.microsoft.com/office/drawing/2014/main" id="{DF97889F-E818-DBA0-6969-E95D51A55290}"/>
                </a:ext>
              </a:extLst>
            </p:cNvPr>
            <p:cNvSpPr>
              <a:spLocks noChangeShapeType="1"/>
            </p:cNvSpPr>
            <p:nvPr/>
          </p:nvSpPr>
          <p:spPr bwMode="auto">
            <a:xfrm flipV="1">
              <a:off x="2822" y="3114"/>
              <a:ext cx="272" cy="2"/>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9111" name="Line 40">
            <a:extLst>
              <a:ext uri="{FF2B5EF4-FFF2-40B4-BE49-F238E27FC236}">
                <a16:creationId xmlns:a16="http://schemas.microsoft.com/office/drawing/2014/main" id="{A40F6C09-177D-B0A1-A0C2-A937C2F315B9}"/>
              </a:ext>
            </a:extLst>
          </p:cNvPr>
          <p:cNvSpPr>
            <a:spLocks noChangeShapeType="1"/>
          </p:cNvSpPr>
          <p:nvPr/>
        </p:nvSpPr>
        <p:spPr bwMode="auto">
          <a:xfrm flipV="1">
            <a:off x="4922838" y="5719763"/>
            <a:ext cx="414337" cy="0"/>
          </a:xfrm>
          <a:prstGeom prst="line">
            <a:avLst/>
          </a:prstGeom>
          <a:noFill/>
          <a:ln w="25400">
            <a:solidFill>
              <a:schemeClr val="tx1"/>
            </a:solidFill>
            <a:prstDash val="dash"/>
            <a:round/>
            <a:headEnd/>
            <a:tailEnd/>
          </a:ln>
          <a:extLst>
            <a:ext uri="{909E8E84-426E-40DD-AFC4-6F175D3DCCD1}">
              <a14:hiddenFill xmlns:a14="http://schemas.microsoft.com/office/drawing/2010/main">
                <a:noFill/>
              </a14:hiddenFill>
            </a:ext>
          </a:extLst>
        </p:spPr>
        <p:txBody>
          <a:bodyPr/>
          <a:lstStyle/>
          <a:p>
            <a:endParaRPr lang="en-US"/>
          </a:p>
        </p:txBody>
      </p:sp>
      <p:grpSp>
        <p:nvGrpSpPr>
          <p:cNvPr id="89112" name="Group 42">
            <a:extLst>
              <a:ext uri="{FF2B5EF4-FFF2-40B4-BE49-F238E27FC236}">
                <a16:creationId xmlns:a16="http://schemas.microsoft.com/office/drawing/2014/main" id="{BD37E28A-857E-17A4-0ED6-25AF7997D7AD}"/>
              </a:ext>
            </a:extLst>
          </p:cNvPr>
          <p:cNvGrpSpPr>
            <a:grpSpLocks/>
          </p:cNvGrpSpPr>
          <p:nvPr/>
        </p:nvGrpSpPr>
        <p:grpSpPr bwMode="auto">
          <a:xfrm>
            <a:off x="4457700" y="4708525"/>
            <a:ext cx="457200" cy="1252538"/>
            <a:chOff x="2811" y="2960"/>
            <a:chExt cx="288" cy="789"/>
          </a:xfrm>
        </p:grpSpPr>
        <p:sp>
          <p:nvSpPr>
            <p:cNvPr id="89117" name="Line 43">
              <a:extLst>
                <a:ext uri="{FF2B5EF4-FFF2-40B4-BE49-F238E27FC236}">
                  <a16:creationId xmlns:a16="http://schemas.microsoft.com/office/drawing/2014/main" id="{A900E4C6-E63A-8D7A-4046-ACD61DC2DAB2}"/>
                </a:ext>
              </a:extLst>
            </p:cNvPr>
            <p:cNvSpPr>
              <a:spLocks noChangeShapeType="1"/>
            </p:cNvSpPr>
            <p:nvPr/>
          </p:nvSpPr>
          <p:spPr bwMode="auto">
            <a:xfrm flipV="1">
              <a:off x="2820" y="2960"/>
              <a:ext cx="0" cy="16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18" name="Line 44">
              <a:extLst>
                <a:ext uri="{FF2B5EF4-FFF2-40B4-BE49-F238E27FC236}">
                  <a16:creationId xmlns:a16="http://schemas.microsoft.com/office/drawing/2014/main" id="{5DF9358A-1CCC-B4C6-F191-C4A74E445057}"/>
                </a:ext>
              </a:extLst>
            </p:cNvPr>
            <p:cNvSpPr>
              <a:spLocks noChangeShapeType="1"/>
            </p:cNvSpPr>
            <p:nvPr/>
          </p:nvSpPr>
          <p:spPr bwMode="auto">
            <a:xfrm flipV="1">
              <a:off x="3094" y="3120"/>
              <a:ext cx="0" cy="144"/>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19" name="Line 45">
              <a:extLst>
                <a:ext uri="{FF2B5EF4-FFF2-40B4-BE49-F238E27FC236}">
                  <a16:creationId xmlns:a16="http://schemas.microsoft.com/office/drawing/2014/main" id="{553F2243-122D-5F6B-24BA-8262F00BC30D}"/>
                </a:ext>
              </a:extLst>
            </p:cNvPr>
            <p:cNvSpPr>
              <a:spLocks noChangeShapeType="1"/>
            </p:cNvSpPr>
            <p:nvPr/>
          </p:nvSpPr>
          <p:spPr bwMode="auto">
            <a:xfrm flipV="1">
              <a:off x="3099" y="3461"/>
              <a:ext cx="0" cy="144"/>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0" name="Line 46">
              <a:extLst>
                <a:ext uri="{FF2B5EF4-FFF2-40B4-BE49-F238E27FC236}">
                  <a16:creationId xmlns:a16="http://schemas.microsoft.com/office/drawing/2014/main" id="{398615E4-F6C9-DFB6-8E17-4F928A4BBD44}"/>
                </a:ext>
              </a:extLst>
            </p:cNvPr>
            <p:cNvSpPr>
              <a:spLocks noChangeShapeType="1"/>
            </p:cNvSpPr>
            <p:nvPr/>
          </p:nvSpPr>
          <p:spPr bwMode="auto">
            <a:xfrm flipV="1">
              <a:off x="2813" y="3605"/>
              <a:ext cx="283" cy="0"/>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1" name="Line 47">
              <a:extLst>
                <a:ext uri="{FF2B5EF4-FFF2-40B4-BE49-F238E27FC236}">
                  <a16:creationId xmlns:a16="http://schemas.microsoft.com/office/drawing/2014/main" id="{A13B3656-9A3D-DEAE-D628-F05A7A10E82D}"/>
                </a:ext>
              </a:extLst>
            </p:cNvPr>
            <p:cNvSpPr>
              <a:spLocks noChangeShapeType="1"/>
            </p:cNvSpPr>
            <p:nvPr/>
          </p:nvSpPr>
          <p:spPr bwMode="auto">
            <a:xfrm flipV="1">
              <a:off x="2811" y="3605"/>
              <a:ext cx="0" cy="144"/>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89122" name="Line 48">
              <a:extLst>
                <a:ext uri="{FF2B5EF4-FFF2-40B4-BE49-F238E27FC236}">
                  <a16:creationId xmlns:a16="http://schemas.microsoft.com/office/drawing/2014/main" id="{30F90CC8-57E3-83F0-E5A8-F745BF257639}"/>
                </a:ext>
              </a:extLst>
            </p:cNvPr>
            <p:cNvSpPr>
              <a:spLocks noChangeShapeType="1"/>
            </p:cNvSpPr>
            <p:nvPr/>
          </p:nvSpPr>
          <p:spPr bwMode="auto">
            <a:xfrm flipV="1">
              <a:off x="2822" y="3114"/>
              <a:ext cx="272" cy="2"/>
            </a:xfrm>
            <a:prstGeom prst="line">
              <a:avLst/>
            </a:prstGeom>
            <a:noFill/>
            <a:ln w="63500">
              <a:solidFill>
                <a:srgbClr val="FF0000"/>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89113" name="Rectangle 19">
            <a:extLst>
              <a:ext uri="{FF2B5EF4-FFF2-40B4-BE49-F238E27FC236}">
                <a16:creationId xmlns:a16="http://schemas.microsoft.com/office/drawing/2014/main" id="{5813F2CB-A8F8-4F65-45C8-2B3ADCE871F8}"/>
              </a:ext>
            </a:extLst>
          </p:cNvPr>
          <p:cNvSpPr>
            <a:spLocks noChangeArrowheads="1"/>
          </p:cNvSpPr>
          <p:nvPr/>
        </p:nvSpPr>
        <p:spPr bwMode="auto">
          <a:xfrm>
            <a:off x="4244975" y="4419600"/>
            <a:ext cx="4572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t>C</a:t>
            </a:r>
          </a:p>
        </p:txBody>
      </p:sp>
      <p:sp>
        <p:nvSpPr>
          <p:cNvPr id="89114" name="Rectangle 35">
            <a:extLst>
              <a:ext uri="{FF2B5EF4-FFF2-40B4-BE49-F238E27FC236}">
                <a16:creationId xmlns:a16="http://schemas.microsoft.com/office/drawing/2014/main" id="{7970AC74-0CBD-2D16-55C3-1BED903F634C}"/>
              </a:ext>
            </a:extLst>
          </p:cNvPr>
          <p:cNvSpPr>
            <a:spLocks noChangeArrowheads="1"/>
          </p:cNvSpPr>
          <p:nvPr/>
        </p:nvSpPr>
        <p:spPr bwMode="auto">
          <a:xfrm>
            <a:off x="4191000" y="5943600"/>
            <a:ext cx="4572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t>G</a:t>
            </a:r>
          </a:p>
        </p:txBody>
      </p:sp>
      <p:sp>
        <p:nvSpPr>
          <p:cNvPr id="89115" name="Rectangle 28">
            <a:extLst>
              <a:ext uri="{FF2B5EF4-FFF2-40B4-BE49-F238E27FC236}">
                <a16:creationId xmlns:a16="http://schemas.microsoft.com/office/drawing/2014/main" id="{F6BCE5E6-E51E-2E63-B4B2-178102C36C7F}"/>
              </a:ext>
            </a:extLst>
          </p:cNvPr>
          <p:cNvSpPr>
            <a:spLocks noChangeArrowheads="1"/>
          </p:cNvSpPr>
          <p:nvPr/>
        </p:nvSpPr>
        <p:spPr bwMode="auto">
          <a:xfrm>
            <a:off x="4686300" y="5181600"/>
            <a:ext cx="457200" cy="304800"/>
          </a:xfrm>
          <a:prstGeom prst="rect">
            <a:avLst/>
          </a:prstGeom>
          <a:solidFill>
            <a:schemeClr val="accent1"/>
          </a:solidFill>
          <a:ln w="9525">
            <a:solidFill>
              <a:schemeClr val="tx1"/>
            </a:solidFill>
            <a:miter lim="800000"/>
            <a:headEnd/>
            <a:tailEnd/>
          </a:ln>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t>E</a:t>
            </a:r>
          </a:p>
        </p:txBody>
      </p:sp>
      <p:sp>
        <p:nvSpPr>
          <p:cNvPr id="89116" name="TextBox 41">
            <a:extLst>
              <a:ext uri="{FF2B5EF4-FFF2-40B4-BE49-F238E27FC236}">
                <a16:creationId xmlns:a16="http://schemas.microsoft.com/office/drawing/2014/main" id="{A7FA6B50-0F4A-055F-9060-1EB3A4B9A9F3}"/>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Rectangle 2">
            <a:extLst>
              <a:ext uri="{FF2B5EF4-FFF2-40B4-BE49-F238E27FC236}">
                <a16:creationId xmlns:a16="http://schemas.microsoft.com/office/drawing/2014/main" id="{74AD5780-6765-2E48-D96A-C3056C7D5EDB}"/>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90114" name="Text Box 3">
            <a:extLst>
              <a:ext uri="{FF2B5EF4-FFF2-40B4-BE49-F238E27FC236}">
                <a16:creationId xmlns:a16="http://schemas.microsoft.com/office/drawing/2014/main" id="{893BD52E-967A-F32E-BB88-B1D648908965}"/>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B479707-49DB-4447-93B9-03584A49E2AD}" type="slidenum">
              <a:rPr lang="en-US" altLang="en-US" sz="1200" b="1">
                <a:solidFill>
                  <a:srgbClr val="1C1C1C"/>
                </a:solidFill>
              </a:rPr>
              <a:pPr eaLnBrk="1" hangingPunct="1">
                <a:spcBef>
                  <a:spcPct val="0"/>
                </a:spcBef>
                <a:buClrTx/>
                <a:buFontTx/>
                <a:buNone/>
              </a:pPr>
              <a:t>50</a:t>
            </a:fld>
            <a:endParaRPr lang="en-US" altLang="en-US" sz="1200" b="1">
              <a:solidFill>
                <a:srgbClr val="1C1C1C"/>
              </a:solidFill>
            </a:endParaRPr>
          </a:p>
        </p:txBody>
      </p:sp>
      <p:sp>
        <p:nvSpPr>
          <p:cNvPr id="90115" name="Rectangle 5">
            <a:extLst>
              <a:ext uri="{FF2B5EF4-FFF2-40B4-BE49-F238E27FC236}">
                <a16:creationId xmlns:a16="http://schemas.microsoft.com/office/drawing/2014/main" id="{6CB11543-10A7-D8B6-3BCE-D727052E72B0}"/>
              </a:ext>
            </a:extLst>
          </p:cNvPr>
          <p:cNvSpPr>
            <a:spLocks noChangeArrowheads="1"/>
          </p:cNvSpPr>
          <p:nvPr/>
        </p:nvSpPr>
        <p:spPr bwMode="auto">
          <a:xfrm>
            <a:off x="400050" y="104775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Programs</a:t>
            </a:r>
            <a:endParaRPr lang="en-US" altLang="en-US" sz="2200" b="1">
              <a:solidFill>
                <a:schemeClr val="bg2"/>
              </a:solidFill>
            </a:endParaRPr>
          </a:p>
        </p:txBody>
      </p:sp>
      <p:sp>
        <p:nvSpPr>
          <p:cNvPr id="90116" name="Rectangle 6">
            <a:extLst>
              <a:ext uri="{FF2B5EF4-FFF2-40B4-BE49-F238E27FC236}">
                <a16:creationId xmlns:a16="http://schemas.microsoft.com/office/drawing/2014/main" id="{BE1CD83D-D0EA-75C7-2589-46B4643E2212}"/>
              </a:ext>
            </a:extLst>
          </p:cNvPr>
          <p:cNvSpPr>
            <a:spLocks noChangeArrowheads="1"/>
          </p:cNvSpPr>
          <p:nvPr/>
        </p:nvSpPr>
        <p:spPr bwMode="auto">
          <a:xfrm>
            <a:off x="647700" y="1177925"/>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Programs are operations and activities that create the need for repairs and repair parts</a:t>
            </a:r>
          </a:p>
          <a:p>
            <a:pPr eaLnBrk="1" hangingPunct="1">
              <a:buClr>
                <a:schemeClr val="bg2"/>
              </a:buClr>
              <a:buFontTx/>
              <a:buChar char="•"/>
            </a:pPr>
            <a:endParaRPr lang="en-US" altLang="en-US" sz="2200"/>
          </a:p>
          <a:p>
            <a:pPr eaLnBrk="1" hangingPunct="1">
              <a:buClr>
                <a:schemeClr val="bg2"/>
              </a:buClr>
              <a:buFontTx/>
              <a:buChar char="•"/>
            </a:pPr>
            <a:r>
              <a:rPr lang="en-US" altLang="en-US" sz="2200"/>
              <a:t> PDM programs are depot-level maintenance programs performed on aircraft, missiles, and trainers</a:t>
            </a:r>
          </a:p>
          <a:p>
            <a:pPr eaLnBrk="1" hangingPunct="1">
              <a:buClr>
                <a:schemeClr val="bg2"/>
              </a:buClr>
              <a:buFontTx/>
              <a:buChar char="•"/>
            </a:pPr>
            <a:endParaRPr lang="en-US" altLang="en-US" sz="2200"/>
          </a:p>
          <a:p>
            <a:pPr eaLnBrk="1" hangingPunct="1">
              <a:buClr>
                <a:schemeClr val="bg2"/>
              </a:buClr>
              <a:buFontTx/>
              <a:buChar char="•"/>
            </a:pPr>
            <a:r>
              <a:rPr lang="en-US" altLang="en-US" sz="2200"/>
              <a:t> EOH and MISTR programs are depot-level maintenance programs</a:t>
            </a:r>
          </a:p>
          <a:p>
            <a:pPr lvl="1" eaLnBrk="1" hangingPunct="1">
              <a:buClr>
                <a:schemeClr val="bg2"/>
              </a:buClr>
              <a:buFontTx/>
              <a:buChar char="•"/>
            </a:pPr>
            <a:r>
              <a:rPr lang="en-US" altLang="en-US" sz="2200"/>
              <a:t>Recoverable stock numbers</a:t>
            </a:r>
          </a:p>
          <a:p>
            <a:pPr lvl="1" eaLnBrk="1" hangingPunct="1">
              <a:buClr>
                <a:schemeClr val="bg2"/>
              </a:buClr>
              <a:buFontTx/>
              <a:buChar char="•"/>
            </a:pPr>
            <a:r>
              <a:rPr lang="en-US" altLang="en-US" sz="2200"/>
              <a:t>TMS</a:t>
            </a:r>
          </a:p>
          <a:p>
            <a:pPr lvl="1" eaLnBrk="1" hangingPunct="1">
              <a:buClr>
                <a:schemeClr val="bg2"/>
              </a:buClr>
              <a:buFontTx/>
              <a:buChar char="•"/>
            </a:pPr>
            <a:r>
              <a:rPr lang="en-US" altLang="en-US" sz="2200"/>
              <a:t>Support equipment stock numbers</a:t>
            </a:r>
          </a:p>
          <a:p>
            <a:pPr lvl="1" eaLnBrk="1" hangingPunct="1">
              <a:buClr>
                <a:schemeClr val="bg2"/>
              </a:buClr>
              <a:buFontTx/>
              <a:buChar char="•"/>
            </a:pPr>
            <a:r>
              <a:rPr lang="en-US" altLang="en-US" sz="2200"/>
              <a:t>End-item stock number and Program Element Codes (PEC)</a:t>
            </a:r>
          </a:p>
        </p:txBody>
      </p:sp>
      <p:sp>
        <p:nvSpPr>
          <p:cNvPr id="90117" name="TextBox 6">
            <a:extLst>
              <a:ext uri="{FF2B5EF4-FFF2-40B4-BE49-F238E27FC236}">
                <a16:creationId xmlns:a16="http://schemas.microsoft.com/office/drawing/2014/main" id="{631D8236-1ADC-A2B9-9C63-5BCE8ED6E63E}"/>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7" name="Rectangle 2">
            <a:extLst>
              <a:ext uri="{FF2B5EF4-FFF2-40B4-BE49-F238E27FC236}">
                <a16:creationId xmlns:a16="http://schemas.microsoft.com/office/drawing/2014/main" id="{3290BAAC-C95D-0D40-BBBF-E5107915C672}"/>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91138" name="Text Box 3">
            <a:extLst>
              <a:ext uri="{FF2B5EF4-FFF2-40B4-BE49-F238E27FC236}">
                <a16:creationId xmlns:a16="http://schemas.microsoft.com/office/drawing/2014/main" id="{A69FD9A6-53F9-F564-1714-7DFD12A74834}"/>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51670F1-15B0-4658-BE06-7DBB0CBDDED6}" type="slidenum">
              <a:rPr lang="en-US" altLang="en-US" sz="1200" b="1">
                <a:solidFill>
                  <a:srgbClr val="1C1C1C"/>
                </a:solidFill>
              </a:rPr>
              <a:pPr eaLnBrk="1" hangingPunct="1">
                <a:spcBef>
                  <a:spcPct val="0"/>
                </a:spcBef>
                <a:buClrTx/>
                <a:buFontTx/>
                <a:buNone/>
              </a:pPr>
              <a:t>51</a:t>
            </a:fld>
            <a:endParaRPr lang="en-US" altLang="en-US" sz="1200" b="1">
              <a:solidFill>
                <a:srgbClr val="1C1C1C"/>
              </a:solidFill>
            </a:endParaRPr>
          </a:p>
        </p:txBody>
      </p:sp>
      <p:sp>
        <p:nvSpPr>
          <p:cNvPr id="91139" name="Rectangle 5">
            <a:extLst>
              <a:ext uri="{FF2B5EF4-FFF2-40B4-BE49-F238E27FC236}">
                <a16:creationId xmlns:a16="http://schemas.microsoft.com/office/drawing/2014/main" id="{AABA3011-9EF5-022F-7A89-77CCC8B7D507}"/>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Indentures</a:t>
            </a:r>
            <a:endParaRPr lang="en-US" altLang="en-US" sz="2200" b="1">
              <a:solidFill>
                <a:schemeClr val="bg2"/>
              </a:solidFill>
            </a:endParaRPr>
          </a:p>
        </p:txBody>
      </p:sp>
      <p:sp>
        <p:nvSpPr>
          <p:cNvPr id="91140" name="Rectangle 6">
            <a:extLst>
              <a:ext uri="{FF2B5EF4-FFF2-40B4-BE49-F238E27FC236}">
                <a16:creationId xmlns:a16="http://schemas.microsoft.com/office/drawing/2014/main" id="{90524D63-2511-EAB7-228A-80CE237CCEF7}"/>
              </a:ext>
            </a:extLst>
          </p:cNvPr>
          <p:cNvSpPr>
            <a:spLocks noChangeArrowheads="1"/>
          </p:cNvSpPr>
          <p:nvPr/>
        </p:nvSpPr>
        <p:spPr bwMode="auto">
          <a:xfrm>
            <a:off x="647700" y="146050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000"/>
              <a:t> Relationships, or “links,” that connect a component to its immediate NHA</a:t>
            </a:r>
          </a:p>
          <a:p>
            <a:pPr eaLnBrk="1" hangingPunct="1">
              <a:buClr>
                <a:schemeClr val="bg2"/>
              </a:buClr>
              <a:buFontTx/>
              <a:buChar char="•"/>
            </a:pPr>
            <a:endParaRPr lang="en-US" altLang="en-US" sz="2000"/>
          </a:p>
          <a:p>
            <a:pPr eaLnBrk="1" hangingPunct="1">
              <a:buClr>
                <a:schemeClr val="bg2"/>
              </a:buClr>
              <a:buFontTx/>
              <a:buChar char="•"/>
            </a:pPr>
            <a:r>
              <a:rPr lang="en-US" altLang="en-US" sz="2000"/>
              <a:t> Indenture structure relates system/end item to its smallest components</a:t>
            </a:r>
          </a:p>
          <a:p>
            <a:pPr eaLnBrk="1" hangingPunct="1">
              <a:buClr>
                <a:schemeClr val="bg2"/>
              </a:buClr>
              <a:buFontTx/>
              <a:buChar char="•"/>
            </a:pPr>
            <a:endParaRPr lang="en-US" altLang="en-US" sz="2000"/>
          </a:p>
          <a:p>
            <a:pPr eaLnBrk="1" hangingPunct="1">
              <a:buClr>
                <a:schemeClr val="bg2"/>
              </a:buClr>
              <a:buFontTx/>
              <a:buChar char="•"/>
            </a:pPr>
            <a:r>
              <a:rPr lang="en-US" altLang="en-US" sz="2000"/>
              <a:t> Allow users to trace NHAs or components, and to link NHA components</a:t>
            </a:r>
          </a:p>
          <a:p>
            <a:pPr eaLnBrk="1" hangingPunct="1">
              <a:buClr>
                <a:schemeClr val="bg2"/>
              </a:buClr>
              <a:buFontTx/>
              <a:buNone/>
            </a:pPr>
            <a:endParaRPr lang="en-US" altLang="en-US" sz="2000"/>
          </a:p>
          <a:p>
            <a:pPr eaLnBrk="1" hangingPunct="1">
              <a:buClr>
                <a:schemeClr val="bg2"/>
              </a:buClr>
              <a:buFontTx/>
              <a:buChar char="•"/>
            </a:pPr>
            <a:r>
              <a:rPr lang="en-US" altLang="en-US" sz="2000"/>
              <a:t> Relationships maintained by the ES who “owns” the NHA</a:t>
            </a:r>
          </a:p>
          <a:p>
            <a:pPr eaLnBrk="1" hangingPunct="1">
              <a:buClr>
                <a:schemeClr val="bg2"/>
              </a:buClr>
              <a:buFontTx/>
              <a:buChar char="•"/>
            </a:pPr>
            <a:endParaRPr lang="en-US" altLang="en-US" sz="2000"/>
          </a:p>
          <a:p>
            <a:pPr eaLnBrk="1" hangingPunct="1">
              <a:buClr>
                <a:schemeClr val="bg2"/>
              </a:buClr>
              <a:buFontTx/>
              <a:buChar char="•"/>
            </a:pPr>
            <a:r>
              <a:rPr lang="en-US" altLang="en-US" sz="2000" b="1"/>
              <a:t> Imperative to maintain indenture integrity!</a:t>
            </a:r>
          </a:p>
        </p:txBody>
      </p:sp>
      <p:pic>
        <p:nvPicPr>
          <p:cNvPr id="91141" name="Picture 7" descr="Indenture_basic">
            <a:extLst>
              <a:ext uri="{FF2B5EF4-FFF2-40B4-BE49-F238E27FC236}">
                <a16:creationId xmlns:a16="http://schemas.microsoft.com/office/drawing/2014/main" id="{0214FA6A-7391-DFA2-2084-502D57F8CE4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9025" y="4289425"/>
            <a:ext cx="1622425" cy="2089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1142" name="TextBox 7">
            <a:extLst>
              <a:ext uri="{FF2B5EF4-FFF2-40B4-BE49-F238E27FC236}">
                <a16:creationId xmlns:a16="http://schemas.microsoft.com/office/drawing/2014/main" id="{84FC0004-6AD6-A03E-9D1F-F943DC9ABF21}"/>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61" name="Rectangle 2">
            <a:extLst>
              <a:ext uri="{FF2B5EF4-FFF2-40B4-BE49-F238E27FC236}">
                <a16:creationId xmlns:a16="http://schemas.microsoft.com/office/drawing/2014/main" id="{7745DC97-89C7-C1A2-9FA2-522F3C1157AE}"/>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92162" name="Text Box 3">
            <a:extLst>
              <a:ext uri="{FF2B5EF4-FFF2-40B4-BE49-F238E27FC236}">
                <a16:creationId xmlns:a16="http://schemas.microsoft.com/office/drawing/2014/main" id="{298C8E0E-DC4B-F460-C2D9-44B7938CBF37}"/>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1B2E86E-6567-4B23-9028-9C9D02B1E96F}" type="slidenum">
              <a:rPr lang="en-US" altLang="en-US" sz="1200" b="1">
                <a:solidFill>
                  <a:srgbClr val="1C1C1C"/>
                </a:solidFill>
              </a:rPr>
              <a:pPr eaLnBrk="1" hangingPunct="1">
                <a:spcBef>
                  <a:spcPct val="0"/>
                </a:spcBef>
                <a:buClrTx/>
                <a:buFontTx/>
                <a:buNone/>
              </a:pPr>
              <a:t>52</a:t>
            </a:fld>
            <a:endParaRPr lang="en-US" altLang="en-US" sz="1200" b="1">
              <a:solidFill>
                <a:srgbClr val="1C1C1C"/>
              </a:solidFill>
            </a:endParaRPr>
          </a:p>
        </p:txBody>
      </p:sp>
      <p:sp>
        <p:nvSpPr>
          <p:cNvPr id="92163" name="Rectangle 4">
            <a:extLst>
              <a:ext uri="{FF2B5EF4-FFF2-40B4-BE49-F238E27FC236}">
                <a16:creationId xmlns:a16="http://schemas.microsoft.com/office/drawing/2014/main" id="{C10CAA03-4282-D37C-D653-390B42EA7D1B}"/>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2a</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92164" name="TextBox 5">
            <a:extLst>
              <a:ext uri="{FF2B5EF4-FFF2-40B4-BE49-F238E27FC236}">
                <a16:creationId xmlns:a16="http://schemas.microsoft.com/office/drawing/2014/main" id="{E0D6F827-C932-9A59-51F4-B5013E18CC3F}"/>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5" name="Rectangle 2">
            <a:extLst>
              <a:ext uri="{FF2B5EF4-FFF2-40B4-BE49-F238E27FC236}">
                <a16:creationId xmlns:a16="http://schemas.microsoft.com/office/drawing/2014/main" id="{6AA476D5-4FD2-209F-5051-922237F33868}"/>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93186" name="Text Box 3">
            <a:extLst>
              <a:ext uri="{FF2B5EF4-FFF2-40B4-BE49-F238E27FC236}">
                <a16:creationId xmlns:a16="http://schemas.microsoft.com/office/drawing/2014/main" id="{ADDA64C8-0E2F-FC0B-4FE5-B70A169C1A18}"/>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2450E91-A971-4BEF-AD96-9878CABBDFB1}" type="slidenum">
              <a:rPr lang="en-US" altLang="en-US" sz="1200" b="1">
                <a:solidFill>
                  <a:srgbClr val="1C1C1C"/>
                </a:solidFill>
              </a:rPr>
              <a:pPr eaLnBrk="1" hangingPunct="1">
                <a:spcBef>
                  <a:spcPct val="0"/>
                </a:spcBef>
                <a:buClrTx/>
                <a:buFontTx/>
                <a:buNone/>
              </a:pPr>
              <a:t>53</a:t>
            </a:fld>
            <a:endParaRPr lang="en-US" altLang="en-US" sz="1200" b="1">
              <a:solidFill>
                <a:srgbClr val="1C1C1C"/>
              </a:solidFill>
            </a:endParaRPr>
          </a:p>
        </p:txBody>
      </p:sp>
      <p:sp>
        <p:nvSpPr>
          <p:cNvPr id="93187" name="Rectangle 4">
            <a:extLst>
              <a:ext uri="{FF2B5EF4-FFF2-40B4-BE49-F238E27FC236}">
                <a16:creationId xmlns:a16="http://schemas.microsoft.com/office/drawing/2014/main" id="{A74F195D-3298-7B11-2108-CAA3FA1BE9A9}"/>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2b</a:t>
            </a:r>
          </a:p>
          <a:p>
            <a:pPr algn="ctr" eaLnBrk="1" hangingPunct="1">
              <a:buClr>
                <a:schemeClr val="bg2"/>
              </a:buClr>
              <a:buFontTx/>
              <a:buNone/>
            </a:pPr>
            <a:endParaRPr lang="en-US" altLang="en-US" b="1"/>
          </a:p>
          <a:p>
            <a:pPr algn="ctr" eaLnBrk="1" hangingPunct="1">
              <a:buClr>
                <a:schemeClr val="bg2"/>
              </a:buClr>
              <a:buFontTx/>
              <a:buNone/>
            </a:pPr>
            <a:r>
              <a:rPr lang="en-US" altLang="en-US" b="1"/>
              <a:t>Secondary, Recoverable, and Consumable Items</a:t>
            </a:r>
            <a:endParaRPr lang="en-US" altLang="en-US" b="1">
              <a:solidFill>
                <a:schemeClr val="bg2"/>
              </a:solidFill>
            </a:endParaRPr>
          </a:p>
        </p:txBody>
      </p:sp>
      <p:sp>
        <p:nvSpPr>
          <p:cNvPr id="93188" name="TextBox 4">
            <a:extLst>
              <a:ext uri="{FF2B5EF4-FFF2-40B4-BE49-F238E27FC236}">
                <a16:creationId xmlns:a16="http://schemas.microsoft.com/office/drawing/2014/main" id="{718E6A49-D9ED-3147-6A3B-3549F949A1B6}"/>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209" name="Rectangle 2">
            <a:extLst>
              <a:ext uri="{FF2B5EF4-FFF2-40B4-BE49-F238E27FC236}">
                <a16:creationId xmlns:a16="http://schemas.microsoft.com/office/drawing/2014/main" id="{60AC4353-7A74-F623-A675-84079841F1E2}"/>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94210" name="Text Box 3">
            <a:extLst>
              <a:ext uri="{FF2B5EF4-FFF2-40B4-BE49-F238E27FC236}">
                <a16:creationId xmlns:a16="http://schemas.microsoft.com/office/drawing/2014/main" id="{5E8910AF-1E42-93E0-4444-6D4C6D44A1B7}"/>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E0DF2C6-4BB0-47EB-B7F9-CE07FA1C75DA}" type="slidenum">
              <a:rPr lang="en-US" altLang="en-US" sz="1200" b="1">
                <a:solidFill>
                  <a:srgbClr val="1C1C1C"/>
                </a:solidFill>
              </a:rPr>
              <a:pPr eaLnBrk="1" hangingPunct="1">
                <a:spcBef>
                  <a:spcPct val="0"/>
                </a:spcBef>
                <a:buClrTx/>
                <a:buFontTx/>
                <a:buNone/>
              </a:pPr>
              <a:t>54</a:t>
            </a:fld>
            <a:endParaRPr lang="en-US" altLang="en-US" sz="1200" b="1">
              <a:solidFill>
                <a:srgbClr val="1C1C1C"/>
              </a:solidFill>
            </a:endParaRPr>
          </a:p>
        </p:txBody>
      </p:sp>
      <p:sp>
        <p:nvSpPr>
          <p:cNvPr id="94211" name="Rectangle 5">
            <a:extLst>
              <a:ext uri="{FF2B5EF4-FFF2-40B4-BE49-F238E27FC236}">
                <a16:creationId xmlns:a16="http://schemas.microsoft.com/office/drawing/2014/main" id="{D5F60B31-9C65-0DF3-28D3-C4F65D602F3A}"/>
              </a:ext>
            </a:extLst>
          </p:cNvPr>
          <p:cNvSpPr>
            <a:spLocks noChangeArrowheads="1"/>
          </p:cNvSpPr>
          <p:nvPr/>
        </p:nvSpPr>
        <p:spPr bwMode="auto">
          <a:xfrm>
            <a:off x="400050" y="155575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94212" name="Rectangle 6">
            <a:extLst>
              <a:ext uri="{FF2B5EF4-FFF2-40B4-BE49-F238E27FC236}">
                <a16:creationId xmlns:a16="http://schemas.microsoft.com/office/drawing/2014/main" id="{F8DF7A65-AEE6-A1C3-4D9A-A4F3A48295F6}"/>
              </a:ext>
            </a:extLst>
          </p:cNvPr>
          <p:cNvSpPr>
            <a:spLocks noChangeArrowheads="1"/>
          </p:cNvSpPr>
          <p:nvPr/>
        </p:nvSpPr>
        <p:spPr bwMode="auto">
          <a:xfrm>
            <a:off x="647700" y="2432050"/>
            <a:ext cx="8267700" cy="3279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Defines secondary, recoverable, and consumable items</a:t>
            </a:r>
          </a:p>
          <a:p>
            <a:pPr eaLnBrk="1" hangingPunct="1">
              <a:buClr>
                <a:schemeClr val="bg2"/>
              </a:buClr>
              <a:buFontTx/>
              <a:buChar char="•"/>
            </a:pPr>
            <a:endParaRPr lang="en-US" altLang="en-US" sz="2400"/>
          </a:p>
          <a:p>
            <a:pPr eaLnBrk="1" hangingPunct="1">
              <a:buClr>
                <a:schemeClr val="bg2"/>
              </a:buClr>
              <a:buFontTx/>
              <a:buChar char="•"/>
            </a:pPr>
            <a:r>
              <a:rPr lang="en-US" altLang="en-US" sz="2400"/>
              <a:t> Defines NHA and end items</a:t>
            </a:r>
          </a:p>
          <a:p>
            <a:pPr eaLnBrk="1" hangingPunct="1">
              <a:buClr>
                <a:schemeClr val="bg2"/>
              </a:buClr>
              <a:buFontTx/>
              <a:buNone/>
            </a:pPr>
            <a:endParaRPr lang="en-US" altLang="en-US" sz="2000"/>
          </a:p>
        </p:txBody>
      </p:sp>
      <p:sp>
        <p:nvSpPr>
          <p:cNvPr id="94213" name="TextBox 6">
            <a:extLst>
              <a:ext uri="{FF2B5EF4-FFF2-40B4-BE49-F238E27FC236}">
                <a16:creationId xmlns:a16="http://schemas.microsoft.com/office/drawing/2014/main" id="{EF1E25C5-FFFE-3B96-A7F8-270909199AF2}"/>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5233" name="Rectangle 2">
            <a:extLst>
              <a:ext uri="{FF2B5EF4-FFF2-40B4-BE49-F238E27FC236}">
                <a16:creationId xmlns:a16="http://schemas.microsoft.com/office/drawing/2014/main" id="{A31C0F66-2E9E-698E-AFAC-541345743986}"/>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95234" name="Text Box 3">
            <a:extLst>
              <a:ext uri="{FF2B5EF4-FFF2-40B4-BE49-F238E27FC236}">
                <a16:creationId xmlns:a16="http://schemas.microsoft.com/office/drawing/2014/main" id="{B451F1B0-F5AC-79E7-2368-C7777322F0F8}"/>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7F1C2BF-ADC0-4E37-B719-52464E7AE48F}" type="slidenum">
              <a:rPr lang="en-US" altLang="en-US" sz="1200" b="1">
                <a:solidFill>
                  <a:srgbClr val="1C1C1C"/>
                </a:solidFill>
              </a:rPr>
              <a:pPr eaLnBrk="1" hangingPunct="1">
                <a:spcBef>
                  <a:spcPct val="0"/>
                </a:spcBef>
                <a:buClrTx/>
                <a:buFontTx/>
                <a:buNone/>
              </a:pPr>
              <a:t>55</a:t>
            </a:fld>
            <a:endParaRPr lang="en-US" altLang="en-US" sz="1200" b="1">
              <a:solidFill>
                <a:srgbClr val="1C1C1C"/>
              </a:solidFill>
            </a:endParaRPr>
          </a:p>
        </p:txBody>
      </p:sp>
      <p:sp>
        <p:nvSpPr>
          <p:cNvPr id="95235" name="Rectangle 5">
            <a:extLst>
              <a:ext uri="{FF2B5EF4-FFF2-40B4-BE49-F238E27FC236}">
                <a16:creationId xmlns:a16="http://schemas.microsoft.com/office/drawing/2014/main" id="{87F07D50-52E4-FDC7-33ED-0BBA90B1B151}"/>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Secondary Items</a:t>
            </a:r>
            <a:endParaRPr lang="en-US" altLang="en-US" sz="2200" b="1">
              <a:solidFill>
                <a:schemeClr val="bg2"/>
              </a:solidFill>
            </a:endParaRPr>
          </a:p>
        </p:txBody>
      </p:sp>
      <p:sp>
        <p:nvSpPr>
          <p:cNvPr id="95236" name="Rectangle 6">
            <a:extLst>
              <a:ext uri="{FF2B5EF4-FFF2-40B4-BE49-F238E27FC236}">
                <a16:creationId xmlns:a16="http://schemas.microsoft.com/office/drawing/2014/main" id="{D447ABA1-0269-B211-1401-DAE0BE32BACB}"/>
              </a:ext>
            </a:extLst>
          </p:cNvPr>
          <p:cNvSpPr>
            <a:spLocks noChangeArrowheads="1"/>
          </p:cNvSpPr>
          <p:nvPr/>
        </p:nvSpPr>
        <p:spPr bwMode="auto">
          <a:xfrm>
            <a:off x="647700" y="1460500"/>
            <a:ext cx="47625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200"/>
              <a:t> Component parts that lose identity when installed in an NHA</a:t>
            </a:r>
          </a:p>
          <a:p>
            <a:pPr eaLnBrk="1" hangingPunct="1">
              <a:buClr>
                <a:schemeClr val="bg2"/>
              </a:buClr>
              <a:buFontTx/>
              <a:buNone/>
            </a:pPr>
            <a:endParaRPr lang="en-US" altLang="en-US" sz="2200"/>
          </a:p>
          <a:p>
            <a:pPr eaLnBrk="1" hangingPunct="1">
              <a:buClr>
                <a:schemeClr val="bg2"/>
              </a:buClr>
              <a:buFontTx/>
              <a:buChar char="•"/>
            </a:pPr>
            <a:r>
              <a:rPr lang="en-US" altLang="en-US" sz="2200"/>
              <a:t> Installed in higher assemblies or in other recoverable secondary items</a:t>
            </a:r>
          </a:p>
          <a:p>
            <a:pPr eaLnBrk="1" hangingPunct="1">
              <a:buClr>
                <a:schemeClr val="bg2"/>
              </a:buClr>
              <a:buFontTx/>
              <a:buChar char="•"/>
            </a:pPr>
            <a:endParaRPr lang="en-US" altLang="en-US" sz="2200"/>
          </a:p>
          <a:p>
            <a:pPr eaLnBrk="1" hangingPunct="1">
              <a:buClr>
                <a:schemeClr val="bg2"/>
              </a:buClr>
              <a:buFontTx/>
              <a:buChar char="•"/>
            </a:pPr>
            <a:r>
              <a:rPr lang="en-US" altLang="en-US" sz="2200"/>
              <a:t> Recoverable and consumable items are jointly called secondary items</a:t>
            </a:r>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pic>
        <p:nvPicPr>
          <p:cNvPr id="95237" name="Picture 7" descr="tire">
            <a:extLst>
              <a:ext uri="{FF2B5EF4-FFF2-40B4-BE49-F238E27FC236}">
                <a16:creationId xmlns:a16="http://schemas.microsoft.com/office/drawing/2014/main" id="{6470F8D4-AF3E-D7BF-B2E7-68A50A31A85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99100" y="1676400"/>
            <a:ext cx="3171825" cy="463391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5238" name="TextBox 7">
            <a:extLst>
              <a:ext uri="{FF2B5EF4-FFF2-40B4-BE49-F238E27FC236}">
                <a16:creationId xmlns:a16="http://schemas.microsoft.com/office/drawing/2014/main" id="{E2C1EDE0-07A8-12A1-AE0E-D918292F3CF1}"/>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6257" name="Rectangle 2">
            <a:extLst>
              <a:ext uri="{FF2B5EF4-FFF2-40B4-BE49-F238E27FC236}">
                <a16:creationId xmlns:a16="http://schemas.microsoft.com/office/drawing/2014/main" id="{D460EA90-87AF-6A07-9470-7A2F1B0717AB}"/>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96258" name="Text Box 3">
            <a:extLst>
              <a:ext uri="{FF2B5EF4-FFF2-40B4-BE49-F238E27FC236}">
                <a16:creationId xmlns:a16="http://schemas.microsoft.com/office/drawing/2014/main" id="{246014B0-7AEE-F6CE-57EE-B218213440A1}"/>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886F60B-17D6-4443-8AEC-30B72B80A7F0}" type="slidenum">
              <a:rPr lang="en-US" altLang="en-US" sz="1200" b="1">
                <a:solidFill>
                  <a:srgbClr val="1C1C1C"/>
                </a:solidFill>
              </a:rPr>
              <a:pPr eaLnBrk="1" hangingPunct="1">
                <a:spcBef>
                  <a:spcPct val="0"/>
                </a:spcBef>
                <a:buClrTx/>
                <a:buFontTx/>
                <a:buNone/>
              </a:pPr>
              <a:t>56</a:t>
            </a:fld>
            <a:endParaRPr lang="en-US" altLang="en-US" sz="1200" b="1">
              <a:solidFill>
                <a:srgbClr val="1C1C1C"/>
              </a:solidFill>
            </a:endParaRPr>
          </a:p>
        </p:txBody>
      </p:sp>
      <p:sp>
        <p:nvSpPr>
          <p:cNvPr id="96259" name="Rectangle 5">
            <a:extLst>
              <a:ext uri="{FF2B5EF4-FFF2-40B4-BE49-F238E27FC236}">
                <a16:creationId xmlns:a16="http://schemas.microsoft.com/office/drawing/2014/main" id="{7878D0BC-33A3-7A62-493E-F64FACEC1961}"/>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Recoverable Items</a:t>
            </a:r>
            <a:endParaRPr lang="en-US" altLang="en-US" sz="2200" b="1">
              <a:solidFill>
                <a:schemeClr val="bg2"/>
              </a:solidFill>
            </a:endParaRPr>
          </a:p>
        </p:txBody>
      </p:sp>
      <p:sp>
        <p:nvSpPr>
          <p:cNvPr id="96260" name="Rectangle 6">
            <a:extLst>
              <a:ext uri="{FF2B5EF4-FFF2-40B4-BE49-F238E27FC236}">
                <a16:creationId xmlns:a16="http://schemas.microsoft.com/office/drawing/2014/main" id="{A696B54F-E103-CCD6-C415-BB74E0E03624}"/>
              </a:ext>
            </a:extLst>
          </p:cNvPr>
          <p:cNvSpPr>
            <a:spLocks noChangeArrowheads="1"/>
          </p:cNvSpPr>
          <p:nvPr/>
        </p:nvSpPr>
        <p:spPr bwMode="auto">
          <a:xfrm>
            <a:off x="647700" y="1460500"/>
            <a:ext cx="43053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Economically feasible to repair at the depot </a:t>
            </a:r>
          </a:p>
          <a:p>
            <a:pPr eaLnBrk="1" hangingPunct="1">
              <a:buClr>
                <a:schemeClr val="bg2"/>
              </a:buClr>
              <a:buFontTx/>
              <a:buNone/>
            </a:pPr>
            <a:endParaRPr lang="en-US" altLang="en-US" sz="2200"/>
          </a:p>
          <a:p>
            <a:pPr eaLnBrk="1" hangingPunct="1">
              <a:buClr>
                <a:schemeClr val="bg2"/>
              </a:buClr>
              <a:buFontTx/>
              <a:buChar char="•"/>
            </a:pPr>
            <a:r>
              <a:rPr lang="en-US" altLang="en-US" sz="2200"/>
              <a:t> Repair costs must not exceed 75% of FUP</a:t>
            </a:r>
          </a:p>
          <a:p>
            <a:pPr eaLnBrk="1" hangingPunct="1">
              <a:buClr>
                <a:schemeClr val="bg2"/>
              </a:buClr>
              <a:buFontTx/>
              <a:buChar char="•"/>
            </a:pPr>
            <a:endParaRPr lang="en-US" altLang="en-US" sz="2200"/>
          </a:p>
          <a:p>
            <a:pPr eaLnBrk="1" hangingPunct="1">
              <a:buClr>
                <a:schemeClr val="bg2"/>
              </a:buClr>
              <a:buFontTx/>
              <a:buChar char="•"/>
            </a:pPr>
            <a:r>
              <a:rPr lang="en-US" altLang="en-US" sz="2200"/>
              <a:t> Loses individual identity when installed in another piece of equipment</a:t>
            </a:r>
          </a:p>
          <a:p>
            <a:pPr eaLnBrk="1" hangingPunct="1">
              <a:buClr>
                <a:schemeClr val="bg2"/>
              </a:buClr>
              <a:buFontTx/>
              <a:buChar char="•"/>
            </a:pPr>
            <a:endParaRPr lang="en-US" altLang="en-US" sz="2200"/>
          </a:p>
          <a:p>
            <a:pPr eaLnBrk="1" hangingPunct="1">
              <a:buClr>
                <a:schemeClr val="bg2"/>
              </a:buClr>
              <a:buFontTx/>
              <a:buChar char="•"/>
            </a:pPr>
            <a:r>
              <a:rPr lang="en-US" altLang="en-US" sz="2200"/>
              <a:t> Sometimes referred to as MISTR items</a:t>
            </a:r>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pic>
        <p:nvPicPr>
          <p:cNvPr id="96261" name="Picture 8" descr="recoverable">
            <a:extLst>
              <a:ext uri="{FF2B5EF4-FFF2-40B4-BE49-F238E27FC236}">
                <a16:creationId xmlns:a16="http://schemas.microsoft.com/office/drawing/2014/main" id="{F1216FD6-609D-381D-902D-BD238EED04C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060950" y="1282700"/>
            <a:ext cx="3638550" cy="275590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6262" name="TextBox 7">
            <a:extLst>
              <a:ext uri="{FF2B5EF4-FFF2-40B4-BE49-F238E27FC236}">
                <a16:creationId xmlns:a16="http://schemas.microsoft.com/office/drawing/2014/main" id="{C09EA92C-3D5D-60CD-89AD-51638FCA54C5}"/>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7281" name="Picture 8" descr="wheel">
            <a:extLst>
              <a:ext uri="{FF2B5EF4-FFF2-40B4-BE49-F238E27FC236}">
                <a16:creationId xmlns:a16="http://schemas.microsoft.com/office/drawing/2014/main" id="{E4B9851C-8701-72DA-A93D-EC5EF1BE91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57400" y="1295400"/>
            <a:ext cx="6858000" cy="5083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7282" name="Rectangle 2">
            <a:extLst>
              <a:ext uri="{FF2B5EF4-FFF2-40B4-BE49-F238E27FC236}">
                <a16:creationId xmlns:a16="http://schemas.microsoft.com/office/drawing/2014/main" id="{17C0BC7B-7AC8-7F21-C684-5939A568FCB3}"/>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97283" name="Text Box 3">
            <a:extLst>
              <a:ext uri="{FF2B5EF4-FFF2-40B4-BE49-F238E27FC236}">
                <a16:creationId xmlns:a16="http://schemas.microsoft.com/office/drawing/2014/main" id="{A8C87DD7-54EA-F1F8-C570-CDD6506238BF}"/>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EE15871-04C5-4720-B392-E22969E39A1F}" type="slidenum">
              <a:rPr lang="en-US" altLang="en-US" sz="1200" b="1">
                <a:solidFill>
                  <a:srgbClr val="1C1C1C"/>
                </a:solidFill>
              </a:rPr>
              <a:pPr eaLnBrk="1" hangingPunct="1">
                <a:spcBef>
                  <a:spcPct val="0"/>
                </a:spcBef>
                <a:buClrTx/>
                <a:buFontTx/>
                <a:buNone/>
              </a:pPr>
              <a:t>57</a:t>
            </a:fld>
            <a:endParaRPr lang="en-US" altLang="en-US" sz="1200" b="1">
              <a:solidFill>
                <a:srgbClr val="1C1C1C"/>
              </a:solidFill>
            </a:endParaRPr>
          </a:p>
        </p:txBody>
      </p:sp>
      <p:sp>
        <p:nvSpPr>
          <p:cNvPr id="97284" name="Rectangle 5">
            <a:extLst>
              <a:ext uri="{FF2B5EF4-FFF2-40B4-BE49-F238E27FC236}">
                <a16:creationId xmlns:a16="http://schemas.microsoft.com/office/drawing/2014/main" id="{6FB4DDFF-D09E-B6D1-5430-921713B9618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Recoverable Item Example</a:t>
            </a:r>
            <a:endParaRPr lang="en-US" altLang="en-US" sz="2200" b="1">
              <a:solidFill>
                <a:schemeClr val="bg2"/>
              </a:solidFill>
            </a:endParaRPr>
          </a:p>
        </p:txBody>
      </p:sp>
      <p:sp>
        <p:nvSpPr>
          <p:cNvPr id="97285" name="Rectangle 6">
            <a:extLst>
              <a:ext uri="{FF2B5EF4-FFF2-40B4-BE49-F238E27FC236}">
                <a16:creationId xmlns:a16="http://schemas.microsoft.com/office/drawing/2014/main" id="{0B3C5BC3-1C6A-47D5-09B4-B90038E4F867}"/>
              </a:ext>
            </a:extLst>
          </p:cNvPr>
          <p:cNvSpPr>
            <a:spLocks noChangeArrowheads="1"/>
          </p:cNvSpPr>
          <p:nvPr/>
        </p:nvSpPr>
        <p:spPr bwMode="auto">
          <a:xfrm>
            <a:off x="647700" y="1460500"/>
            <a:ext cx="47625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Car Wheel Assembly</a:t>
            </a:r>
          </a:p>
          <a:p>
            <a:pPr eaLnBrk="1" hangingPunct="1">
              <a:buClr>
                <a:schemeClr val="bg2"/>
              </a:buClr>
              <a:buFontTx/>
              <a:buChar char="•"/>
            </a:pPr>
            <a:endParaRPr lang="en-US" altLang="en-US" sz="2200"/>
          </a:p>
          <a:p>
            <a:pPr eaLnBrk="1" hangingPunct="1">
              <a:buClr>
                <a:schemeClr val="bg2"/>
              </a:buClr>
              <a:buFontTx/>
              <a:buChar char="•"/>
            </a:pPr>
            <a:r>
              <a:rPr lang="en-US" altLang="en-US" sz="2200"/>
              <a:t> When a wheel becomes unserviceable, we could send it to a repair shop.</a:t>
            </a:r>
          </a:p>
          <a:p>
            <a:pPr eaLnBrk="1" hangingPunct="1">
              <a:buClr>
                <a:schemeClr val="bg2"/>
              </a:buClr>
              <a:buFontTx/>
              <a:buChar char="•"/>
            </a:pPr>
            <a:endParaRPr lang="en-US" altLang="en-US" sz="2200"/>
          </a:p>
          <a:p>
            <a:pPr eaLnBrk="1" hangingPunct="1">
              <a:buClr>
                <a:schemeClr val="bg2"/>
              </a:buClr>
              <a:buFontTx/>
              <a:buChar char="•"/>
            </a:pPr>
            <a:r>
              <a:rPr lang="en-US" altLang="en-US" sz="2200"/>
              <a:t> Parts involved to repair the wheel may include a tire, a rim, valve stem, balance weights, etc.</a:t>
            </a:r>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sp>
        <p:nvSpPr>
          <p:cNvPr id="97286" name="TextBox 7">
            <a:extLst>
              <a:ext uri="{FF2B5EF4-FFF2-40B4-BE49-F238E27FC236}">
                <a16:creationId xmlns:a16="http://schemas.microsoft.com/office/drawing/2014/main" id="{2B88BF39-CA68-C69F-3B10-D6761F740B3D}"/>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8305" name="Rectangle 2">
            <a:extLst>
              <a:ext uri="{FF2B5EF4-FFF2-40B4-BE49-F238E27FC236}">
                <a16:creationId xmlns:a16="http://schemas.microsoft.com/office/drawing/2014/main" id="{B81F98C7-1F24-2B98-521E-67D39451EF2A}"/>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98306" name="Text Box 3">
            <a:extLst>
              <a:ext uri="{FF2B5EF4-FFF2-40B4-BE49-F238E27FC236}">
                <a16:creationId xmlns:a16="http://schemas.microsoft.com/office/drawing/2014/main" id="{9F82E893-A108-4718-1941-490672298254}"/>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F06AF69-B583-4750-ABDA-B7EE34132893}" type="slidenum">
              <a:rPr lang="en-US" altLang="en-US" sz="1200" b="1">
                <a:solidFill>
                  <a:srgbClr val="1C1C1C"/>
                </a:solidFill>
              </a:rPr>
              <a:pPr eaLnBrk="1" hangingPunct="1">
                <a:spcBef>
                  <a:spcPct val="0"/>
                </a:spcBef>
                <a:buClrTx/>
                <a:buFontTx/>
                <a:buNone/>
              </a:pPr>
              <a:t>58</a:t>
            </a:fld>
            <a:endParaRPr lang="en-US" altLang="en-US" sz="1200" b="1">
              <a:solidFill>
                <a:srgbClr val="1C1C1C"/>
              </a:solidFill>
            </a:endParaRPr>
          </a:p>
        </p:txBody>
      </p:sp>
      <p:sp>
        <p:nvSpPr>
          <p:cNvPr id="98307" name="Rectangle 5">
            <a:extLst>
              <a:ext uri="{FF2B5EF4-FFF2-40B4-BE49-F238E27FC236}">
                <a16:creationId xmlns:a16="http://schemas.microsoft.com/office/drawing/2014/main" id="{833F8649-1437-4EF9-C02D-BD16B54DB701}"/>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200"/>
              <a:t>What is a Next Higher Assembly (NHA)?</a:t>
            </a:r>
            <a:endParaRPr lang="en-US" altLang="en-US" sz="2200" b="1">
              <a:solidFill>
                <a:schemeClr val="bg2"/>
              </a:solidFill>
            </a:endParaRPr>
          </a:p>
        </p:txBody>
      </p:sp>
      <p:sp>
        <p:nvSpPr>
          <p:cNvPr id="98308" name="Rectangle 6">
            <a:extLst>
              <a:ext uri="{FF2B5EF4-FFF2-40B4-BE49-F238E27FC236}">
                <a16:creationId xmlns:a16="http://schemas.microsoft.com/office/drawing/2014/main" id="{28E128AB-EDD5-7248-5614-3E3C26883609}"/>
              </a:ext>
            </a:extLst>
          </p:cNvPr>
          <p:cNvSpPr>
            <a:spLocks noChangeArrowheads="1"/>
          </p:cNvSpPr>
          <p:nvPr/>
        </p:nvSpPr>
        <p:spPr bwMode="auto">
          <a:xfrm>
            <a:off x="647700" y="1422400"/>
            <a:ext cx="82677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The assembly in which a given component is directly installed</a:t>
            </a:r>
          </a:p>
        </p:txBody>
      </p:sp>
      <p:sp>
        <p:nvSpPr>
          <p:cNvPr id="98309" name="Rectangle 8">
            <a:extLst>
              <a:ext uri="{FF2B5EF4-FFF2-40B4-BE49-F238E27FC236}">
                <a16:creationId xmlns:a16="http://schemas.microsoft.com/office/drawing/2014/main" id="{BC20069C-47FB-111F-B8C9-2C944C3D0C24}"/>
              </a:ext>
            </a:extLst>
          </p:cNvPr>
          <p:cNvSpPr>
            <a:spLocks noChangeArrowheads="1"/>
          </p:cNvSpPr>
          <p:nvPr/>
        </p:nvSpPr>
        <p:spPr bwMode="auto">
          <a:xfrm>
            <a:off x="406400" y="25622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200"/>
              <a:t>What is an end item?</a:t>
            </a:r>
            <a:endParaRPr lang="en-US" altLang="en-US" sz="2200" b="1">
              <a:solidFill>
                <a:schemeClr val="bg2"/>
              </a:solidFill>
            </a:endParaRPr>
          </a:p>
        </p:txBody>
      </p:sp>
      <p:sp>
        <p:nvSpPr>
          <p:cNvPr id="98310" name="Rectangle 9">
            <a:extLst>
              <a:ext uri="{FF2B5EF4-FFF2-40B4-BE49-F238E27FC236}">
                <a16:creationId xmlns:a16="http://schemas.microsoft.com/office/drawing/2014/main" id="{E45163F0-23FB-A908-CC7C-E209179FEABC}"/>
              </a:ext>
            </a:extLst>
          </p:cNvPr>
          <p:cNvSpPr>
            <a:spLocks noChangeArrowheads="1"/>
          </p:cNvSpPr>
          <p:nvPr/>
        </p:nvSpPr>
        <p:spPr bwMode="auto">
          <a:xfrm>
            <a:off x="647700" y="2844800"/>
            <a:ext cx="82677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A complete assembly – it has no NHA</a:t>
            </a:r>
          </a:p>
        </p:txBody>
      </p:sp>
      <p:pic>
        <p:nvPicPr>
          <p:cNvPr id="98311" name="Picture 12" descr="QUESTION">
            <a:extLst>
              <a:ext uri="{FF2B5EF4-FFF2-40B4-BE49-F238E27FC236}">
                <a16:creationId xmlns:a16="http://schemas.microsoft.com/office/drawing/2014/main" id="{A21B2928-2ADC-202D-C9F0-A683EE713D9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6375" y="3981450"/>
            <a:ext cx="619125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8312" name="TextBox 9">
            <a:extLst>
              <a:ext uri="{FF2B5EF4-FFF2-40B4-BE49-F238E27FC236}">
                <a16:creationId xmlns:a16="http://schemas.microsoft.com/office/drawing/2014/main" id="{F137971D-5A38-2CBE-B26B-F1B7EFE0EFA1}"/>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29" name="Rectangle 2">
            <a:extLst>
              <a:ext uri="{FF2B5EF4-FFF2-40B4-BE49-F238E27FC236}">
                <a16:creationId xmlns:a16="http://schemas.microsoft.com/office/drawing/2014/main" id="{8FE572A2-D252-A7F4-3E73-0A31EC93FE4C}"/>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99330" name="Text Box 3">
            <a:extLst>
              <a:ext uri="{FF2B5EF4-FFF2-40B4-BE49-F238E27FC236}">
                <a16:creationId xmlns:a16="http://schemas.microsoft.com/office/drawing/2014/main" id="{6045686B-2241-CE21-0192-6EBC2370BF88}"/>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F5EE8DC-5BFE-4529-94D8-AAA0D3276A1E}" type="slidenum">
              <a:rPr lang="en-US" altLang="en-US" sz="1200" b="1">
                <a:solidFill>
                  <a:srgbClr val="1C1C1C"/>
                </a:solidFill>
              </a:rPr>
              <a:pPr eaLnBrk="1" hangingPunct="1">
                <a:spcBef>
                  <a:spcPct val="0"/>
                </a:spcBef>
                <a:buClrTx/>
                <a:buFontTx/>
                <a:buNone/>
              </a:pPr>
              <a:t>59</a:t>
            </a:fld>
            <a:endParaRPr lang="en-US" altLang="en-US" sz="1200" b="1">
              <a:solidFill>
                <a:srgbClr val="1C1C1C"/>
              </a:solidFill>
            </a:endParaRPr>
          </a:p>
        </p:txBody>
      </p:sp>
      <p:sp>
        <p:nvSpPr>
          <p:cNvPr id="99331" name="Rectangle 5">
            <a:extLst>
              <a:ext uri="{FF2B5EF4-FFF2-40B4-BE49-F238E27FC236}">
                <a16:creationId xmlns:a16="http://schemas.microsoft.com/office/drawing/2014/main" id="{AA12AFBA-6104-F6A9-ED29-9D05ACAAF6BF}"/>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Consumable Items</a:t>
            </a:r>
            <a:endParaRPr lang="en-US" altLang="en-US" sz="2200" b="1">
              <a:solidFill>
                <a:schemeClr val="bg2"/>
              </a:solidFill>
            </a:endParaRPr>
          </a:p>
        </p:txBody>
      </p:sp>
      <p:sp>
        <p:nvSpPr>
          <p:cNvPr id="99332" name="Rectangle 6">
            <a:extLst>
              <a:ext uri="{FF2B5EF4-FFF2-40B4-BE49-F238E27FC236}">
                <a16:creationId xmlns:a16="http://schemas.microsoft.com/office/drawing/2014/main" id="{0F953DA2-17F5-63CA-0BA9-30EF3F191740}"/>
              </a:ext>
            </a:extLst>
          </p:cNvPr>
          <p:cNvSpPr>
            <a:spLocks noChangeArrowheads="1"/>
          </p:cNvSpPr>
          <p:nvPr/>
        </p:nvSpPr>
        <p:spPr bwMode="auto">
          <a:xfrm>
            <a:off x="647700" y="1460500"/>
            <a:ext cx="445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200"/>
              <a:t> Uneconomical to repair or are consumed in use </a:t>
            </a:r>
          </a:p>
          <a:p>
            <a:pPr eaLnBrk="1" hangingPunct="1">
              <a:buClr>
                <a:schemeClr val="bg2"/>
              </a:buClr>
              <a:buFontTx/>
              <a:buNone/>
            </a:pPr>
            <a:endParaRPr lang="en-US" altLang="en-US" sz="2200"/>
          </a:p>
          <a:p>
            <a:pPr eaLnBrk="1" hangingPunct="1">
              <a:buClr>
                <a:schemeClr val="bg2"/>
              </a:buClr>
              <a:buFontTx/>
              <a:buChar char="•"/>
            </a:pPr>
            <a:r>
              <a:rPr lang="en-US" altLang="en-US" sz="2200"/>
              <a:t> Repair costs exceed 75% of FUP</a:t>
            </a:r>
          </a:p>
          <a:p>
            <a:pPr eaLnBrk="1" hangingPunct="1">
              <a:buClr>
                <a:schemeClr val="bg2"/>
              </a:buClr>
              <a:buFontTx/>
              <a:buChar char="•"/>
            </a:pPr>
            <a:endParaRPr lang="en-US" altLang="en-US" sz="2200"/>
          </a:p>
          <a:p>
            <a:pPr eaLnBrk="1" hangingPunct="1">
              <a:buClr>
                <a:schemeClr val="bg2"/>
              </a:buClr>
              <a:buFontTx/>
              <a:buChar char="•"/>
            </a:pPr>
            <a:r>
              <a:rPr lang="en-US" altLang="en-US" sz="2200"/>
              <a:t> Also lose individual identity when 	installed in another piece of equipment</a:t>
            </a:r>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pic>
        <p:nvPicPr>
          <p:cNvPr id="99333" name="Picture 9" descr="consumable">
            <a:extLst>
              <a:ext uri="{FF2B5EF4-FFF2-40B4-BE49-F238E27FC236}">
                <a16:creationId xmlns:a16="http://schemas.microsoft.com/office/drawing/2014/main" id="{20DBE169-BC06-F2E9-D0B4-33C2836EA0A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0" y="1562100"/>
            <a:ext cx="3333750" cy="24955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99334" name="Rectangle 10">
            <a:extLst>
              <a:ext uri="{FF2B5EF4-FFF2-40B4-BE49-F238E27FC236}">
                <a16:creationId xmlns:a16="http://schemas.microsoft.com/office/drawing/2014/main" id="{3295EF85-8654-AEF3-F555-178B67082888}"/>
              </a:ext>
            </a:extLst>
          </p:cNvPr>
          <p:cNvSpPr>
            <a:spLocks noChangeArrowheads="1"/>
          </p:cNvSpPr>
          <p:nvPr/>
        </p:nvSpPr>
        <p:spPr bwMode="auto">
          <a:xfrm>
            <a:off x="647700" y="5470525"/>
            <a:ext cx="7962900" cy="977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Char char="•"/>
            </a:pPr>
            <a:r>
              <a:rPr lang="en-US" altLang="en-US" sz="2200"/>
              <a:t> Includes items consumed in use such as oil, gasoline, paint, etc. and items that aren’t repairable.</a:t>
            </a:r>
          </a:p>
          <a:p>
            <a:pPr eaLnBrk="1" hangingPunct="1">
              <a:buClr>
                <a:schemeClr val="bg2"/>
              </a:buClr>
              <a:buFontTx/>
              <a:buChar char="•"/>
            </a:pPr>
            <a:endParaRPr lang="en-US" altLang="en-US" sz="2200"/>
          </a:p>
          <a:p>
            <a:pPr eaLnBrk="1" hangingPunct="1">
              <a:buClr>
                <a:schemeClr val="bg2"/>
              </a:buClr>
              <a:buFontTx/>
              <a:buNone/>
            </a:pPr>
            <a:endParaRPr lang="en-US" altLang="en-US" sz="1800"/>
          </a:p>
        </p:txBody>
      </p:sp>
      <p:sp>
        <p:nvSpPr>
          <p:cNvPr id="99335" name="TextBox 8">
            <a:extLst>
              <a:ext uri="{FF2B5EF4-FFF2-40B4-BE49-F238E27FC236}">
                <a16:creationId xmlns:a16="http://schemas.microsoft.com/office/drawing/2014/main" id="{08344ECE-0674-C47F-D53D-2EF6F4AC9E99}"/>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0353" name="Picture 9" descr="oilChange">
            <a:extLst>
              <a:ext uri="{FF2B5EF4-FFF2-40B4-BE49-F238E27FC236}">
                <a16:creationId xmlns:a16="http://schemas.microsoft.com/office/drawing/2014/main" id="{63BEB2B5-E967-C096-B08C-8001F445D3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143000" y="1219200"/>
            <a:ext cx="7791450" cy="5214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0354" name="Rectangle 3">
            <a:extLst>
              <a:ext uri="{FF2B5EF4-FFF2-40B4-BE49-F238E27FC236}">
                <a16:creationId xmlns:a16="http://schemas.microsoft.com/office/drawing/2014/main" id="{241C8A93-A669-6931-5450-B14FC6A68348}"/>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00355" name="Text Box 4">
            <a:extLst>
              <a:ext uri="{FF2B5EF4-FFF2-40B4-BE49-F238E27FC236}">
                <a16:creationId xmlns:a16="http://schemas.microsoft.com/office/drawing/2014/main" id="{255D3033-46C9-988F-1708-6E757EF041C1}"/>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3815327-6BE6-41DB-BDA1-6DA99445B797}" type="slidenum">
              <a:rPr lang="en-US" altLang="en-US" sz="1200" b="1">
                <a:solidFill>
                  <a:srgbClr val="1C1C1C"/>
                </a:solidFill>
              </a:rPr>
              <a:pPr eaLnBrk="1" hangingPunct="1">
                <a:spcBef>
                  <a:spcPct val="0"/>
                </a:spcBef>
                <a:buClrTx/>
                <a:buFontTx/>
                <a:buNone/>
              </a:pPr>
              <a:t>60</a:t>
            </a:fld>
            <a:endParaRPr lang="en-US" altLang="en-US" sz="1200" b="1">
              <a:solidFill>
                <a:srgbClr val="1C1C1C"/>
              </a:solidFill>
            </a:endParaRPr>
          </a:p>
        </p:txBody>
      </p:sp>
      <p:sp>
        <p:nvSpPr>
          <p:cNvPr id="100356" name="Rectangle 6">
            <a:extLst>
              <a:ext uri="{FF2B5EF4-FFF2-40B4-BE49-F238E27FC236}">
                <a16:creationId xmlns:a16="http://schemas.microsoft.com/office/drawing/2014/main" id="{86BA7ECC-C8A7-AAC2-AC73-946D22DD0C00}"/>
              </a:ext>
            </a:extLst>
          </p:cNvPr>
          <p:cNvSpPr>
            <a:spLocks noChangeArrowheads="1"/>
          </p:cNvSpPr>
          <p:nvPr/>
        </p:nvSpPr>
        <p:spPr bwMode="auto">
          <a:xfrm>
            <a:off x="400050" y="1217613"/>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Consumable Item Example</a:t>
            </a:r>
            <a:endParaRPr lang="en-US" altLang="en-US" sz="2200" b="1">
              <a:solidFill>
                <a:schemeClr val="bg2"/>
              </a:solidFill>
            </a:endParaRPr>
          </a:p>
        </p:txBody>
      </p:sp>
      <p:sp>
        <p:nvSpPr>
          <p:cNvPr id="100357" name="Rectangle 7">
            <a:extLst>
              <a:ext uri="{FF2B5EF4-FFF2-40B4-BE49-F238E27FC236}">
                <a16:creationId xmlns:a16="http://schemas.microsoft.com/office/drawing/2014/main" id="{9AFF3A10-D47C-B645-3EB9-2E989066CF2D}"/>
              </a:ext>
            </a:extLst>
          </p:cNvPr>
          <p:cNvSpPr>
            <a:spLocks noChangeArrowheads="1"/>
          </p:cNvSpPr>
          <p:nvPr/>
        </p:nvSpPr>
        <p:spPr bwMode="auto">
          <a:xfrm>
            <a:off x="647700" y="1460500"/>
            <a:ext cx="47625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Oil, oil filter, spark plugs, air filter, light bulbs, floor mats, mufflers, speakers, horns, etc.</a:t>
            </a:r>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sp>
        <p:nvSpPr>
          <p:cNvPr id="100358" name="TextBox 7">
            <a:extLst>
              <a:ext uri="{FF2B5EF4-FFF2-40B4-BE49-F238E27FC236}">
                <a16:creationId xmlns:a16="http://schemas.microsoft.com/office/drawing/2014/main" id="{D013B014-BDC7-8EB0-274B-665D71CDFC91}"/>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7" name="Rectangle 2">
            <a:extLst>
              <a:ext uri="{FF2B5EF4-FFF2-40B4-BE49-F238E27FC236}">
                <a16:creationId xmlns:a16="http://schemas.microsoft.com/office/drawing/2014/main" id="{ED6640A2-A2C0-60A9-AB87-B119835553F6}"/>
              </a:ext>
            </a:extLst>
          </p:cNvPr>
          <p:cNvSpPr>
            <a:spLocks noGrp="1" noChangeArrowheads="1"/>
          </p:cNvSpPr>
          <p:nvPr>
            <p:ph type="title"/>
          </p:nvPr>
        </p:nvSpPr>
        <p:spPr>
          <a:xfrm>
            <a:off x="2514600" y="12700"/>
            <a:ext cx="4114800" cy="317500"/>
          </a:xfrm>
        </p:spPr>
        <p:txBody>
          <a:bodyPr/>
          <a:lstStyle/>
          <a:p>
            <a:pPr eaLnBrk="1" hangingPunct="1"/>
            <a:r>
              <a:rPr lang="en-US" altLang="en-US" sz="2000">
                <a:solidFill>
                  <a:srgbClr val="FFFFFF"/>
                </a:solidFill>
                <a:latin typeface="Arial Unicode MS" panose="020B0604020202020204" pitchFamily="34" charset="-128"/>
              </a:rPr>
              <a:t>Module 2 – Terms and Definitions</a:t>
            </a:r>
          </a:p>
        </p:txBody>
      </p:sp>
      <p:sp>
        <p:nvSpPr>
          <p:cNvPr id="101378" name="Text Box 3">
            <a:extLst>
              <a:ext uri="{FF2B5EF4-FFF2-40B4-BE49-F238E27FC236}">
                <a16:creationId xmlns:a16="http://schemas.microsoft.com/office/drawing/2014/main" id="{18658CE8-ECE8-C353-D6D1-3DD5F08A87AA}"/>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C191862-BB91-4E5F-A428-096C4A72C90E}" type="slidenum">
              <a:rPr lang="en-US" altLang="en-US" sz="1200" b="1">
                <a:solidFill>
                  <a:srgbClr val="1C1C1C"/>
                </a:solidFill>
              </a:rPr>
              <a:pPr eaLnBrk="1" hangingPunct="1">
                <a:spcBef>
                  <a:spcPct val="0"/>
                </a:spcBef>
                <a:buClrTx/>
                <a:buFontTx/>
                <a:buNone/>
              </a:pPr>
              <a:t>61</a:t>
            </a:fld>
            <a:endParaRPr lang="en-US" altLang="en-US" sz="1200" b="1">
              <a:solidFill>
                <a:srgbClr val="1C1C1C"/>
              </a:solidFill>
            </a:endParaRPr>
          </a:p>
        </p:txBody>
      </p:sp>
      <p:sp>
        <p:nvSpPr>
          <p:cNvPr id="101379" name="Rectangle 4">
            <a:extLst>
              <a:ext uri="{FF2B5EF4-FFF2-40B4-BE49-F238E27FC236}">
                <a16:creationId xmlns:a16="http://schemas.microsoft.com/office/drawing/2014/main" id="{C7D314DE-E9BD-BC89-3455-7640A222298F}"/>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2b</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101380" name="TextBox 5">
            <a:extLst>
              <a:ext uri="{FF2B5EF4-FFF2-40B4-BE49-F238E27FC236}">
                <a16:creationId xmlns:a16="http://schemas.microsoft.com/office/drawing/2014/main" id="{2C2CEDCA-3E4C-4E23-4C68-0C4DF1306CE3}"/>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01" name="Rectangle 2">
            <a:extLst>
              <a:ext uri="{FF2B5EF4-FFF2-40B4-BE49-F238E27FC236}">
                <a16:creationId xmlns:a16="http://schemas.microsoft.com/office/drawing/2014/main" id="{B2449B19-EFB4-E8D3-BE63-3794B4F87F5C}"/>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02402" name="Text Box 3">
            <a:extLst>
              <a:ext uri="{FF2B5EF4-FFF2-40B4-BE49-F238E27FC236}">
                <a16:creationId xmlns:a16="http://schemas.microsoft.com/office/drawing/2014/main" id="{213C0D07-998F-163B-A52B-EAF8C34E91D4}"/>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981DFC1-B135-4823-97DA-5DBDD09F00EC}" type="slidenum">
              <a:rPr lang="en-US" altLang="en-US" sz="1200" b="1">
                <a:solidFill>
                  <a:srgbClr val="1C1C1C"/>
                </a:solidFill>
              </a:rPr>
              <a:pPr eaLnBrk="1" hangingPunct="1">
                <a:spcBef>
                  <a:spcPct val="0"/>
                </a:spcBef>
                <a:buClrTx/>
                <a:buFontTx/>
                <a:buNone/>
              </a:pPr>
              <a:t>62</a:t>
            </a:fld>
            <a:endParaRPr lang="en-US" altLang="en-US" sz="1200" b="1">
              <a:solidFill>
                <a:srgbClr val="1C1C1C"/>
              </a:solidFill>
            </a:endParaRPr>
          </a:p>
        </p:txBody>
      </p:sp>
      <p:sp>
        <p:nvSpPr>
          <p:cNvPr id="102403" name="Rectangle 4">
            <a:extLst>
              <a:ext uri="{FF2B5EF4-FFF2-40B4-BE49-F238E27FC236}">
                <a16:creationId xmlns:a16="http://schemas.microsoft.com/office/drawing/2014/main" id="{0EF94748-B2D9-3F76-C92A-EEF95D626FA5}"/>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2c</a:t>
            </a:r>
          </a:p>
          <a:p>
            <a:pPr algn="ctr" eaLnBrk="1" hangingPunct="1">
              <a:buClr>
                <a:schemeClr val="bg2"/>
              </a:buClr>
              <a:buFontTx/>
              <a:buNone/>
            </a:pPr>
            <a:endParaRPr lang="en-US" altLang="en-US" b="1"/>
          </a:p>
          <a:p>
            <a:pPr algn="ctr" eaLnBrk="1" hangingPunct="1">
              <a:buClr>
                <a:schemeClr val="bg2"/>
              </a:buClr>
              <a:buFontTx/>
              <a:buNone/>
            </a:pPr>
            <a:r>
              <a:rPr lang="en-US" altLang="en-US" b="1"/>
              <a:t>Identifying Recoverable and Consumable Items</a:t>
            </a:r>
            <a:endParaRPr lang="en-US" altLang="en-US" b="1">
              <a:solidFill>
                <a:schemeClr val="bg2"/>
              </a:solidFill>
            </a:endParaRPr>
          </a:p>
        </p:txBody>
      </p:sp>
      <p:sp>
        <p:nvSpPr>
          <p:cNvPr id="102404" name="TextBox 4">
            <a:extLst>
              <a:ext uri="{FF2B5EF4-FFF2-40B4-BE49-F238E27FC236}">
                <a16:creationId xmlns:a16="http://schemas.microsoft.com/office/drawing/2014/main" id="{1E37A759-D518-C8BF-C4FA-557CE76EED65}"/>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5" name="Rectangle 2">
            <a:extLst>
              <a:ext uri="{FF2B5EF4-FFF2-40B4-BE49-F238E27FC236}">
                <a16:creationId xmlns:a16="http://schemas.microsoft.com/office/drawing/2014/main" id="{9BF8A211-DAB4-3F02-EB8E-FD3D64715D9B}"/>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03426" name="Text Box 3">
            <a:extLst>
              <a:ext uri="{FF2B5EF4-FFF2-40B4-BE49-F238E27FC236}">
                <a16:creationId xmlns:a16="http://schemas.microsoft.com/office/drawing/2014/main" id="{EF9E28EB-7B22-A803-7F4C-CF0872E08A52}"/>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53EE5D3-75B4-4A28-970C-92889DBFAB50}" type="slidenum">
              <a:rPr lang="en-US" altLang="en-US" sz="1200" b="1">
                <a:solidFill>
                  <a:srgbClr val="1C1C1C"/>
                </a:solidFill>
              </a:rPr>
              <a:pPr eaLnBrk="1" hangingPunct="1">
                <a:spcBef>
                  <a:spcPct val="0"/>
                </a:spcBef>
                <a:buClrTx/>
                <a:buFontTx/>
                <a:buNone/>
              </a:pPr>
              <a:t>63</a:t>
            </a:fld>
            <a:endParaRPr lang="en-US" altLang="en-US" sz="1200" b="1">
              <a:solidFill>
                <a:srgbClr val="1C1C1C"/>
              </a:solidFill>
            </a:endParaRPr>
          </a:p>
        </p:txBody>
      </p:sp>
      <p:sp>
        <p:nvSpPr>
          <p:cNvPr id="103427" name="Rectangle 5">
            <a:extLst>
              <a:ext uri="{FF2B5EF4-FFF2-40B4-BE49-F238E27FC236}">
                <a16:creationId xmlns:a16="http://schemas.microsoft.com/office/drawing/2014/main" id="{33BD3525-3820-E866-CC9F-B3E7EEA137A0}"/>
              </a:ext>
            </a:extLst>
          </p:cNvPr>
          <p:cNvSpPr>
            <a:spLocks noChangeArrowheads="1"/>
          </p:cNvSpPr>
          <p:nvPr/>
        </p:nvSpPr>
        <p:spPr bwMode="auto">
          <a:xfrm>
            <a:off x="400050" y="178117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103428" name="Rectangle 6">
            <a:extLst>
              <a:ext uri="{FF2B5EF4-FFF2-40B4-BE49-F238E27FC236}">
                <a16:creationId xmlns:a16="http://schemas.microsoft.com/office/drawing/2014/main" id="{8A00996C-452F-72FC-89D2-6691661F2195}"/>
              </a:ext>
            </a:extLst>
          </p:cNvPr>
          <p:cNvSpPr>
            <a:spLocks noChangeArrowheads="1"/>
          </p:cNvSpPr>
          <p:nvPr/>
        </p:nvSpPr>
        <p:spPr bwMode="auto">
          <a:xfrm>
            <a:off x="647700" y="221615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Examines code assigned to each federal supply item</a:t>
            </a:r>
          </a:p>
          <a:p>
            <a:pPr eaLnBrk="1" hangingPunct="1">
              <a:buClr>
                <a:schemeClr val="bg2"/>
              </a:buClr>
              <a:buFontTx/>
              <a:buChar char="•"/>
            </a:pPr>
            <a:endParaRPr lang="en-US" altLang="en-US" sz="2400"/>
          </a:p>
          <a:p>
            <a:pPr eaLnBrk="1" hangingPunct="1">
              <a:buClr>
                <a:schemeClr val="bg2"/>
              </a:buClr>
              <a:buFontTx/>
              <a:buChar char="•"/>
            </a:pPr>
            <a:r>
              <a:rPr lang="en-US" altLang="en-US" sz="2400"/>
              <a:t> Lists different code types and explains purpose of each</a:t>
            </a:r>
          </a:p>
          <a:p>
            <a:pPr eaLnBrk="1" hangingPunct="1">
              <a:buClr>
                <a:schemeClr val="bg2"/>
              </a:buClr>
              <a:buFontTx/>
              <a:buChar char="•"/>
            </a:pPr>
            <a:endParaRPr lang="en-US" altLang="en-US" sz="2400"/>
          </a:p>
          <a:p>
            <a:pPr eaLnBrk="1" hangingPunct="1">
              <a:buClr>
                <a:schemeClr val="bg2"/>
              </a:buClr>
              <a:buFontTx/>
              <a:buChar char="•"/>
            </a:pPr>
            <a:r>
              <a:rPr lang="en-US" altLang="en-US" sz="2400"/>
              <a:t> Explains repair cost ceiling and its effect</a:t>
            </a:r>
          </a:p>
          <a:p>
            <a:pPr eaLnBrk="1" hangingPunct="1">
              <a:buClr>
                <a:schemeClr val="bg2"/>
              </a:buClr>
              <a:buFontTx/>
              <a:buNone/>
            </a:pPr>
            <a:endParaRPr lang="en-US" altLang="en-US" sz="2400"/>
          </a:p>
        </p:txBody>
      </p:sp>
      <p:sp>
        <p:nvSpPr>
          <p:cNvPr id="103429" name="TextBox 6">
            <a:extLst>
              <a:ext uri="{FF2B5EF4-FFF2-40B4-BE49-F238E27FC236}">
                <a16:creationId xmlns:a16="http://schemas.microsoft.com/office/drawing/2014/main" id="{8BF57012-BC77-1013-5350-88716681CD3F}"/>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449" name="Text Box 3">
            <a:extLst>
              <a:ext uri="{FF2B5EF4-FFF2-40B4-BE49-F238E27FC236}">
                <a16:creationId xmlns:a16="http://schemas.microsoft.com/office/drawing/2014/main" id="{A97259B2-67AA-C777-7600-9D394532BCB6}"/>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B84BDF0-829B-4AE9-955B-0F815C3B4B62}" type="slidenum">
              <a:rPr lang="en-US" altLang="en-US" sz="1200" b="1">
                <a:solidFill>
                  <a:srgbClr val="1C1C1C"/>
                </a:solidFill>
              </a:rPr>
              <a:pPr eaLnBrk="1" hangingPunct="1">
                <a:spcBef>
                  <a:spcPct val="0"/>
                </a:spcBef>
                <a:buClrTx/>
                <a:buFontTx/>
                <a:buNone/>
              </a:pPr>
              <a:t>64</a:t>
            </a:fld>
            <a:endParaRPr lang="en-US" altLang="en-US" sz="1200" b="1">
              <a:solidFill>
                <a:srgbClr val="1C1C1C"/>
              </a:solidFill>
            </a:endParaRPr>
          </a:p>
        </p:txBody>
      </p:sp>
      <p:sp>
        <p:nvSpPr>
          <p:cNvPr id="104450" name="Rectangle 5">
            <a:extLst>
              <a:ext uri="{FF2B5EF4-FFF2-40B4-BE49-F238E27FC236}">
                <a16:creationId xmlns:a16="http://schemas.microsoft.com/office/drawing/2014/main" id="{912EBDB1-E72B-9916-A05E-66932BDBC4C8}"/>
              </a:ext>
            </a:extLst>
          </p:cNvPr>
          <p:cNvSpPr>
            <a:spLocks noChangeArrowheads="1"/>
          </p:cNvSpPr>
          <p:nvPr/>
        </p:nvSpPr>
        <p:spPr bwMode="auto">
          <a:xfrm>
            <a:off x="400050" y="14319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ERRC Codes</a:t>
            </a:r>
            <a:endParaRPr lang="en-US" altLang="en-US" sz="2200" b="1">
              <a:solidFill>
                <a:schemeClr val="bg2"/>
              </a:solidFill>
            </a:endParaRPr>
          </a:p>
        </p:txBody>
      </p:sp>
      <p:sp>
        <p:nvSpPr>
          <p:cNvPr id="104451" name="Rectangle 6">
            <a:extLst>
              <a:ext uri="{FF2B5EF4-FFF2-40B4-BE49-F238E27FC236}">
                <a16:creationId xmlns:a16="http://schemas.microsoft.com/office/drawing/2014/main" id="{501FAFFF-E745-20FE-B2A4-941F98EE52B2}"/>
              </a:ext>
            </a:extLst>
          </p:cNvPr>
          <p:cNvSpPr>
            <a:spLocks noChangeArrowheads="1"/>
          </p:cNvSpPr>
          <p:nvPr/>
        </p:nvSpPr>
        <p:spPr bwMode="auto">
          <a:xfrm>
            <a:off x="647700" y="1979613"/>
            <a:ext cx="77343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Identify item type and management technique </a:t>
            </a:r>
          </a:p>
          <a:p>
            <a:pPr eaLnBrk="1" hangingPunct="1">
              <a:buClr>
                <a:schemeClr val="bg2"/>
              </a:buClr>
              <a:buFontTx/>
              <a:buNone/>
            </a:pPr>
            <a:endParaRPr lang="en-US" altLang="en-US" sz="2200"/>
          </a:p>
          <a:p>
            <a:pPr eaLnBrk="1" hangingPunct="1">
              <a:buClr>
                <a:schemeClr val="bg2"/>
              </a:buClr>
              <a:buFontTx/>
              <a:buChar char="•"/>
            </a:pPr>
            <a:r>
              <a:rPr lang="en-US" altLang="en-US" sz="2200"/>
              <a:t> Have two components:</a:t>
            </a:r>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r>
              <a:rPr lang="en-US" altLang="en-US" sz="1800"/>
              <a:t> </a:t>
            </a:r>
            <a:r>
              <a:rPr lang="en-US" altLang="en-US" sz="2200"/>
              <a:t>Classify AF items into various management groupings</a:t>
            </a:r>
          </a:p>
          <a:p>
            <a:pPr eaLnBrk="1" hangingPunct="1">
              <a:buClr>
                <a:schemeClr val="bg2"/>
              </a:buClr>
              <a:buFontTx/>
              <a:buChar char="•"/>
            </a:pPr>
            <a:r>
              <a:rPr lang="en-US" altLang="en-US" sz="2200"/>
              <a:t> Found in D043A</a:t>
            </a:r>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sp>
        <p:nvSpPr>
          <p:cNvPr id="104452" name="Rectangle 8">
            <a:extLst>
              <a:ext uri="{FF2B5EF4-FFF2-40B4-BE49-F238E27FC236}">
                <a16:creationId xmlns:a16="http://schemas.microsoft.com/office/drawing/2014/main" id="{8F0200EB-9BB9-BB25-B4D5-6A687631363E}"/>
              </a:ext>
            </a:extLst>
          </p:cNvPr>
          <p:cNvSpPr>
            <a:spLocks noChangeArrowheads="1"/>
          </p:cNvSpPr>
          <p:nvPr/>
        </p:nvSpPr>
        <p:spPr bwMode="auto">
          <a:xfrm>
            <a:off x="698500" y="3349625"/>
            <a:ext cx="7734300" cy="3276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algn="ctr" eaLnBrk="1" hangingPunct="1">
              <a:buClr>
                <a:schemeClr val="bg2"/>
              </a:buClr>
              <a:buFontTx/>
              <a:buNone/>
            </a:pPr>
            <a:r>
              <a:rPr lang="en-US" altLang="en-US" sz="2400" b="1"/>
              <a:t>C				 XD1</a:t>
            </a:r>
          </a:p>
          <a:p>
            <a:pPr lvl="1" eaLnBrk="1" hangingPunct="1">
              <a:buClr>
                <a:schemeClr val="bg2"/>
              </a:buClr>
              <a:buFontTx/>
              <a:buNone/>
            </a:pPr>
            <a:r>
              <a:rPr lang="en-US" altLang="en-US" sz="1600"/>
              <a:t>              </a:t>
            </a:r>
            <a:r>
              <a:rPr lang="en-US" altLang="en-US" sz="2000"/>
              <a:t>ERRC code</a:t>
            </a:r>
            <a:r>
              <a:rPr lang="en-US" altLang="en-US" sz="1600"/>
              <a:t>			</a:t>
            </a:r>
            <a:r>
              <a:rPr lang="en-US" altLang="en-US" sz="2000"/>
              <a:t>     ERRC designator</a:t>
            </a:r>
            <a:endParaRPr lang="en-US" altLang="en-US" sz="2000" b="1"/>
          </a:p>
        </p:txBody>
      </p:sp>
      <p:sp>
        <p:nvSpPr>
          <p:cNvPr id="104453" name="TextBox 6">
            <a:extLst>
              <a:ext uri="{FF2B5EF4-FFF2-40B4-BE49-F238E27FC236}">
                <a16:creationId xmlns:a16="http://schemas.microsoft.com/office/drawing/2014/main" id="{5D804923-71D6-D21A-B00D-0B20BE79BDBD}"/>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3" name="Rectangle 2">
            <a:extLst>
              <a:ext uri="{FF2B5EF4-FFF2-40B4-BE49-F238E27FC236}">
                <a16:creationId xmlns:a16="http://schemas.microsoft.com/office/drawing/2014/main" id="{8D5B95ED-016F-0FD4-98DC-D08D3FC26EC4}"/>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05474" name="Text Box 3">
            <a:extLst>
              <a:ext uri="{FF2B5EF4-FFF2-40B4-BE49-F238E27FC236}">
                <a16:creationId xmlns:a16="http://schemas.microsoft.com/office/drawing/2014/main" id="{A3F7632B-7D86-FDCC-8691-34158BC3F036}"/>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624D31C-2190-4BA9-9F17-1B89751A12E6}" type="slidenum">
              <a:rPr lang="en-US" altLang="en-US" sz="1200" b="1">
                <a:solidFill>
                  <a:srgbClr val="1C1C1C"/>
                </a:solidFill>
              </a:rPr>
              <a:pPr eaLnBrk="1" hangingPunct="1">
                <a:spcBef>
                  <a:spcPct val="0"/>
                </a:spcBef>
                <a:buClrTx/>
                <a:buFontTx/>
                <a:buNone/>
              </a:pPr>
              <a:t>65</a:t>
            </a:fld>
            <a:endParaRPr lang="en-US" altLang="en-US" sz="1200" b="1">
              <a:solidFill>
                <a:srgbClr val="1C1C1C"/>
              </a:solidFill>
            </a:endParaRPr>
          </a:p>
        </p:txBody>
      </p:sp>
      <p:sp>
        <p:nvSpPr>
          <p:cNvPr id="105475" name="Rectangle 5">
            <a:extLst>
              <a:ext uri="{FF2B5EF4-FFF2-40B4-BE49-F238E27FC236}">
                <a16:creationId xmlns:a16="http://schemas.microsoft.com/office/drawing/2014/main" id="{A49CC8DE-8472-BC8B-617C-BEE8169B13D8}"/>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ERRC Designator</a:t>
            </a:r>
            <a:endParaRPr lang="en-US" altLang="en-US" sz="2200" b="1">
              <a:solidFill>
                <a:schemeClr val="bg2"/>
              </a:solidFill>
            </a:endParaRPr>
          </a:p>
        </p:txBody>
      </p:sp>
      <p:sp>
        <p:nvSpPr>
          <p:cNvPr id="105476" name="Rectangle 6">
            <a:extLst>
              <a:ext uri="{FF2B5EF4-FFF2-40B4-BE49-F238E27FC236}">
                <a16:creationId xmlns:a16="http://schemas.microsoft.com/office/drawing/2014/main" id="{ADB176FB-FFDD-DEA8-0D85-3520AAA63F16}"/>
              </a:ext>
            </a:extLst>
          </p:cNvPr>
          <p:cNvSpPr>
            <a:spLocks noChangeArrowheads="1"/>
          </p:cNvSpPr>
          <p:nvPr/>
        </p:nvSpPr>
        <p:spPr bwMode="auto">
          <a:xfrm>
            <a:off x="647700" y="1460500"/>
            <a:ext cx="82677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dirty="0"/>
              <a:t> </a:t>
            </a:r>
          </a:p>
          <a:p>
            <a:pPr eaLnBrk="1" hangingPunct="1">
              <a:buClr>
                <a:schemeClr val="bg2"/>
              </a:buClr>
              <a:buFontTx/>
              <a:buNone/>
            </a:pPr>
            <a:r>
              <a:rPr lang="en-US" altLang="en-US" sz="2400" b="1" dirty="0">
                <a:solidFill>
                  <a:srgbClr val="FF3300"/>
                </a:solidFill>
              </a:rPr>
              <a:t>X</a:t>
            </a:r>
            <a:r>
              <a:rPr lang="en-US" altLang="en-US" sz="2400" b="1" dirty="0"/>
              <a:t>D1</a:t>
            </a:r>
          </a:p>
          <a:p>
            <a:pPr eaLnBrk="1" hangingPunct="1">
              <a:buClr>
                <a:schemeClr val="bg2"/>
              </a:buClr>
              <a:buFontTx/>
              <a:buNone/>
            </a:pPr>
            <a:endParaRPr lang="en-US" altLang="en-US" sz="1800" dirty="0"/>
          </a:p>
          <a:p>
            <a:pPr eaLnBrk="1" hangingPunct="1">
              <a:buClr>
                <a:schemeClr val="bg2"/>
              </a:buClr>
              <a:buFontTx/>
              <a:buNone/>
            </a:pPr>
            <a:r>
              <a:rPr lang="en-US" altLang="en-US" sz="2400" u="sng" dirty="0"/>
              <a:t>1</a:t>
            </a:r>
            <a:r>
              <a:rPr lang="en-US" altLang="en-US" sz="2400" u="sng" baseline="30000" dirty="0"/>
              <a:t>st</a:t>
            </a:r>
            <a:r>
              <a:rPr lang="en-US" altLang="en-US" sz="2400" u="sng" dirty="0"/>
              <a:t> position – Expendability (E) Designator</a:t>
            </a:r>
          </a:p>
          <a:p>
            <a:pPr eaLnBrk="1" hangingPunct="1">
              <a:buClr>
                <a:schemeClr val="bg2"/>
              </a:buClr>
              <a:buFontTx/>
              <a:buNone/>
            </a:pPr>
            <a:endParaRPr lang="en-US" altLang="en-US" sz="2400" u="sng" dirty="0"/>
          </a:p>
          <a:p>
            <a:pPr eaLnBrk="1" hangingPunct="1">
              <a:buClr>
                <a:schemeClr val="bg2"/>
              </a:buClr>
              <a:buFontTx/>
              <a:buChar char="•"/>
            </a:pPr>
            <a:r>
              <a:rPr lang="en-US" altLang="en-US" sz="2400" dirty="0"/>
              <a:t> Identifies an item as expendable or non-expendable</a:t>
            </a:r>
          </a:p>
          <a:p>
            <a:pPr eaLnBrk="1" hangingPunct="1">
              <a:buClr>
                <a:schemeClr val="bg2"/>
              </a:buClr>
              <a:buFontTx/>
              <a:buNone/>
            </a:pPr>
            <a:endParaRPr lang="en-US" altLang="en-US" sz="2400" dirty="0"/>
          </a:p>
          <a:p>
            <a:pPr eaLnBrk="1" hangingPunct="1">
              <a:buClr>
                <a:schemeClr val="bg2"/>
              </a:buClr>
              <a:buFontTx/>
              <a:buChar char="•"/>
            </a:pPr>
            <a:r>
              <a:rPr lang="en-US" altLang="en-US" sz="2400" dirty="0"/>
              <a:t> “X” items are expendable (</a:t>
            </a:r>
            <a:r>
              <a:rPr lang="en-US" altLang="en-US" sz="2400" dirty="0" err="1"/>
              <a:t>recoverables</a:t>
            </a:r>
            <a:r>
              <a:rPr lang="en-US" altLang="en-US" sz="2400" dirty="0"/>
              <a:t> and consumables)</a:t>
            </a:r>
          </a:p>
          <a:p>
            <a:pPr eaLnBrk="1" hangingPunct="1">
              <a:buClr>
                <a:schemeClr val="bg2"/>
              </a:buClr>
              <a:buFontTx/>
              <a:buChar char="•"/>
            </a:pPr>
            <a:endParaRPr lang="en-US" altLang="en-US" sz="2400" dirty="0"/>
          </a:p>
          <a:p>
            <a:pPr eaLnBrk="1" hangingPunct="1">
              <a:buClr>
                <a:schemeClr val="bg2"/>
              </a:buClr>
              <a:buFontTx/>
              <a:buChar char="•"/>
            </a:pPr>
            <a:r>
              <a:rPr lang="en-US" altLang="en-US" sz="2400" dirty="0"/>
              <a:t> “N” items are non-expendable (stand alone end items)</a:t>
            </a:r>
          </a:p>
          <a:p>
            <a:pPr eaLnBrk="1" hangingPunct="1">
              <a:buClr>
                <a:schemeClr val="bg2"/>
              </a:buClr>
              <a:buFontTx/>
              <a:buChar char="•"/>
            </a:pPr>
            <a:endParaRPr lang="en-US" altLang="en-US" sz="2400" dirty="0"/>
          </a:p>
          <a:p>
            <a:pPr eaLnBrk="1" hangingPunct="1">
              <a:buClr>
                <a:schemeClr val="bg2"/>
              </a:buClr>
              <a:buFontTx/>
              <a:buNone/>
            </a:pPr>
            <a:endParaRPr lang="en-US" altLang="en-US" sz="2400" i="1" dirty="0"/>
          </a:p>
        </p:txBody>
      </p:sp>
      <p:sp>
        <p:nvSpPr>
          <p:cNvPr id="105477" name="TextBox 6">
            <a:extLst>
              <a:ext uri="{FF2B5EF4-FFF2-40B4-BE49-F238E27FC236}">
                <a16:creationId xmlns:a16="http://schemas.microsoft.com/office/drawing/2014/main" id="{315A9363-0095-04EB-2AAC-DAFCB562BD09}"/>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6497" name="Rectangle 2">
            <a:extLst>
              <a:ext uri="{FF2B5EF4-FFF2-40B4-BE49-F238E27FC236}">
                <a16:creationId xmlns:a16="http://schemas.microsoft.com/office/drawing/2014/main" id="{AE8B93BF-F6C1-BEC5-8C95-01BADB2842C8}"/>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06498" name="Text Box 3">
            <a:extLst>
              <a:ext uri="{FF2B5EF4-FFF2-40B4-BE49-F238E27FC236}">
                <a16:creationId xmlns:a16="http://schemas.microsoft.com/office/drawing/2014/main" id="{4ADBDDC6-AF34-80CF-1D99-05AF29A4B3B2}"/>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940C354-F1B7-48BD-82F0-8E26CEB3FBEC}" type="slidenum">
              <a:rPr lang="en-US" altLang="en-US" sz="1200" b="1">
                <a:solidFill>
                  <a:srgbClr val="1C1C1C"/>
                </a:solidFill>
              </a:rPr>
              <a:pPr eaLnBrk="1" hangingPunct="1">
                <a:spcBef>
                  <a:spcPct val="0"/>
                </a:spcBef>
                <a:buClrTx/>
                <a:buFontTx/>
                <a:buNone/>
              </a:pPr>
              <a:t>66</a:t>
            </a:fld>
            <a:endParaRPr lang="en-US" altLang="en-US" sz="1200" b="1">
              <a:solidFill>
                <a:srgbClr val="1C1C1C"/>
              </a:solidFill>
            </a:endParaRPr>
          </a:p>
        </p:txBody>
      </p:sp>
      <p:sp>
        <p:nvSpPr>
          <p:cNvPr id="106499" name="Rectangle 5">
            <a:extLst>
              <a:ext uri="{FF2B5EF4-FFF2-40B4-BE49-F238E27FC236}">
                <a16:creationId xmlns:a16="http://schemas.microsoft.com/office/drawing/2014/main" id="{F11A37B0-67D1-1A30-07D8-683B3F31A317}"/>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Allowance Standards</a:t>
            </a:r>
            <a:endParaRPr lang="en-US" altLang="en-US" sz="2200" b="1">
              <a:solidFill>
                <a:schemeClr val="bg2"/>
              </a:solidFill>
            </a:endParaRPr>
          </a:p>
        </p:txBody>
      </p:sp>
      <p:sp>
        <p:nvSpPr>
          <p:cNvPr id="106500" name="Rectangle 6">
            <a:extLst>
              <a:ext uri="{FF2B5EF4-FFF2-40B4-BE49-F238E27FC236}">
                <a16:creationId xmlns:a16="http://schemas.microsoft.com/office/drawing/2014/main" id="{2A50FC9A-E22D-117D-B158-C6721535E00B}"/>
              </a:ext>
            </a:extLst>
          </p:cNvPr>
          <p:cNvSpPr>
            <a:spLocks noChangeArrowheads="1"/>
          </p:cNvSpPr>
          <p:nvPr/>
        </p:nvSpPr>
        <p:spPr bwMode="auto">
          <a:xfrm>
            <a:off x="647700" y="1181100"/>
            <a:ext cx="82677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None/>
            </a:pPr>
            <a:endParaRPr lang="en-US" altLang="en-US" sz="1800" u="sng"/>
          </a:p>
          <a:p>
            <a:pPr eaLnBrk="1" hangingPunct="1">
              <a:buClr>
                <a:schemeClr val="bg2"/>
              </a:buClr>
              <a:buFontTx/>
              <a:buChar char="•"/>
            </a:pPr>
            <a:r>
              <a:rPr lang="en-US" altLang="en-US" sz="1800"/>
              <a:t> </a:t>
            </a:r>
            <a:r>
              <a:rPr lang="en-US" altLang="en-US" sz="2400"/>
              <a:t>Requirements for non-expendable items are based on Allowance Standard (AS) rather than consumption</a:t>
            </a:r>
          </a:p>
          <a:p>
            <a:pPr eaLnBrk="1" hangingPunct="1">
              <a:buClr>
                <a:schemeClr val="bg2"/>
              </a:buClr>
              <a:buFontTx/>
              <a:buNone/>
            </a:pPr>
            <a:endParaRPr lang="en-US" altLang="en-US" sz="2400"/>
          </a:p>
          <a:p>
            <a:pPr eaLnBrk="1" hangingPunct="1">
              <a:buClr>
                <a:schemeClr val="bg2"/>
              </a:buClr>
              <a:buFontTx/>
              <a:buChar char="•"/>
            </a:pPr>
            <a:r>
              <a:rPr lang="en-US" altLang="en-US" sz="2400"/>
              <a:t> AS replaces old terminology of Table of Allowance (TA)</a:t>
            </a:r>
          </a:p>
          <a:p>
            <a:pPr eaLnBrk="1" hangingPunct="1">
              <a:buClr>
                <a:schemeClr val="bg2"/>
              </a:buClr>
              <a:buFontTx/>
              <a:buChar char="•"/>
            </a:pPr>
            <a:endParaRPr lang="en-US" altLang="en-US" sz="2400"/>
          </a:p>
          <a:p>
            <a:pPr eaLnBrk="1" hangingPunct="1">
              <a:buClr>
                <a:schemeClr val="bg2"/>
              </a:buClr>
              <a:buFontTx/>
              <a:buChar char="•"/>
            </a:pPr>
            <a:r>
              <a:rPr lang="en-US" altLang="en-US" sz="2400"/>
              <a:t> AS prescribes the AF equipment items and quantities to perform missions, functions, and duties</a:t>
            </a:r>
          </a:p>
          <a:p>
            <a:pPr eaLnBrk="1" hangingPunct="1">
              <a:buClr>
                <a:schemeClr val="bg2"/>
              </a:buClr>
              <a:buFontTx/>
              <a:buNone/>
            </a:pPr>
            <a:endParaRPr lang="en-US" altLang="en-US" sz="2400"/>
          </a:p>
          <a:p>
            <a:pPr eaLnBrk="1" hangingPunct="1">
              <a:buClr>
                <a:schemeClr val="bg2"/>
              </a:buClr>
              <a:buFontTx/>
              <a:buChar char="•"/>
            </a:pPr>
            <a:r>
              <a:rPr lang="en-US" altLang="en-US" sz="2400"/>
              <a:t> AS are available online in the AFEMS</a:t>
            </a:r>
          </a:p>
          <a:p>
            <a:pPr eaLnBrk="1" hangingPunct="1">
              <a:buClr>
                <a:schemeClr val="bg2"/>
              </a:buClr>
              <a:buFontTx/>
              <a:buChar char="•"/>
            </a:pPr>
            <a:endParaRPr lang="en-US" altLang="en-US" sz="2400"/>
          </a:p>
          <a:p>
            <a:pPr eaLnBrk="1" hangingPunct="1">
              <a:buClr>
                <a:schemeClr val="bg2"/>
              </a:buClr>
              <a:buFontTx/>
              <a:buNone/>
            </a:pPr>
            <a:endParaRPr lang="en-US" altLang="en-US" sz="2400" i="1"/>
          </a:p>
        </p:txBody>
      </p:sp>
      <p:sp>
        <p:nvSpPr>
          <p:cNvPr id="106501" name="TextBox 6">
            <a:extLst>
              <a:ext uri="{FF2B5EF4-FFF2-40B4-BE49-F238E27FC236}">
                <a16:creationId xmlns:a16="http://schemas.microsoft.com/office/drawing/2014/main" id="{3EF0EDAD-3F3C-2FCB-6F5A-9B130D8C7FFD}"/>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8545" name="Rectangle 2">
            <a:extLst>
              <a:ext uri="{FF2B5EF4-FFF2-40B4-BE49-F238E27FC236}">
                <a16:creationId xmlns:a16="http://schemas.microsoft.com/office/drawing/2014/main" id="{383ACD80-B28F-20ED-8689-2E5CD0756609}"/>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08546" name="Text Box 3">
            <a:extLst>
              <a:ext uri="{FF2B5EF4-FFF2-40B4-BE49-F238E27FC236}">
                <a16:creationId xmlns:a16="http://schemas.microsoft.com/office/drawing/2014/main" id="{BD123508-6240-AFDD-FE74-9D87EF41F7C3}"/>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CEC52C7-D5DA-4CA6-803E-98E409768752}" type="slidenum">
              <a:rPr lang="en-US" altLang="en-US" sz="1200" b="1">
                <a:solidFill>
                  <a:srgbClr val="1C1C1C"/>
                </a:solidFill>
              </a:rPr>
              <a:pPr eaLnBrk="1" hangingPunct="1">
                <a:spcBef>
                  <a:spcPct val="0"/>
                </a:spcBef>
                <a:buClrTx/>
                <a:buFontTx/>
                <a:buNone/>
              </a:pPr>
              <a:t>67</a:t>
            </a:fld>
            <a:endParaRPr lang="en-US" altLang="en-US" sz="1200" b="1">
              <a:solidFill>
                <a:srgbClr val="1C1C1C"/>
              </a:solidFill>
            </a:endParaRPr>
          </a:p>
        </p:txBody>
      </p:sp>
      <p:sp>
        <p:nvSpPr>
          <p:cNvPr id="108547" name="Rectangle 5">
            <a:extLst>
              <a:ext uri="{FF2B5EF4-FFF2-40B4-BE49-F238E27FC236}">
                <a16:creationId xmlns:a16="http://schemas.microsoft.com/office/drawing/2014/main" id="{A7A8DB0D-BD4F-3336-CA61-40AEBCE4E2E6}"/>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ERRC Designator</a:t>
            </a:r>
            <a:endParaRPr lang="en-US" altLang="en-US" sz="2200" b="1">
              <a:solidFill>
                <a:schemeClr val="bg2"/>
              </a:solidFill>
            </a:endParaRPr>
          </a:p>
        </p:txBody>
      </p:sp>
      <p:sp>
        <p:nvSpPr>
          <p:cNvPr id="108548" name="Rectangle 6">
            <a:extLst>
              <a:ext uri="{FF2B5EF4-FFF2-40B4-BE49-F238E27FC236}">
                <a16:creationId xmlns:a16="http://schemas.microsoft.com/office/drawing/2014/main" id="{3790C6E6-FFD3-4767-A3B7-46758EF97451}"/>
              </a:ext>
            </a:extLst>
          </p:cNvPr>
          <p:cNvSpPr>
            <a:spLocks noChangeArrowheads="1"/>
          </p:cNvSpPr>
          <p:nvPr/>
        </p:nvSpPr>
        <p:spPr bwMode="auto">
          <a:xfrm>
            <a:off x="647700" y="1223963"/>
            <a:ext cx="82677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None/>
            </a:pPr>
            <a:r>
              <a:rPr lang="en-US" altLang="en-US" sz="2400" b="1"/>
              <a:t>X</a:t>
            </a:r>
            <a:r>
              <a:rPr lang="en-US" altLang="en-US" sz="2400" b="1">
                <a:solidFill>
                  <a:srgbClr val="FF3300"/>
                </a:solidFill>
              </a:rPr>
              <a:t>D</a:t>
            </a:r>
            <a:r>
              <a:rPr lang="en-US" altLang="en-US" sz="2400" b="1"/>
              <a:t>1</a:t>
            </a:r>
          </a:p>
          <a:p>
            <a:pPr eaLnBrk="1" hangingPunct="1">
              <a:buClr>
                <a:schemeClr val="bg2"/>
              </a:buClr>
              <a:buFontTx/>
              <a:buNone/>
            </a:pPr>
            <a:endParaRPr lang="en-US" altLang="en-US" sz="1800"/>
          </a:p>
          <a:p>
            <a:pPr eaLnBrk="1" hangingPunct="1">
              <a:buClr>
                <a:schemeClr val="bg2"/>
              </a:buClr>
              <a:buFontTx/>
              <a:buNone/>
            </a:pPr>
            <a:r>
              <a:rPr lang="en-US" altLang="en-US" sz="1800" u="sng"/>
              <a:t>2</a:t>
            </a:r>
            <a:r>
              <a:rPr lang="en-US" altLang="en-US" sz="1800" u="sng" baseline="30000"/>
              <a:t>nd</a:t>
            </a:r>
            <a:r>
              <a:rPr lang="en-US" altLang="en-US" sz="1800" u="sng"/>
              <a:t> position – Reparability and Recoverability (RR) Designator</a:t>
            </a:r>
          </a:p>
          <a:p>
            <a:pPr eaLnBrk="1" hangingPunct="1">
              <a:buClr>
                <a:schemeClr val="bg2"/>
              </a:buClr>
              <a:buFontTx/>
              <a:buNone/>
            </a:pPr>
            <a:endParaRPr lang="en-US" altLang="en-US" sz="1800" u="sng"/>
          </a:p>
          <a:p>
            <a:pPr eaLnBrk="1" hangingPunct="1">
              <a:buClr>
                <a:schemeClr val="bg2"/>
              </a:buClr>
              <a:buFontTx/>
              <a:buChar char="•"/>
            </a:pPr>
            <a:r>
              <a:rPr lang="en-US" altLang="en-US" sz="1800"/>
              <a:t> Identifies items that are recoverable through repair or are not normally subject 	to repair	</a:t>
            </a:r>
          </a:p>
          <a:p>
            <a:pPr eaLnBrk="1" hangingPunct="1">
              <a:buClr>
                <a:schemeClr val="bg2"/>
              </a:buClr>
              <a:buFontTx/>
              <a:buNone/>
            </a:pPr>
            <a:endParaRPr lang="en-US" altLang="en-US" sz="1800"/>
          </a:p>
          <a:p>
            <a:pPr eaLnBrk="1" hangingPunct="1">
              <a:buClr>
                <a:schemeClr val="bg2"/>
              </a:buClr>
              <a:buFontTx/>
              <a:buChar char="•"/>
            </a:pPr>
            <a:r>
              <a:rPr lang="en-US" altLang="en-US" sz="1800"/>
              <a:t> Also designates level of repair or condemnation of an IOS:</a:t>
            </a:r>
          </a:p>
          <a:p>
            <a:pPr lvl="1" eaLnBrk="1" hangingPunct="1">
              <a:buClr>
                <a:schemeClr val="bg2"/>
              </a:buClr>
              <a:buFontTx/>
              <a:buChar char="•"/>
            </a:pPr>
            <a:r>
              <a:rPr lang="en-US" altLang="en-US" sz="1800" b="1"/>
              <a:t>B</a:t>
            </a:r>
            <a:r>
              <a:rPr lang="en-US" altLang="en-US" sz="1800"/>
              <a:t> – not subject to repair or consumed in use</a:t>
            </a:r>
          </a:p>
          <a:p>
            <a:pPr lvl="1" eaLnBrk="1" hangingPunct="1">
              <a:buClr>
                <a:schemeClr val="bg2"/>
              </a:buClr>
              <a:buFontTx/>
              <a:buChar char="•"/>
            </a:pPr>
            <a:r>
              <a:rPr lang="en-US" altLang="en-US" sz="1800" b="1"/>
              <a:t>D</a:t>
            </a:r>
            <a:r>
              <a:rPr lang="en-US" altLang="en-US" sz="1800"/>
              <a:t> – subject to repair and should be returned to depot or specialized repair activity</a:t>
            </a:r>
          </a:p>
          <a:p>
            <a:pPr lvl="1" eaLnBrk="1" hangingPunct="1">
              <a:buClr>
                <a:schemeClr val="bg2"/>
              </a:buClr>
              <a:buFontTx/>
              <a:buChar char="•"/>
            </a:pPr>
            <a:r>
              <a:rPr lang="en-US" altLang="en-US" sz="1800" b="1"/>
              <a:t>F</a:t>
            </a:r>
            <a:r>
              <a:rPr lang="en-US" altLang="en-US" sz="1800"/>
              <a:t> – authorized to be repaired at organizational and intermediate levels</a:t>
            </a:r>
          </a:p>
          <a:p>
            <a:pPr lvl="1" eaLnBrk="1" hangingPunct="1">
              <a:buClr>
                <a:schemeClr val="bg2"/>
              </a:buClr>
              <a:buFontTx/>
              <a:buChar char="•"/>
            </a:pPr>
            <a:endParaRPr lang="en-US" altLang="en-US" sz="1800"/>
          </a:p>
          <a:p>
            <a:pPr eaLnBrk="1" hangingPunct="1">
              <a:buClr>
                <a:schemeClr val="bg2"/>
              </a:buClr>
              <a:buFontTx/>
              <a:buChar char="•"/>
            </a:pPr>
            <a:r>
              <a:rPr lang="en-US" altLang="en-US" sz="1800"/>
              <a:t> Not intended to dictate maintenance policy but to avoid over management of 	low price items (SMR codes dictate maintenance policy)</a:t>
            </a:r>
          </a:p>
        </p:txBody>
      </p:sp>
      <p:sp>
        <p:nvSpPr>
          <p:cNvPr id="108549" name="TextBox 6">
            <a:extLst>
              <a:ext uri="{FF2B5EF4-FFF2-40B4-BE49-F238E27FC236}">
                <a16:creationId xmlns:a16="http://schemas.microsoft.com/office/drawing/2014/main" id="{875A4332-7608-EE31-F780-23FCD8BD6FA5}"/>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69" name="Rectangle 2">
            <a:extLst>
              <a:ext uri="{FF2B5EF4-FFF2-40B4-BE49-F238E27FC236}">
                <a16:creationId xmlns:a16="http://schemas.microsoft.com/office/drawing/2014/main" id="{194BEE49-AEE6-3BE1-F92A-8574B679062C}"/>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09570" name="Text Box 3">
            <a:extLst>
              <a:ext uri="{FF2B5EF4-FFF2-40B4-BE49-F238E27FC236}">
                <a16:creationId xmlns:a16="http://schemas.microsoft.com/office/drawing/2014/main" id="{064E90D4-7F22-5C13-7C63-650E2479F7E6}"/>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A184EF1-62E7-4F11-BDED-733BEB291279}" type="slidenum">
              <a:rPr lang="en-US" altLang="en-US" sz="1200" b="1">
                <a:solidFill>
                  <a:srgbClr val="1C1C1C"/>
                </a:solidFill>
              </a:rPr>
              <a:pPr eaLnBrk="1" hangingPunct="1">
                <a:spcBef>
                  <a:spcPct val="0"/>
                </a:spcBef>
                <a:buClrTx/>
                <a:buFontTx/>
                <a:buNone/>
              </a:pPr>
              <a:t>68</a:t>
            </a:fld>
            <a:endParaRPr lang="en-US" altLang="en-US" sz="1200" b="1">
              <a:solidFill>
                <a:srgbClr val="1C1C1C"/>
              </a:solidFill>
            </a:endParaRPr>
          </a:p>
        </p:txBody>
      </p:sp>
      <p:sp>
        <p:nvSpPr>
          <p:cNvPr id="109571" name="Rectangle 5">
            <a:extLst>
              <a:ext uri="{FF2B5EF4-FFF2-40B4-BE49-F238E27FC236}">
                <a16:creationId xmlns:a16="http://schemas.microsoft.com/office/drawing/2014/main" id="{316BA418-D3E0-EDCB-5A5F-3BA397E1DAAE}"/>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ERRC Designator</a:t>
            </a:r>
            <a:endParaRPr lang="en-US" altLang="en-US" sz="2200" b="1">
              <a:solidFill>
                <a:schemeClr val="bg2"/>
              </a:solidFill>
            </a:endParaRPr>
          </a:p>
        </p:txBody>
      </p:sp>
      <p:sp>
        <p:nvSpPr>
          <p:cNvPr id="109572" name="Rectangle 6">
            <a:extLst>
              <a:ext uri="{FF2B5EF4-FFF2-40B4-BE49-F238E27FC236}">
                <a16:creationId xmlns:a16="http://schemas.microsoft.com/office/drawing/2014/main" id="{207E7A62-2A1A-C39B-11BE-DE3B7778A005}"/>
              </a:ext>
            </a:extLst>
          </p:cNvPr>
          <p:cNvSpPr>
            <a:spLocks noChangeArrowheads="1"/>
          </p:cNvSpPr>
          <p:nvPr/>
        </p:nvSpPr>
        <p:spPr bwMode="auto">
          <a:xfrm>
            <a:off x="647700" y="1223963"/>
            <a:ext cx="82677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None/>
            </a:pPr>
            <a:r>
              <a:rPr lang="en-US" altLang="en-US" sz="2400" b="1"/>
              <a:t>XD</a:t>
            </a:r>
            <a:r>
              <a:rPr lang="en-US" altLang="en-US" sz="2400" b="1">
                <a:solidFill>
                  <a:srgbClr val="FF3300"/>
                </a:solidFill>
              </a:rPr>
              <a:t>1</a:t>
            </a:r>
          </a:p>
          <a:p>
            <a:pPr eaLnBrk="1" hangingPunct="1">
              <a:buClr>
                <a:schemeClr val="bg2"/>
              </a:buClr>
              <a:buFontTx/>
              <a:buNone/>
            </a:pPr>
            <a:endParaRPr lang="en-US" altLang="en-US" sz="1800"/>
          </a:p>
          <a:p>
            <a:pPr eaLnBrk="1" hangingPunct="1">
              <a:buClr>
                <a:schemeClr val="bg2"/>
              </a:buClr>
              <a:buFontTx/>
              <a:buNone/>
            </a:pPr>
            <a:r>
              <a:rPr lang="en-US" altLang="en-US" sz="2000" u="sng"/>
              <a:t>3</a:t>
            </a:r>
            <a:r>
              <a:rPr lang="en-US" altLang="en-US" sz="2000" u="sng" baseline="30000"/>
              <a:t>rd</a:t>
            </a:r>
            <a:r>
              <a:rPr lang="en-US" altLang="en-US" sz="2000" u="sng"/>
              <a:t> position – Category (C) Designator</a:t>
            </a:r>
          </a:p>
          <a:p>
            <a:pPr eaLnBrk="1" hangingPunct="1">
              <a:buClr>
                <a:schemeClr val="bg2"/>
              </a:buClr>
              <a:buFontTx/>
              <a:buNone/>
            </a:pPr>
            <a:endParaRPr lang="en-US" altLang="en-US" sz="2000" u="sng"/>
          </a:p>
          <a:p>
            <a:pPr eaLnBrk="1" hangingPunct="1">
              <a:buClr>
                <a:schemeClr val="bg2"/>
              </a:buClr>
              <a:buFontTx/>
              <a:buChar char="•"/>
            </a:pPr>
            <a:r>
              <a:rPr lang="en-US" altLang="en-US" sz="2000"/>
              <a:t> Identifies items to be given intensified or specialized attention	</a:t>
            </a:r>
          </a:p>
          <a:p>
            <a:pPr eaLnBrk="1" hangingPunct="1">
              <a:buClr>
                <a:schemeClr val="bg2"/>
              </a:buClr>
              <a:buFontTx/>
              <a:buNone/>
            </a:pPr>
            <a:endParaRPr lang="en-US" altLang="en-US" sz="2000"/>
          </a:p>
          <a:p>
            <a:pPr eaLnBrk="1" hangingPunct="1">
              <a:buClr>
                <a:schemeClr val="bg2"/>
              </a:buClr>
              <a:buFontTx/>
              <a:buChar char="•"/>
            </a:pPr>
            <a:r>
              <a:rPr lang="en-US" altLang="en-US" sz="2000"/>
              <a:t> Items designated “1” are important to track</a:t>
            </a:r>
          </a:p>
          <a:p>
            <a:pPr lvl="1" eaLnBrk="1" hangingPunct="1">
              <a:buClr>
                <a:schemeClr val="bg2"/>
              </a:buClr>
              <a:buFontTx/>
              <a:buChar char="•"/>
            </a:pPr>
            <a:r>
              <a:rPr lang="en-US" altLang="en-US" sz="2000"/>
              <a:t>SCARS is technique for intensive management </a:t>
            </a:r>
          </a:p>
          <a:p>
            <a:pPr lvl="1" eaLnBrk="1" hangingPunct="1">
              <a:buClr>
                <a:schemeClr val="bg2"/>
              </a:buClr>
              <a:buFontTx/>
              <a:buChar char="•"/>
            </a:pPr>
            <a:endParaRPr lang="en-US" altLang="en-US" sz="2000"/>
          </a:p>
          <a:p>
            <a:pPr eaLnBrk="1" hangingPunct="1">
              <a:buClr>
                <a:schemeClr val="bg2"/>
              </a:buClr>
              <a:buFontTx/>
              <a:buChar char="•"/>
            </a:pPr>
            <a:r>
              <a:rPr lang="en-US" altLang="en-US" sz="2000"/>
              <a:t> Items designated “2” do not fall under intensified or specialized management</a:t>
            </a:r>
          </a:p>
          <a:p>
            <a:pPr eaLnBrk="1" hangingPunct="1">
              <a:buClr>
                <a:schemeClr val="bg2"/>
              </a:buClr>
              <a:buFontTx/>
              <a:buNone/>
            </a:pPr>
            <a:endParaRPr lang="en-US" altLang="en-US" sz="2000"/>
          </a:p>
          <a:p>
            <a:pPr eaLnBrk="1" hangingPunct="1">
              <a:buClr>
                <a:schemeClr val="bg2"/>
              </a:buClr>
              <a:buFontTx/>
              <a:buChar char="•"/>
            </a:pPr>
            <a:r>
              <a:rPr lang="en-US" altLang="en-US" sz="2000"/>
              <a:t> Items designated “3” are EOQ items (normally thrown away)</a:t>
            </a:r>
          </a:p>
        </p:txBody>
      </p:sp>
      <p:sp>
        <p:nvSpPr>
          <p:cNvPr id="109573" name="TextBox 6">
            <a:extLst>
              <a:ext uri="{FF2B5EF4-FFF2-40B4-BE49-F238E27FC236}">
                <a16:creationId xmlns:a16="http://schemas.microsoft.com/office/drawing/2014/main" id="{3AECB246-8A24-4476-F77F-C1D4566C3106}"/>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0593" name="Rectangle 2">
            <a:extLst>
              <a:ext uri="{FF2B5EF4-FFF2-40B4-BE49-F238E27FC236}">
                <a16:creationId xmlns:a16="http://schemas.microsoft.com/office/drawing/2014/main" id="{EBC777E8-05D7-3134-7095-785051A660A5}"/>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10594" name="Text Box 3">
            <a:extLst>
              <a:ext uri="{FF2B5EF4-FFF2-40B4-BE49-F238E27FC236}">
                <a16:creationId xmlns:a16="http://schemas.microsoft.com/office/drawing/2014/main" id="{C51B059A-5C97-C908-BB4F-0ED84C545BC6}"/>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B91363EA-63DC-4E26-9FA9-A35EB823DE07}" type="slidenum">
              <a:rPr lang="en-US" altLang="en-US" sz="1200" b="1">
                <a:solidFill>
                  <a:srgbClr val="1C1C1C"/>
                </a:solidFill>
              </a:rPr>
              <a:pPr eaLnBrk="1" hangingPunct="1">
                <a:spcBef>
                  <a:spcPct val="0"/>
                </a:spcBef>
                <a:buClrTx/>
                <a:buFontTx/>
                <a:buNone/>
              </a:pPr>
              <a:t>69</a:t>
            </a:fld>
            <a:endParaRPr lang="en-US" altLang="en-US" sz="1200" b="1">
              <a:solidFill>
                <a:srgbClr val="1C1C1C"/>
              </a:solidFill>
            </a:endParaRPr>
          </a:p>
        </p:txBody>
      </p:sp>
      <p:sp>
        <p:nvSpPr>
          <p:cNvPr id="110595" name="Rectangle 5">
            <a:extLst>
              <a:ext uri="{FF2B5EF4-FFF2-40B4-BE49-F238E27FC236}">
                <a16:creationId xmlns:a16="http://schemas.microsoft.com/office/drawing/2014/main" id="{79EB8BB7-709A-D3CC-BBCF-D49B2183BF90}"/>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ERRC Code Table</a:t>
            </a:r>
            <a:endParaRPr lang="en-US" altLang="en-US" sz="2200" b="1">
              <a:solidFill>
                <a:schemeClr val="bg2"/>
              </a:solidFill>
            </a:endParaRPr>
          </a:p>
        </p:txBody>
      </p:sp>
      <p:pic>
        <p:nvPicPr>
          <p:cNvPr id="110596" name="Picture 7" descr="ERRCtable">
            <a:extLst>
              <a:ext uri="{FF2B5EF4-FFF2-40B4-BE49-F238E27FC236}">
                <a16:creationId xmlns:a16="http://schemas.microsoft.com/office/drawing/2014/main" id="{5F9635A8-C135-B22D-218F-33F646D882B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9875" y="1981200"/>
            <a:ext cx="8629650" cy="3857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0597" name="TextBox 6">
            <a:extLst>
              <a:ext uri="{FF2B5EF4-FFF2-40B4-BE49-F238E27FC236}">
                <a16:creationId xmlns:a16="http://schemas.microsoft.com/office/drawing/2014/main" id="{7B01791D-F93B-DD39-156E-D1783CF20789}"/>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1617" name="Rectangle 2">
            <a:extLst>
              <a:ext uri="{FF2B5EF4-FFF2-40B4-BE49-F238E27FC236}">
                <a16:creationId xmlns:a16="http://schemas.microsoft.com/office/drawing/2014/main" id="{3CBD0DFE-1A57-7689-4A0C-D9D9A8748C29}"/>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11618" name="Text Box 3">
            <a:extLst>
              <a:ext uri="{FF2B5EF4-FFF2-40B4-BE49-F238E27FC236}">
                <a16:creationId xmlns:a16="http://schemas.microsoft.com/office/drawing/2014/main" id="{B6E69CF8-FFF7-D10C-AD27-E107074DFB85}"/>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2714D33-5D2D-44B7-952E-6B35522F5EDF}" type="slidenum">
              <a:rPr lang="en-US" altLang="en-US" sz="1200" b="1">
                <a:solidFill>
                  <a:srgbClr val="1C1C1C"/>
                </a:solidFill>
              </a:rPr>
              <a:pPr eaLnBrk="1" hangingPunct="1">
                <a:spcBef>
                  <a:spcPct val="0"/>
                </a:spcBef>
                <a:buClrTx/>
                <a:buFontTx/>
                <a:buNone/>
              </a:pPr>
              <a:t>70</a:t>
            </a:fld>
            <a:endParaRPr lang="en-US" altLang="en-US" sz="1200" b="1">
              <a:solidFill>
                <a:srgbClr val="1C1C1C"/>
              </a:solidFill>
            </a:endParaRPr>
          </a:p>
        </p:txBody>
      </p:sp>
      <p:sp>
        <p:nvSpPr>
          <p:cNvPr id="111619" name="Rectangle 5">
            <a:extLst>
              <a:ext uri="{FF2B5EF4-FFF2-40B4-BE49-F238E27FC236}">
                <a16:creationId xmlns:a16="http://schemas.microsoft.com/office/drawing/2014/main" id="{6A43E171-00C9-B268-12E8-D236E3CA4E95}"/>
              </a:ext>
            </a:extLst>
          </p:cNvPr>
          <p:cNvSpPr>
            <a:spLocks noChangeArrowheads="1"/>
          </p:cNvSpPr>
          <p:nvPr/>
        </p:nvSpPr>
        <p:spPr bwMode="auto">
          <a:xfrm>
            <a:off x="400050" y="12065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Repair Costs and ERRC Codes</a:t>
            </a:r>
            <a:endParaRPr lang="en-US" altLang="en-US" sz="2200" b="1">
              <a:solidFill>
                <a:schemeClr val="bg2"/>
              </a:solidFill>
            </a:endParaRPr>
          </a:p>
        </p:txBody>
      </p:sp>
      <p:sp>
        <p:nvSpPr>
          <p:cNvPr id="111620" name="Rectangle 6">
            <a:extLst>
              <a:ext uri="{FF2B5EF4-FFF2-40B4-BE49-F238E27FC236}">
                <a16:creationId xmlns:a16="http://schemas.microsoft.com/office/drawing/2014/main" id="{3ABFFFAD-5D9C-0DCC-8216-BE4ECB0309FB}"/>
              </a:ext>
            </a:extLst>
          </p:cNvPr>
          <p:cNvSpPr>
            <a:spLocks noChangeArrowheads="1"/>
          </p:cNvSpPr>
          <p:nvPr/>
        </p:nvSpPr>
        <p:spPr bwMode="auto">
          <a:xfrm>
            <a:off x="647700" y="1787525"/>
            <a:ext cx="81153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If repair costs exceed 75% FUP, the ES or Engineer reviews item for possible ERRC code change</a:t>
            </a:r>
          </a:p>
          <a:p>
            <a:pPr eaLnBrk="1" hangingPunct="1">
              <a:buClr>
                <a:schemeClr val="bg2"/>
              </a:buClr>
              <a:buFontTx/>
              <a:buNone/>
            </a:pPr>
            <a:endParaRPr lang="en-US" altLang="en-US" sz="1800"/>
          </a:p>
        </p:txBody>
      </p:sp>
      <p:pic>
        <p:nvPicPr>
          <p:cNvPr id="111621" name="Picture 8" descr="MPj03998360000[1]">
            <a:extLst>
              <a:ext uri="{FF2B5EF4-FFF2-40B4-BE49-F238E27FC236}">
                <a16:creationId xmlns:a16="http://schemas.microsoft.com/office/drawing/2014/main" id="{6714EF4C-1AFA-7F17-659B-FB1F6226378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62600" y="3302000"/>
            <a:ext cx="3121025" cy="2838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11622" name="TextBox 7">
            <a:extLst>
              <a:ext uri="{FF2B5EF4-FFF2-40B4-BE49-F238E27FC236}">
                <a16:creationId xmlns:a16="http://schemas.microsoft.com/office/drawing/2014/main" id="{373EE237-9F32-8B19-34B9-22D0F488A9AF}"/>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41" name="Rectangle 2">
            <a:extLst>
              <a:ext uri="{FF2B5EF4-FFF2-40B4-BE49-F238E27FC236}">
                <a16:creationId xmlns:a16="http://schemas.microsoft.com/office/drawing/2014/main" id="{DA2A4EC5-A0DF-D747-7AC3-26EE5E30C655}"/>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12642" name="Text Box 3">
            <a:extLst>
              <a:ext uri="{FF2B5EF4-FFF2-40B4-BE49-F238E27FC236}">
                <a16:creationId xmlns:a16="http://schemas.microsoft.com/office/drawing/2014/main" id="{6BA87146-56DE-8617-CA85-A5FD6DBC8D9D}"/>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826C54D-527E-45DA-8E76-22C7ADB63343}" type="slidenum">
              <a:rPr lang="en-US" altLang="en-US" sz="1200" b="1">
                <a:solidFill>
                  <a:srgbClr val="1C1C1C"/>
                </a:solidFill>
              </a:rPr>
              <a:pPr eaLnBrk="1" hangingPunct="1">
                <a:spcBef>
                  <a:spcPct val="0"/>
                </a:spcBef>
                <a:buClrTx/>
                <a:buFontTx/>
                <a:buNone/>
              </a:pPr>
              <a:t>71</a:t>
            </a:fld>
            <a:endParaRPr lang="en-US" altLang="en-US" sz="1200" b="1">
              <a:solidFill>
                <a:srgbClr val="1C1C1C"/>
              </a:solidFill>
            </a:endParaRPr>
          </a:p>
        </p:txBody>
      </p:sp>
      <p:sp>
        <p:nvSpPr>
          <p:cNvPr id="112643" name="Rectangle 5">
            <a:extLst>
              <a:ext uri="{FF2B5EF4-FFF2-40B4-BE49-F238E27FC236}">
                <a16:creationId xmlns:a16="http://schemas.microsoft.com/office/drawing/2014/main" id="{BF4134BB-C7D8-61FB-2B9C-5D10824BD415}"/>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SMR Codes</a:t>
            </a:r>
            <a:endParaRPr lang="en-US" altLang="en-US" sz="2200" b="1">
              <a:solidFill>
                <a:schemeClr val="bg2"/>
              </a:solidFill>
            </a:endParaRPr>
          </a:p>
        </p:txBody>
      </p:sp>
      <p:sp>
        <p:nvSpPr>
          <p:cNvPr id="112644" name="Rectangle 6">
            <a:extLst>
              <a:ext uri="{FF2B5EF4-FFF2-40B4-BE49-F238E27FC236}">
                <a16:creationId xmlns:a16="http://schemas.microsoft.com/office/drawing/2014/main" id="{26073703-A647-C0E7-8EDB-89AE7D47079D}"/>
              </a:ext>
            </a:extLst>
          </p:cNvPr>
          <p:cNvSpPr>
            <a:spLocks noChangeArrowheads="1"/>
          </p:cNvSpPr>
          <p:nvPr/>
        </p:nvSpPr>
        <p:spPr bwMode="auto">
          <a:xfrm>
            <a:off x="647700" y="1325563"/>
            <a:ext cx="81153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Assigned to all items that make up a system or equipment</a:t>
            </a:r>
          </a:p>
          <a:p>
            <a:pPr eaLnBrk="1" hangingPunct="1">
              <a:buClr>
                <a:schemeClr val="bg2"/>
              </a:buClr>
              <a:buFontTx/>
              <a:buNone/>
            </a:pPr>
            <a:endParaRPr lang="en-US" altLang="en-US" sz="2400"/>
          </a:p>
          <a:p>
            <a:pPr eaLnBrk="1" hangingPunct="1">
              <a:buClr>
                <a:schemeClr val="bg2"/>
              </a:buClr>
              <a:buFontTx/>
              <a:buChar char="•"/>
            </a:pPr>
            <a:r>
              <a:rPr lang="en-US" altLang="en-US" sz="2400"/>
              <a:t> Mandatory entry to establish an indenture in API</a:t>
            </a:r>
          </a:p>
          <a:p>
            <a:pPr eaLnBrk="1" hangingPunct="1">
              <a:buClr>
                <a:schemeClr val="bg2"/>
              </a:buClr>
              <a:buFontTx/>
              <a:buChar char="•"/>
            </a:pPr>
            <a:endParaRPr lang="en-US" altLang="en-US" sz="2400"/>
          </a:p>
          <a:p>
            <a:pPr eaLnBrk="1" hangingPunct="1">
              <a:buClr>
                <a:schemeClr val="bg2"/>
              </a:buClr>
              <a:buFontTx/>
              <a:buChar char="•"/>
            </a:pPr>
            <a:r>
              <a:rPr lang="en-US" altLang="en-US" sz="2400"/>
              <a:t> Portray maintenance decisions made by the ES:</a:t>
            </a:r>
          </a:p>
          <a:p>
            <a:pPr lvl="1" eaLnBrk="1" hangingPunct="1">
              <a:buClr>
                <a:schemeClr val="bg2"/>
              </a:buClr>
              <a:buFontTx/>
              <a:buChar char="•"/>
            </a:pPr>
            <a:r>
              <a:rPr lang="en-US" altLang="en-US"/>
              <a:t>Repair level responsibilities</a:t>
            </a:r>
          </a:p>
          <a:p>
            <a:pPr lvl="1" eaLnBrk="1" hangingPunct="1">
              <a:buClr>
                <a:schemeClr val="bg2"/>
              </a:buClr>
              <a:buFontTx/>
              <a:buChar char="•"/>
            </a:pPr>
            <a:r>
              <a:rPr lang="en-US" altLang="en-US"/>
              <a:t>Support methods</a:t>
            </a:r>
          </a:p>
          <a:p>
            <a:pPr lvl="1" eaLnBrk="1" hangingPunct="1">
              <a:buClr>
                <a:schemeClr val="bg2"/>
              </a:buClr>
              <a:buFontTx/>
              <a:buChar char="•"/>
            </a:pPr>
            <a:r>
              <a:rPr lang="en-US" altLang="en-US"/>
              <a:t>Disposition instructions</a:t>
            </a:r>
          </a:p>
          <a:p>
            <a:pPr lvl="1" eaLnBrk="1" hangingPunct="1">
              <a:buClr>
                <a:schemeClr val="bg2"/>
              </a:buClr>
              <a:buFontTx/>
              <a:buChar char="•"/>
            </a:pPr>
            <a:r>
              <a:rPr lang="en-US" altLang="en-US"/>
              <a:t>Reside in the IPB</a:t>
            </a:r>
          </a:p>
          <a:p>
            <a:pPr eaLnBrk="1" hangingPunct="1">
              <a:buClr>
                <a:schemeClr val="bg2"/>
              </a:buClr>
              <a:buFontTx/>
              <a:buChar char="•"/>
            </a:pPr>
            <a:r>
              <a:rPr lang="en-US" altLang="en-US" sz="2400"/>
              <a:t> Is the ES’s responsibility to update as necessary</a:t>
            </a:r>
          </a:p>
        </p:txBody>
      </p:sp>
      <p:sp>
        <p:nvSpPr>
          <p:cNvPr id="112645" name="TextBox 6">
            <a:extLst>
              <a:ext uri="{FF2B5EF4-FFF2-40B4-BE49-F238E27FC236}">
                <a16:creationId xmlns:a16="http://schemas.microsoft.com/office/drawing/2014/main" id="{10993FBB-506A-E76D-B1D1-AE461FE9B4FD}"/>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5" name="Rectangle 2">
            <a:extLst>
              <a:ext uri="{FF2B5EF4-FFF2-40B4-BE49-F238E27FC236}">
                <a16:creationId xmlns:a16="http://schemas.microsoft.com/office/drawing/2014/main" id="{B9557D9D-C04E-F5B5-ED73-77033032A980}"/>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13666" name="Text Box 3">
            <a:extLst>
              <a:ext uri="{FF2B5EF4-FFF2-40B4-BE49-F238E27FC236}">
                <a16:creationId xmlns:a16="http://schemas.microsoft.com/office/drawing/2014/main" id="{A42712A1-F7BA-9080-D938-628DBAFEF0F0}"/>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5DE651F-496F-4E9F-808B-27B79831F161}" type="slidenum">
              <a:rPr lang="en-US" altLang="en-US" sz="1200" b="1">
                <a:solidFill>
                  <a:srgbClr val="1C1C1C"/>
                </a:solidFill>
              </a:rPr>
              <a:pPr eaLnBrk="1" hangingPunct="1">
                <a:spcBef>
                  <a:spcPct val="0"/>
                </a:spcBef>
                <a:buClrTx/>
                <a:buFontTx/>
                <a:buNone/>
              </a:pPr>
              <a:t>72</a:t>
            </a:fld>
            <a:endParaRPr lang="en-US" altLang="en-US" sz="1200" b="1">
              <a:solidFill>
                <a:srgbClr val="1C1C1C"/>
              </a:solidFill>
            </a:endParaRPr>
          </a:p>
        </p:txBody>
      </p:sp>
      <p:sp>
        <p:nvSpPr>
          <p:cNvPr id="113667" name="Rectangle 5">
            <a:extLst>
              <a:ext uri="{FF2B5EF4-FFF2-40B4-BE49-F238E27FC236}">
                <a16:creationId xmlns:a16="http://schemas.microsoft.com/office/drawing/2014/main" id="{2205190C-E398-016B-86CB-9A9BD6193D55}"/>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SMR Code Example</a:t>
            </a:r>
            <a:endParaRPr lang="en-US" altLang="en-US" sz="2200" b="1">
              <a:solidFill>
                <a:schemeClr val="bg2"/>
              </a:solidFill>
            </a:endParaRPr>
          </a:p>
        </p:txBody>
      </p:sp>
      <p:sp>
        <p:nvSpPr>
          <p:cNvPr id="113668" name="Rectangle 6">
            <a:extLst>
              <a:ext uri="{FF2B5EF4-FFF2-40B4-BE49-F238E27FC236}">
                <a16:creationId xmlns:a16="http://schemas.microsoft.com/office/drawing/2014/main" id="{8D43F865-AB40-2434-2011-BF3F509E5368}"/>
              </a:ext>
            </a:extLst>
          </p:cNvPr>
          <p:cNvSpPr>
            <a:spLocks noChangeArrowheads="1"/>
          </p:cNvSpPr>
          <p:nvPr/>
        </p:nvSpPr>
        <p:spPr bwMode="auto">
          <a:xfrm>
            <a:off x="647700" y="1460500"/>
            <a:ext cx="81153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None/>
            </a:pPr>
            <a:endParaRPr lang="en-US" altLang="en-US" sz="1800" b="1"/>
          </a:p>
          <a:p>
            <a:pPr eaLnBrk="1" hangingPunct="1">
              <a:buClr>
                <a:schemeClr val="bg2"/>
              </a:buClr>
              <a:buFontTx/>
              <a:buNone/>
            </a:pPr>
            <a:endParaRPr lang="en-US" altLang="en-US" sz="1800" b="1"/>
          </a:p>
          <a:p>
            <a:pPr eaLnBrk="1" hangingPunct="1">
              <a:buClr>
                <a:schemeClr val="bg2"/>
              </a:buClr>
              <a:buFontTx/>
              <a:buNone/>
            </a:pPr>
            <a:r>
              <a:rPr lang="en-US" altLang="en-US" b="1"/>
              <a:t>PAOLD</a:t>
            </a:r>
            <a:endParaRPr lang="en-US" altLang="en-US"/>
          </a:p>
          <a:p>
            <a:pPr eaLnBrk="1" hangingPunct="1">
              <a:buClr>
                <a:schemeClr val="bg2"/>
              </a:buClr>
              <a:buFontTx/>
              <a:buNone/>
            </a:pPr>
            <a:endParaRPr lang="en-US" altLang="en-US"/>
          </a:p>
          <a:p>
            <a:pPr eaLnBrk="1" hangingPunct="1">
              <a:buClr>
                <a:schemeClr val="bg2"/>
              </a:buClr>
              <a:buFontTx/>
              <a:buNone/>
            </a:pPr>
            <a:r>
              <a:rPr lang="en-US" altLang="en-US" sz="2400"/>
              <a:t>P=Procurable</a:t>
            </a:r>
          </a:p>
          <a:p>
            <a:pPr eaLnBrk="1" hangingPunct="1">
              <a:buClr>
                <a:schemeClr val="bg2"/>
              </a:buClr>
              <a:buFontTx/>
              <a:buNone/>
            </a:pPr>
            <a:r>
              <a:rPr lang="en-US" altLang="en-US" sz="2400"/>
              <a:t>A=Stocked</a:t>
            </a:r>
          </a:p>
          <a:p>
            <a:pPr eaLnBrk="1" hangingPunct="1">
              <a:buClr>
                <a:schemeClr val="bg2"/>
              </a:buClr>
              <a:buFontTx/>
              <a:buNone/>
            </a:pPr>
            <a:r>
              <a:rPr lang="en-US" altLang="en-US" sz="2400"/>
              <a:t>O=Remove and Replace at the Organizational Level</a:t>
            </a:r>
          </a:p>
          <a:p>
            <a:pPr eaLnBrk="1" hangingPunct="1">
              <a:buClr>
                <a:schemeClr val="bg2"/>
              </a:buClr>
              <a:buFontTx/>
              <a:buNone/>
            </a:pPr>
            <a:r>
              <a:rPr lang="en-US" altLang="en-US" sz="2400"/>
              <a:t>L=Depot Level Repair (organic and/or contract)</a:t>
            </a:r>
          </a:p>
          <a:p>
            <a:pPr eaLnBrk="1" hangingPunct="1">
              <a:buClr>
                <a:schemeClr val="bg2"/>
              </a:buClr>
              <a:buFontTx/>
              <a:buNone/>
            </a:pPr>
            <a:r>
              <a:rPr lang="en-US" altLang="en-US" sz="2400"/>
              <a:t>D=Reparable Condemned by Depot Only</a:t>
            </a:r>
          </a:p>
        </p:txBody>
      </p:sp>
      <p:sp>
        <p:nvSpPr>
          <p:cNvPr id="113669" name="TextBox 6">
            <a:extLst>
              <a:ext uri="{FF2B5EF4-FFF2-40B4-BE49-F238E27FC236}">
                <a16:creationId xmlns:a16="http://schemas.microsoft.com/office/drawing/2014/main" id="{9AB901E4-1DC5-0B1B-3247-FABFA50B3FF1}"/>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4689" name="Rectangle 2">
            <a:extLst>
              <a:ext uri="{FF2B5EF4-FFF2-40B4-BE49-F238E27FC236}">
                <a16:creationId xmlns:a16="http://schemas.microsoft.com/office/drawing/2014/main" id="{6B215072-97E2-053D-BA52-43CCFE380556}"/>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14690" name="Text Box 3">
            <a:extLst>
              <a:ext uri="{FF2B5EF4-FFF2-40B4-BE49-F238E27FC236}">
                <a16:creationId xmlns:a16="http://schemas.microsoft.com/office/drawing/2014/main" id="{CC0B1015-9F7F-024D-0887-6C832A567B6D}"/>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16D56AA-5A60-48CE-947C-778F6965742E}" type="slidenum">
              <a:rPr lang="en-US" altLang="en-US" sz="1200" b="1">
                <a:solidFill>
                  <a:srgbClr val="1C1C1C"/>
                </a:solidFill>
              </a:rPr>
              <a:pPr eaLnBrk="1" hangingPunct="1">
                <a:spcBef>
                  <a:spcPct val="0"/>
                </a:spcBef>
                <a:buClrTx/>
                <a:buFontTx/>
                <a:buNone/>
              </a:pPr>
              <a:t>73</a:t>
            </a:fld>
            <a:endParaRPr lang="en-US" altLang="en-US" sz="1200" b="1">
              <a:solidFill>
                <a:srgbClr val="1C1C1C"/>
              </a:solidFill>
            </a:endParaRPr>
          </a:p>
        </p:txBody>
      </p:sp>
      <p:sp>
        <p:nvSpPr>
          <p:cNvPr id="114691" name="Rectangle 5">
            <a:extLst>
              <a:ext uri="{FF2B5EF4-FFF2-40B4-BE49-F238E27FC236}">
                <a16:creationId xmlns:a16="http://schemas.microsoft.com/office/drawing/2014/main" id="{DDE993B7-3B20-4E9D-3BBE-80C49CEDC484}"/>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Proper SMR coding</a:t>
            </a:r>
            <a:endParaRPr lang="en-US" altLang="en-US" sz="2200" b="1">
              <a:solidFill>
                <a:schemeClr val="bg2"/>
              </a:solidFill>
            </a:endParaRPr>
          </a:p>
        </p:txBody>
      </p:sp>
      <p:sp>
        <p:nvSpPr>
          <p:cNvPr id="114692" name="Rectangle 6">
            <a:extLst>
              <a:ext uri="{FF2B5EF4-FFF2-40B4-BE49-F238E27FC236}">
                <a16:creationId xmlns:a16="http://schemas.microsoft.com/office/drawing/2014/main" id="{E3B3952F-EA3B-9346-85DA-D7A5E29D153F}"/>
              </a:ext>
            </a:extLst>
          </p:cNvPr>
          <p:cNvSpPr>
            <a:spLocks noChangeArrowheads="1"/>
          </p:cNvSpPr>
          <p:nvPr/>
        </p:nvSpPr>
        <p:spPr bwMode="auto">
          <a:xfrm>
            <a:off x="647700" y="1460500"/>
            <a:ext cx="81153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dirty="0"/>
              <a:t> </a:t>
            </a:r>
          </a:p>
          <a:p>
            <a:pPr eaLnBrk="1" hangingPunct="1">
              <a:buClr>
                <a:schemeClr val="bg2"/>
              </a:buClr>
              <a:buFontTx/>
              <a:buChar char="•"/>
            </a:pPr>
            <a:r>
              <a:rPr lang="en-US" altLang="en-US" sz="1800" dirty="0"/>
              <a:t> </a:t>
            </a:r>
            <a:r>
              <a:rPr lang="en-US" altLang="en-US" sz="2400" dirty="0"/>
              <a:t>Reduces part number requisitions</a:t>
            </a:r>
          </a:p>
          <a:p>
            <a:pPr eaLnBrk="1" hangingPunct="1">
              <a:buClr>
                <a:schemeClr val="bg2"/>
              </a:buClr>
              <a:buFontTx/>
              <a:buNone/>
            </a:pPr>
            <a:endParaRPr lang="en-US" altLang="en-US" sz="2400" dirty="0"/>
          </a:p>
          <a:p>
            <a:pPr eaLnBrk="1" hangingPunct="1">
              <a:buClr>
                <a:schemeClr val="bg2"/>
              </a:buClr>
              <a:buFontTx/>
              <a:buChar char="•"/>
            </a:pPr>
            <a:r>
              <a:rPr lang="en-US" altLang="en-US" sz="2400" dirty="0"/>
              <a:t> Enhances logistics support</a:t>
            </a:r>
          </a:p>
          <a:p>
            <a:pPr eaLnBrk="1" hangingPunct="1">
              <a:buClr>
                <a:schemeClr val="bg2"/>
              </a:buClr>
              <a:buFontTx/>
              <a:buChar char="•"/>
            </a:pPr>
            <a:endParaRPr lang="en-US" altLang="en-US" sz="2400" dirty="0"/>
          </a:p>
          <a:p>
            <a:pPr eaLnBrk="1" hangingPunct="1">
              <a:buClr>
                <a:schemeClr val="bg2"/>
              </a:buClr>
              <a:buFontTx/>
              <a:buChar char="•"/>
            </a:pPr>
            <a:r>
              <a:rPr lang="en-US" altLang="en-US" sz="2400" dirty="0"/>
              <a:t> SMR codes may require revision after systems are in operational use or when new repair/support decisions are made</a:t>
            </a:r>
          </a:p>
          <a:p>
            <a:pPr eaLnBrk="1" hangingPunct="1">
              <a:buClr>
                <a:schemeClr val="bg2"/>
              </a:buClr>
              <a:buFontTx/>
              <a:buChar char="•"/>
            </a:pPr>
            <a:endParaRPr lang="en-US" altLang="en-US" sz="2400" dirty="0"/>
          </a:p>
          <a:p>
            <a:pPr eaLnBrk="1" hangingPunct="1">
              <a:buClr>
                <a:schemeClr val="bg2"/>
              </a:buClr>
              <a:buFontTx/>
              <a:buChar char="•"/>
            </a:pPr>
            <a:r>
              <a:rPr lang="en-US" altLang="en-US" sz="2400" dirty="0"/>
              <a:t> See TO 00-25-195 for more SMR code info</a:t>
            </a:r>
          </a:p>
        </p:txBody>
      </p:sp>
      <p:sp>
        <p:nvSpPr>
          <p:cNvPr id="114693" name="TextBox 6">
            <a:extLst>
              <a:ext uri="{FF2B5EF4-FFF2-40B4-BE49-F238E27FC236}">
                <a16:creationId xmlns:a16="http://schemas.microsoft.com/office/drawing/2014/main" id="{BDB9E1AD-8E1F-8FC2-F7C1-ECFA2ECCD1FC}"/>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3" name="Rectangle 2">
            <a:extLst>
              <a:ext uri="{FF2B5EF4-FFF2-40B4-BE49-F238E27FC236}">
                <a16:creationId xmlns:a16="http://schemas.microsoft.com/office/drawing/2014/main" id="{15AFE068-A863-1BFF-396C-4DB7F2B3670A}"/>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15714" name="Text Box 3">
            <a:extLst>
              <a:ext uri="{FF2B5EF4-FFF2-40B4-BE49-F238E27FC236}">
                <a16:creationId xmlns:a16="http://schemas.microsoft.com/office/drawing/2014/main" id="{B452CDAB-1221-1C0B-FC77-C1CBBFEEC4D9}"/>
              </a:ext>
            </a:extLst>
          </p:cNvPr>
          <p:cNvSpPr txBox="1">
            <a:spLocks noChangeArrowheads="1"/>
          </p:cNvSpPr>
          <p:nvPr/>
        </p:nvSpPr>
        <p:spPr bwMode="auto">
          <a:xfrm>
            <a:off x="8709025" y="6654800"/>
            <a:ext cx="352425"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3AD5DE3-91D6-4F7E-B2AC-16353331331F}" type="slidenum">
              <a:rPr lang="en-US" altLang="en-US" sz="1200" b="1">
                <a:solidFill>
                  <a:srgbClr val="1C1C1C"/>
                </a:solidFill>
              </a:rPr>
              <a:pPr eaLnBrk="1" hangingPunct="1">
                <a:spcBef>
                  <a:spcPct val="0"/>
                </a:spcBef>
                <a:buClrTx/>
                <a:buFontTx/>
                <a:buNone/>
              </a:pPr>
              <a:t>74</a:t>
            </a:fld>
            <a:endParaRPr lang="en-US" altLang="en-US" sz="1200" b="1">
              <a:solidFill>
                <a:srgbClr val="1C1C1C"/>
              </a:solidFill>
            </a:endParaRPr>
          </a:p>
        </p:txBody>
      </p:sp>
      <p:sp>
        <p:nvSpPr>
          <p:cNvPr id="115715" name="Rectangle 5">
            <a:extLst>
              <a:ext uri="{FF2B5EF4-FFF2-40B4-BE49-F238E27FC236}">
                <a16:creationId xmlns:a16="http://schemas.microsoft.com/office/drawing/2014/main" id="{0905F74B-E3B0-9240-BAD8-7431E257B998}"/>
              </a:ext>
            </a:extLst>
          </p:cNvPr>
          <p:cNvSpPr>
            <a:spLocks noChangeArrowheads="1"/>
          </p:cNvSpPr>
          <p:nvPr/>
        </p:nvSpPr>
        <p:spPr bwMode="auto">
          <a:xfrm>
            <a:off x="400050" y="14319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SMR and ERRC Code Compatibility</a:t>
            </a:r>
            <a:endParaRPr lang="en-US" altLang="en-US" sz="2200" b="1">
              <a:solidFill>
                <a:schemeClr val="bg2"/>
              </a:solidFill>
            </a:endParaRPr>
          </a:p>
        </p:txBody>
      </p:sp>
      <p:sp>
        <p:nvSpPr>
          <p:cNvPr id="115716" name="Rectangle 6">
            <a:extLst>
              <a:ext uri="{FF2B5EF4-FFF2-40B4-BE49-F238E27FC236}">
                <a16:creationId xmlns:a16="http://schemas.microsoft.com/office/drawing/2014/main" id="{83F8CC12-4B28-3138-2942-1371C1DD3D07}"/>
              </a:ext>
            </a:extLst>
          </p:cNvPr>
          <p:cNvSpPr>
            <a:spLocks noChangeArrowheads="1"/>
          </p:cNvSpPr>
          <p:nvPr/>
        </p:nvSpPr>
        <p:spPr bwMode="auto">
          <a:xfrm>
            <a:off x="647700" y="2065338"/>
            <a:ext cx="8115300" cy="5151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400"/>
              <a:t> Single position ERRC code is added to end of five position SMR code</a:t>
            </a:r>
          </a:p>
          <a:p>
            <a:pPr eaLnBrk="1" hangingPunct="1">
              <a:buClr>
                <a:schemeClr val="bg2"/>
              </a:buClr>
              <a:buFontTx/>
              <a:buChar char="•"/>
            </a:pPr>
            <a:r>
              <a:rPr lang="en-US" altLang="en-US" sz="2400"/>
              <a:t> ERRC code is a separate field in API</a:t>
            </a:r>
          </a:p>
          <a:p>
            <a:pPr eaLnBrk="1" hangingPunct="1">
              <a:buClr>
                <a:schemeClr val="bg2"/>
              </a:buClr>
              <a:buFontTx/>
              <a:buChar char="•"/>
            </a:pPr>
            <a:r>
              <a:rPr lang="en-US" altLang="en-US" sz="2400"/>
              <a:t> SMR codes should remain compatible with the ERRC code</a:t>
            </a:r>
          </a:p>
          <a:p>
            <a:pPr eaLnBrk="1" hangingPunct="1">
              <a:buClr>
                <a:schemeClr val="bg2"/>
              </a:buClr>
              <a:buFontTx/>
              <a:buChar char="•"/>
            </a:pPr>
            <a:r>
              <a:rPr lang="en-US" altLang="en-US" sz="2400"/>
              <a:t> Incompatibility demands that one or both be updated.</a:t>
            </a:r>
          </a:p>
          <a:p>
            <a:pPr eaLnBrk="1" hangingPunct="1">
              <a:buClr>
                <a:schemeClr val="bg2"/>
              </a:buClr>
              <a:buFontTx/>
              <a:buChar char="•"/>
            </a:pPr>
            <a:r>
              <a:rPr lang="en-US" altLang="en-US" sz="2400"/>
              <a:t> ES establishes ERRC and SMR codes</a:t>
            </a:r>
          </a:p>
          <a:p>
            <a:pPr eaLnBrk="1" hangingPunct="1">
              <a:buClr>
                <a:schemeClr val="bg2"/>
              </a:buClr>
              <a:buFontTx/>
              <a:buChar char="•"/>
            </a:pPr>
            <a:endParaRPr lang="en-US" altLang="en-US" sz="2400"/>
          </a:p>
        </p:txBody>
      </p:sp>
      <p:sp>
        <p:nvSpPr>
          <p:cNvPr id="115717" name="TextBox 6">
            <a:extLst>
              <a:ext uri="{FF2B5EF4-FFF2-40B4-BE49-F238E27FC236}">
                <a16:creationId xmlns:a16="http://schemas.microsoft.com/office/drawing/2014/main" id="{4EBC353D-2B8C-105F-58C3-3A244B9C38DE}"/>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6737" name="Rectangle 2">
            <a:extLst>
              <a:ext uri="{FF2B5EF4-FFF2-40B4-BE49-F238E27FC236}">
                <a16:creationId xmlns:a16="http://schemas.microsoft.com/office/drawing/2014/main" id="{CEBDD3BB-EBE7-E95E-6328-8C963680DB06}"/>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pic>
        <p:nvPicPr>
          <p:cNvPr id="116738" name="Picture 7" descr="SMRtable">
            <a:extLst>
              <a:ext uri="{FF2B5EF4-FFF2-40B4-BE49-F238E27FC236}">
                <a16:creationId xmlns:a16="http://schemas.microsoft.com/office/drawing/2014/main" id="{0959F40B-EA49-0377-D84D-362AC3FAA00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0" y="1117600"/>
            <a:ext cx="9144000" cy="52720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6739" name="TextBox 3">
            <a:extLst>
              <a:ext uri="{FF2B5EF4-FFF2-40B4-BE49-F238E27FC236}">
                <a16:creationId xmlns:a16="http://schemas.microsoft.com/office/drawing/2014/main" id="{172BB412-8D11-AC0D-59CA-FA5484EC1ED8}"/>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1" name="Rectangle 2">
            <a:extLst>
              <a:ext uri="{FF2B5EF4-FFF2-40B4-BE49-F238E27FC236}">
                <a16:creationId xmlns:a16="http://schemas.microsoft.com/office/drawing/2014/main" id="{DF456373-6B79-72A8-7613-499483EFFB62}"/>
              </a:ext>
            </a:extLst>
          </p:cNvPr>
          <p:cNvSpPr>
            <a:spLocks noGrp="1" noChangeArrowheads="1"/>
          </p:cNvSpPr>
          <p:nvPr>
            <p:ph type="title"/>
          </p:nvPr>
        </p:nvSpPr>
        <p:spPr>
          <a:xfrm>
            <a:off x="2514600" y="12700"/>
            <a:ext cx="4114800" cy="317500"/>
          </a:xfrm>
        </p:spPr>
        <p:txBody>
          <a:bodyPr/>
          <a:lstStyle/>
          <a:p>
            <a:pPr eaLnBrk="1" hangingPunct="1"/>
            <a:r>
              <a:rPr lang="en-US" altLang="en-US" sz="2000">
                <a:solidFill>
                  <a:srgbClr val="FFFFFF"/>
                </a:solidFill>
                <a:latin typeface="Arial Unicode MS" panose="020B0604020202020204" pitchFamily="34" charset="-128"/>
              </a:rPr>
              <a:t>Module 2 – Terms and Definitions</a:t>
            </a:r>
          </a:p>
        </p:txBody>
      </p:sp>
      <p:sp>
        <p:nvSpPr>
          <p:cNvPr id="117762" name="Text Box 3">
            <a:extLst>
              <a:ext uri="{FF2B5EF4-FFF2-40B4-BE49-F238E27FC236}">
                <a16:creationId xmlns:a16="http://schemas.microsoft.com/office/drawing/2014/main" id="{A37B0027-9DA9-1AD1-77BD-486C3FDE6C9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A54261A-F7E1-4A99-91AE-E325F30B02C5}" type="slidenum">
              <a:rPr lang="en-US" altLang="en-US" sz="1200" b="1">
                <a:solidFill>
                  <a:srgbClr val="1C1C1C"/>
                </a:solidFill>
              </a:rPr>
              <a:pPr eaLnBrk="1" hangingPunct="1">
                <a:spcBef>
                  <a:spcPct val="0"/>
                </a:spcBef>
                <a:buClrTx/>
                <a:buFontTx/>
                <a:buNone/>
              </a:pPr>
              <a:t>76</a:t>
            </a:fld>
            <a:endParaRPr lang="en-US" altLang="en-US" sz="1200" b="1">
              <a:solidFill>
                <a:srgbClr val="1C1C1C"/>
              </a:solidFill>
            </a:endParaRPr>
          </a:p>
        </p:txBody>
      </p:sp>
      <p:sp>
        <p:nvSpPr>
          <p:cNvPr id="117763" name="Rectangle 4">
            <a:extLst>
              <a:ext uri="{FF2B5EF4-FFF2-40B4-BE49-F238E27FC236}">
                <a16:creationId xmlns:a16="http://schemas.microsoft.com/office/drawing/2014/main" id="{82824DFC-D082-D471-3A98-AFDC04071E71}"/>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2c</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117764" name="TextBox 5">
            <a:extLst>
              <a:ext uri="{FF2B5EF4-FFF2-40B4-BE49-F238E27FC236}">
                <a16:creationId xmlns:a16="http://schemas.microsoft.com/office/drawing/2014/main" id="{4578C4AF-FBA5-2A2D-2066-B1ECD41D3B38}"/>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8785" name="Rectangle 2">
            <a:extLst>
              <a:ext uri="{FF2B5EF4-FFF2-40B4-BE49-F238E27FC236}">
                <a16:creationId xmlns:a16="http://schemas.microsoft.com/office/drawing/2014/main" id="{C8D4ADB0-81C1-297D-02CC-42E52809A84A}"/>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18786" name="Text Box 3">
            <a:extLst>
              <a:ext uri="{FF2B5EF4-FFF2-40B4-BE49-F238E27FC236}">
                <a16:creationId xmlns:a16="http://schemas.microsoft.com/office/drawing/2014/main" id="{81C957C7-E628-E921-3F9D-9154F2CF92B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E1E5147-1A4B-4A7C-8EC3-50759D3AA8AA}" type="slidenum">
              <a:rPr lang="en-US" altLang="en-US" sz="1200" b="1">
                <a:solidFill>
                  <a:srgbClr val="1C1C1C"/>
                </a:solidFill>
              </a:rPr>
              <a:pPr eaLnBrk="1" hangingPunct="1">
                <a:spcBef>
                  <a:spcPct val="0"/>
                </a:spcBef>
                <a:buClrTx/>
                <a:buFontTx/>
                <a:buNone/>
              </a:pPr>
              <a:t>77</a:t>
            </a:fld>
            <a:endParaRPr lang="en-US" altLang="en-US" sz="1200" b="1">
              <a:solidFill>
                <a:srgbClr val="1C1C1C"/>
              </a:solidFill>
            </a:endParaRPr>
          </a:p>
        </p:txBody>
      </p:sp>
      <p:sp>
        <p:nvSpPr>
          <p:cNvPr id="118787" name="Rectangle 4">
            <a:extLst>
              <a:ext uri="{FF2B5EF4-FFF2-40B4-BE49-F238E27FC236}">
                <a16:creationId xmlns:a16="http://schemas.microsoft.com/office/drawing/2014/main" id="{1DE1A380-4C5D-0CDF-1C43-72E3445ED9CF}"/>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2d</a:t>
            </a:r>
          </a:p>
          <a:p>
            <a:pPr algn="ctr" eaLnBrk="1" hangingPunct="1">
              <a:buClr>
                <a:schemeClr val="bg2"/>
              </a:buClr>
              <a:buFontTx/>
              <a:buNone/>
            </a:pPr>
            <a:endParaRPr lang="en-US" altLang="en-US" b="1"/>
          </a:p>
          <a:p>
            <a:pPr algn="ctr" eaLnBrk="1" hangingPunct="1">
              <a:buClr>
                <a:schemeClr val="bg2"/>
              </a:buClr>
              <a:buFontTx/>
              <a:buNone/>
            </a:pPr>
            <a:r>
              <a:rPr lang="en-US" altLang="en-US" b="1"/>
              <a:t>National Stock Number (NSN)</a:t>
            </a:r>
            <a:endParaRPr lang="en-US" altLang="en-US" b="1">
              <a:solidFill>
                <a:schemeClr val="bg2"/>
              </a:solidFill>
            </a:endParaRPr>
          </a:p>
        </p:txBody>
      </p:sp>
      <p:sp>
        <p:nvSpPr>
          <p:cNvPr id="118788" name="TextBox 4">
            <a:extLst>
              <a:ext uri="{FF2B5EF4-FFF2-40B4-BE49-F238E27FC236}">
                <a16:creationId xmlns:a16="http://schemas.microsoft.com/office/drawing/2014/main" id="{2F7B4EB2-DB8B-F0E5-77AA-BFDB0166B587}"/>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9809" name="Rectangle 2">
            <a:extLst>
              <a:ext uri="{FF2B5EF4-FFF2-40B4-BE49-F238E27FC236}">
                <a16:creationId xmlns:a16="http://schemas.microsoft.com/office/drawing/2014/main" id="{B18E4252-4199-5A01-BF57-4653884E144F}"/>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19810" name="Text Box 3">
            <a:extLst>
              <a:ext uri="{FF2B5EF4-FFF2-40B4-BE49-F238E27FC236}">
                <a16:creationId xmlns:a16="http://schemas.microsoft.com/office/drawing/2014/main" id="{E6E3D7F3-6B70-FA89-0526-AA8209AC76F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BE4C3971-CEE4-4E81-BBC6-5A03E3E2B6E6}" type="slidenum">
              <a:rPr lang="en-US" altLang="en-US" sz="1200" b="1">
                <a:solidFill>
                  <a:srgbClr val="1C1C1C"/>
                </a:solidFill>
              </a:rPr>
              <a:pPr eaLnBrk="1" hangingPunct="1">
                <a:spcBef>
                  <a:spcPct val="0"/>
                </a:spcBef>
                <a:buClrTx/>
                <a:buFontTx/>
                <a:buNone/>
              </a:pPr>
              <a:t>78</a:t>
            </a:fld>
            <a:endParaRPr lang="en-US" altLang="en-US" sz="1200" b="1">
              <a:solidFill>
                <a:srgbClr val="1C1C1C"/>
              </a:solidFill>
            </a:endParaRPr>
          </a:p>
        </p:txBody>
      </p:sp>
      <p:sp>
        <p:nvSpPr>
          <p:cNvPr id="119811" name="Rectangle 5">
            <a:extLst>
              <a:ext uri="{FF2B5EF4-FFF2-40B4-BE49-F238E27FC236}">
                <a16:creationId xmlns:a16="http://schemas.microsoft.com/office/drawing/2014/main" id="{89B4960B-8A2F-C404-65B0-0ABFB02EFD45}"/>
              </a:ext>
            </a:extLst>
          </p:cNvPr>
          <p:cNvSpPr>
            <a:spLocks noChangeArrowheads="1"/>
          </p:cNvSpPr>
          <p:nvPr/>
        </p:nvSpPr>
        <p:spPr bwMode="auto">
          <a:xfrm>
            <a:off x="400050" y="17145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119812" name="Rectangle 6">
            <a:extLst>
              <a:ext uri="{FF2B5EF4-FFF2-40B4-BE49-F238E27FC236}">
                <a16:creationId xmlns:a16="http://schemas.microsoft.com/office/drawing/2014/main" id="{D1BC4AF8-CFFF-DC7E-4BAD-B50B41997E23}"/>
              </a:ext>
            </a:extLst>
          </p:cNvPr>
          <p:cNvSpPr>
            <a:spLocks noChangeArrowheads="1"/>
          </p:cNvSpPr>
          <p:nvPr/>
        </p:nvSpPr>
        <p:spPr bwMode="auto">
          <a:xfrm>
            <a:off x="647700" y="241935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Discusses NSNs and elements that make up an NSN</a:t>
            </a:r>
          </a:p>
          <a:p>
            <a:pPr eaLnBrk="1" hangingPunct="1">
              <a:buClr>
                <a:schemeClr val="bg2"/>
              </a:buClr>
              <a:buFontTx/>
              <a:buChar char="•"/>
            </a:pPr>
            <a:endParaRPr lang="en-US" altLang="en-US" sz="2400"/>
          </a:p>
          <a:p>
            <a:pPr eaLnBrk="1" hangingPunct="1">
              <a:buClr>
                <a:schemeClr val="bg2"/>
              </a:buClr>
              <a:buFontTx/>
              <a:buChar char="•"/>
            </a:pPr>
            <a:r>
              <a:rPr lang="en-US" altLang="en-US" sz="2400"/>
              <a:t> Examines FSC, NIIN, NCB, and MMAC</a:t>
            </a:r>
          </a:p>
          <a:p>
            <a:pPr eaLnBrk="1" hangingPunct="1">
              <a:buClr>
                <a:schemeClr val="bg2"/>
              </a:buClr>
              <a:buFontTx/>
              <a:buChar char="•"/>
            </a:pPr>
            <a:endParaRPr lang="en-US" altLang="en-US" sz="2000"/>
          </a:p>
          <a:p>
            <a:pPr eaLnBrk="1" hangingPunct="1">
              <a:buClr>
                <a:schemeClr val="bg2"/>
              </a:buClr>
              <a:buFontTx/>
              <a:buNone/>
            </a:pPr>
            <a:endParaRPr lang="en-US" altLang="en-US" sz="2000"/>
          </a:p>
        </p:txBody>
      </p:sp>
      <p:sp>
        <p:nvSpPr>
          <p:cNvPr id="119813" name="TextBox 6">
            <a:extLst>
              <a:ext uri="{FF2B5EF4-FFF2-40B4-BE49-F238E27FC236}">
                <a16:creationId xmlns:a16="http://schemas.microsoft.com/office/drawing/2014/main" id="{20C9DADB-A59D-F473-961D-8BDB3F37257F}"/>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0833" name="Rectangle 2">
            <a:extLst>
              <a:ext uri="{FF2B5EF4-FFF2-40B4-BE49-F238E27FC236}">
                <a16:creationId xmlns:a16="http://schemas.microsoft.com/office/drawing/2014/main" id="{5403B0D5-38BE-DE9C-C01B-8D64FA73B05C}"/>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20834" name="Text Box 3">
            <a:extLst>
              <a:ext uri="{FF2B5EF4-FFF2-40B4-BE49-F238E27FC236}">
                <a16:creationId xmlns:a16="http://schemas.microsoft.com/office/drawing/2014/main" id="{D1164E23-531B-46BA-3F0F-1009E82804E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9F5A2BC-8950-449D-83F1-FCA5E5646C75}" type="slidenum">
              <a:rPr lang="en-US" altLang="en-US" sz="1200" b="1">
                <a:solidFill>
                  <a:srgbClr val="1C1C1C"/>
                </a:solidFill>
              </a:rPr>
              <a:pPr eaLnBrk="1" hangingPunct="1">
                <a:spcBef>
                  <a:spcPct val="0"/>
                </a:spcBef>
                <a:buClrTx/>
                <a:buFontTx/>
                <a:buNone/>
              </a:pPr>
              <a:t>79</a:t>
            </a:fld>
            <a:endParaRPr lang="en-US" altLang="en-US" sz="1200" b="1">
              <a:solidFill>
                <a:srgbClr val="1C1C1C"/>
              </a:solidFill>
            </a:endParaRPr>
          </a:p>
        </p:txBody>
      </p:sp>
      <p:sp>
        <p:nvSpPr>
          <p:cNvPr id="120835" name="Rectangle 5">
            <a:extLst>
              <a:ext uri="{FF2B5EF4-FFF2-40B4-BE49-F238E27FC236}">
                <a16:creationId xmlns:a16="http://schemas.microsoft.com/office/drawing/2014/main" id="{1FF8EAFF-B8A1-C012-59CA-17F4F2E0C28A}"/>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Nouns and Part Numbers</a:t>
            </a:r>
            <a:endParaRPr lang="en-US" altLang="en-US" sz="2200" b="1">
              <a:solidFill>
                <a:schemeClr val="bg2"/>
              </a:solidFill>
            </a:endParaRPr>
          </a:p>
        </p:txBody>
      </p:sp>
      <p:sp>
        <p:nvSpPr>
          <p:cNvPr id="120836" name="Rectangle 6">
            <a:extLst>
              <a:ext uri="{FF2B5EF4-FFF2-40B4-BE49-F238E27FC236}">
                <a16:creationId xmlns:a16="http://schemas.microsoft.com/office/drawing/2014/main" id="{06C71A00-B9E9-A849-3AC8-E7C043D88C76}"/>
              </a:ext>
            </a:extLst>
          </p:cNvPr>
          <p:cNvSpPr>
            <a:spLocks noChangeArrowheads="1"/>
          </p:cNvSpPr>
          <p:nvPr/>
        </p:nvSpPr>
        <p:spPr bwMode="auto">
          <a:xfrm>
            <a:off x="647700" y="1460500"/>
            <a:ext cx="77343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A noun is name of the object (oil pump, valve assembly, etc.) </a:t>
            </a:r>
          </a:p>
          <a:p>
            <a:pPr eaLnBrk="1" hangingPunct="1">
              <a:buClr>
                <a:schemeClr val="bg2"/>
              </a:buClr>
              <a:buFontTx/>
              <a:buChar char="•"/>
            </a:pPr>
            <a:endParaRPr lang="en-US" altLang="en-US" sz="2200"/>
          </a:p>
          <a:p>
            <a:pPr eaLnBrk="1" hangingPunct="1">
              <a:buClr>
                <a:schemeClr val="bg2"/>
              </a:buClr>
              <a:buFontTx/>
              <a:buChar char="•"/>
            </a:pPr>
            <a:r>
              <a:rPr lang="en-US" altLang="en-US" sz="2200"/>
              <a:t> For file maintenance and indentures, a noun is the name of the item</a:t>
            </a:r>
          </a:p>
          <a:p>
            <a:pPr eaLnBrk="1" hangingPunct="1">
              <a:buClr>
                <a:schemeClr val="bg2"/>
              </a:buClr>
              <a:buFontTx/>
              <a:buChar char="•"/>
            </a:pPr>
            <a:endParaRPr lang="en-US" altLang="en-US" sz="2200"/>
          </a:p>
          <a:p>
            <a:pPr eaLnBrk="1" hangingPunct="1">
              <a:buClr>
                <a:schemeClr val="bg2"/>
              </a:buClr>
              <a:buFontTx/>
              <a:buChar char="•"/>
            </a:pPr>
            <a:r>
              <a:rPr lang="en-US" altLang="en-US" sz="2200"/>
              <a:t> A part number is a combination of numbers, letters, and symbols assigned by a designer, a manufacturer, or a vendor</a:t>
            </a:r>
          </a:p>
          <a:p>
            <a:pPr eaLnBrk="1" hangingPunct="1">
              <a:buClr>
                <a:schemeClr val="bg2"/>
              </a:buClr>
              <a:buFontTx/>
              <a:buChar char="•"/>
            </a:pPr>
            <a:endParaRPr lang="en-US" altLang="en-US" sz="2200"/>
          </a:p>
          <a:p>
            <a:pPr eaLnBrk="1" hangingPunct="1">
              <a:buClr>
                <a:schemeClr val="bg2"/>
              </a:buClr>
              <a:buFontTx/>
              <a:buChar char="•"/>
            </a:pPr>
            <a:r>
              <a:rPr lang="en-US" altLang="en-US" sz="2200"/>
              <a:t> Two or more completely different parts can be assigned the same part number</a:t>
            </a:r>
          </a:p>
          <a:p>
            <a:pPr eaLnBrk="1" hangingPunct="1">
              <a:buClr>
                <a:schemeClr val="bg2"/>
              </a:buClr>
              <a:buFontTx/>
              <a:buNone/>
            </a:pPr>
            <a:endParaRPr lang="en-US" altLang="en-US" sz="2200"/>
          </a:p>
        </p:txBody>
      </p:sp>
      <p:sp>
        <p:nvSpPr>
          <p:cNvPr id="120837" name="TextBox 6">
            <a:extLst>
              <a:ext uri="{FF2B5EF4-FFF2-40B4-BE49-F238E27FC236}">
                <a16:creationId xmlns:a16="http://schemas.microsoft.com/office/drawing/2014/main" id="{D2E2A07B-E260-4F4F-DA6D-5F75E1BD1039}"/>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1857" name="Rectangle 2">
            <a:extLst>
              <a:ext uri="{FF2B5EF4-FFF2-40B4-BE49-F238E27FC236}">
                <a16:creationId xmlns:a16="http://schemas.microsoft.com/office/drawing/2014/main" id="{07318329-4A8A-FC76-5EBA-D5C03E5532B9}"/>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21858" name="Text Box 3">
            <a:extLst>
              <a:ext uri="{FF2B5EF4-FFF2-40B4-BE49-F238E27FC236}">
                <a16:creationId xmlns:a16="http://schemas.microsoft.com/office/drawing/2014/main" id="{6E670108-718C-3C24-E1CC-F521282C5C0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2EB0B5F1-6D55-46C5-A907-7CCAECB3E7B9}" type="slidenum">
              <a:rPr lang="en-US" altLang="en-US" sz="1200" b="1">
                <a:solidFill>
                  <a:srgbClr val="1C1C1C"/>
                </a:solidFill>
              </a:rPr>
              <a:pPr eaLnBrk="1" hangingPunct="1">
                <a:spcBef>
                  <a:spcPct val="0"/>
                </a:spcBef>
                <a:buClrTx/>
                <a:buFontTx/>
                <a:buNone/>
              </a:pPr>
              <a:t>80</a:t>
            </a:fld>
            <a:endParaRPr lang="en-US" altLang="en-US" sz="1200" b="1">
              <a:solidFill>
                <a:srgbClr val="1C1C1C"/>
              </a:solidFill>
            </a:endParaRPr>
          </a:p>
        </p:txBody>
      </p:sp>
      <p:sp>
        <p:nvSpPr>
          <p:cNvPr id="121859" name="Rectangle 5">
            <a:extLst>
              <a:ext uri="{FF2B5EF4-FFF2-40B4-BE49-F238E27FC236}">
                <a16:creationId xmlns:a16="http://schemas.microsoft.com/office/drawing/2014/main" id="{4C61B7FC-C4E4-1FB8-BA7B-A192CD4A43E8}"/>
              </a:ext>
            </a:extLst>
          </p:cNvPr>
          <p:cNvSpPr>
            <a:spLocks noChangeArrowheads="1"/>
          </p:cNvSpPr>
          <p:nvPr/>
        </p:nvSpPr>
        <p:spPr bwMode="auto">
          <a:xfrm>
            <a:off x="400050" y="17145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Commercial and Government Entity (CAGE) Codes</a:t>
            </a:r>
            <a:endParaRPr lang="en-US" altLang="en-US" sz="2400" b="1">
              <a:solidFill>
                <a:schemeClr val="bg2"/>
              </a:solidFill>
            </a:endParaRPr>
          </a:p>
        </p:txBody>
      </p:sp>
      <p:sp>
        <p:nvSpPr>
          <p:cNvPr id="121860" name="Rectangle 6">
            <a:extLst>
              <a:ext uri="{FF2B5EF4-FFF2-40B4-BE49-F238E27FC236}">
                <a16:creationId xmlns:a16="http://schemas.microsoft.com/office/drawing/2014/main" id="{06E0CD7B-EC74-4973-1422-D05A0155F61E}"/>
              </a:ext>
            </a:extLst>
          </p:cNvPr>
          <p:cNvSpPr>
            <a:spLocks noChangeArrowheads="1"/>
          </p:cNvSpPr>
          <p:nvPr/>
        </p:nvSpPr>
        <p:spPr bwMode="auto">
          <a:xfrm>
            <a:off x="647700" y="2497138"/>
            <a:ext cx="8267700"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Five position code assigned to identify manufacturer</a:t>
            </a:r>
          </a:p>
          <a:p>
            <a:pPr eaLnBrk="1" hangingPunct="1">
              <a:buClr>
                <a:schemeClr val="bg2"/>
              </a:buClr>
              <a:buFontTx/>
              <a:buNone/>
            </a:pPr>
            <a:endParaRPr lang="en-US" altLang="en-US" sz="2400"/>
          </a:p>
          <a:p>
            <a:pPr eaLnBrk="1" hangingPunct="1">
              <a:buClr>
                <a:schemeClr val="bg2"/>
              </a:buClr>
              <a:buFontTx/>
              <a:buChar char="•"/>
            </a:pPr>
            <a:r>
              <a:rPr lang="en-US" altLang="en-US" sz="2400"/>
              <a:t> CAGE codes must always accompany part numbers in API</a:t>
            </a:r>
          </a:p>
          <a:p>
            <a:pPr eaLnBrk="1" hangingPunct="1">
              <a:buClr>
                <a:schemeClr val="bg2"/>
              </a:buClr>
              <a:buFontTx/>
              <a:buNone/>
            </a:pPr>
            <a:endParaRPr lang="en-US" altLang="en-US" sz="2400"/>
          </a:p>
          <a:p>
            <a:pPr eaLnBrk="1" hangingPunct="1">
              <a:buClr>
                <a:schemeClr val="bg2"/>
              </a:buClr>
              <a:buFontTx/>
              <a:buChar char="•"/>
            </a:pPr>
            <a:r>
              <a:rPr lang="en-US" altLang="en-US" sz="2400"/>
              <a:t> May also be referred to as Federal Supply Codes for Manufacturers (FSCM)</a:t>
            </a:r>
          </a:p>
        </p:txBody>
      </p:sp>
      <p:sp>
        <p:nvSpPr>
          <p:cNvPr id="121861" name="TextBox 6">
            <a:extLst>
              <a:ext uri="{FF2B5EF4-FFF2-40B4-BE49-F238E27FC236}">
                <a16:creationId xmlns:a16="http://schemas.microsoft.com/office/drawing/2014/main" id="{A6825F6D-BBF9-2343-E902-6D45E4B9C2AF}"/>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881" name="Rectangle 2">
            <a:extLst>
              <a:ext uri="{FF2B5EF4-FFF2-40B4-BE49-F238E27FC236}">
                <a16:creationId xmlns:a16="http://schemas.microsoft.com/office/drawing/2014/main" id="{7FE98E54-FB65-342F-1339-EA3AE354B27D}"/>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22882" name="Text Box 3">
            <a:extLst>
              <a:ext uri="{FF2B5EF4-FFF2-40B4-BE49-F238E27FC236}">
                <a16:creationId xmlns:a16="http://schemas.microsoft.com/office/drawing/2014/main" id="{018816E8-2F8B-C9E5-174E-A220DE438D2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89B1D25-54DF-4B06-8875-33B5285A789B}" type="slidenum">
              <a:rPr lang="en-US" altLang="en-US" sz="1200" b="1">
                <a:solidFill>
                  <a:srgbClr val="1C1C1C"/>
                </a:solidFill>
              </a:rPr>
              <a:pPr eaLnBrk="1" hangingPunct="1">
                <a:spcBef>
                  <a:spcPct val="0"/>
                </a:spcBef>
                <a:buClrTx/>
                <a:buFontTx/>
                <a:buNone/>
              </a:pPr>
              <a:t>81</a:t>
            </a:fld>
            <a:endParaRPr lang="en-US" altLang="en-US" sz="1200" b="1">
              <a:solidFill>
                <a:srgbClr val="1C1C1C"/>
              </a:solidFill>
            </a:endParaRPr>
          </a:p>
        </p:txBody>
      </p:sp>
      <p:sp>
        <p:nvSpPr>
          <p:cNvPr id="122883" name="Rectangle 5">
            <a:extLst>
              <a:ext uri="{FF2B5EF4-FFF2-40B4-BE49-F238E27FC236}">
                <a16:creationId xmlns:a16="http://schemas.microsoft.com/office/drawing/2014/main" id="{068A136C-4DE0-749A-3A77-73CF48E47537}"/>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What is a National Stock Number?</a:t>
            </a:r>
            <a:endParaRPr lang="en-US" altLang="en-US" sz="2400" b="1">
              <a:solidFill>
                <a:schemeClr val="bg2"/>
              </a:solidFill>
            </a:endParaRPr>
          </a:p>
        </p:txBody>
      </p:sp>
      <p:sp>
        <p:nvSpPr>
          <p:cNvPr id="122884" name="Rectangle 6">
            <a:extLst>
              <a:ext uri="{FF2B5EF4-FFF2-40B4-BE49-F238E27FC236}">
                <a16:creationId xmlns:a16="http://schemas.microsoft.com/office/drawing/2014/main" id="{2EB214AC-B3CF-3281-8DFD-4B7FE5E37DFE}"/>
              </a:ext>
            </a:extLst>
          </p:cNvPr>
          <p:cNvSpPr>
            <a:spLocks noChangeArrowheads="1"/>
          </p:cNvSpPr>
          <p:nvPr/>
        </p:nvSpPr>
        <p:spPr bwMode="auto">
          <a:xfrm>
            <a:off x="647700" y="2070100"/>
            <a:ext cx="8267700" cy="2768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National Stock Number (NSN) identifies each item of supply</a:t>
            </a:r>
          </a:p>
          <a:p>
            <a:pPr eaLnBrk="1" hangingPunct="1">
              <a:buClr>
                <a:schemeClr val="bg2"/>
              </a:buClr>
              <a:buFontTx/>
              <a:buNone/>
            </a:pPr>
            <a:endParaRPr lang="en-US" altLang="en-US" sz="2400"/>
          </a:p>
          <a:p>
            <a:pPr eaLnBrk="1" hangingPunct="1">
              <a:buClr>
                <a:schemeClr val="bg2"/>
              </a:buClr>
              <a:buFontTx/>
              <a:buChar char="•"/>
            </a:pPr>
            <a:r>
              <a:rPr lang="en-US" altLang="en-US" sz="2400"/>
              <a:t> Assigned to each supply item purchased, stocked, or distributed</a:t>
            </a:r>
          </a:p>
          <a:p>
            <a:pPr eaLnBrk="1" hangingPunct="1">
              <a:buClr>
                <a:schemeClr val="bg2"/>
              </a:buClr>
              <a:buFontTx/>
              <a:buNone/>
            </a:pPr>
            <a:endParaRPr lang="en-US" altLang="en-US" sz="2400"/>
          </a:p>
          <a:p>
            <a:pPr eaLnBrk="1" hangingPunct="1">
              <a:buClr>
                <a:schemeClr val="bg2"/>
              </a:buClr>
              <a:buFontTx/>
              <a:buChar char="•"/>
            </a:pPr>
            <a:r>
              <a:rPr lang="en-US" altLang="en-US" sz="2400"/>
              <a:t> Can be 13 or 15 digits</a:t>
            </a:r>
          </a:p>
        </p:txBody>
      </p:sp>
      <p:pic>
        <p:nvPicPr>
          <p:cNvPr id="122885" name="Picture 9" descr="QUESTION">
            <a:extLst>
              <a:ext uri="{FF2B5EF4-FFF2-40B4-BE49-F238E27FC236}">
                <a16:creationId xmlns:a16="http://schemas.microsoft.com/office/drawing/2014/main" id="{B097D140-375C-C718-9A9B-73D83EF122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71913" y="5226050"/>
            <a:ext cx="5145087" cy="1196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22886" name="Picture 11" descr="NSN">
            <a:extLst>
              <a:ext uri="{FF2B5EF4-FFF2-40B4-BE49-F238E27FC236}">
                <a16:creationId xmlns:a16="http://schemas.microsoft.com/office/drawing/2014/main" id="{2CA6B082-F644-A496-FF02-AD9F9C1FDD2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03300" y="1752600"/>
            <a:ext cx="7391400" cy="390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2887" name="TextBox 8">
            <a:extLst>
              <a:ext uri="{FF2B5EF4-FFF2-40B4-BE49-F238E27FC236}">
                <a16:creationId xmlns:a16="http://schemas.microsoft.com/office/drawing/2014/main" id="{2919B346-A069-6043-F066-A5A4F5E56918}"/>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3905" name="Picture 7" descr="NSN_1">
            <a:extLst>
              <a:ext uri="{FF2B5EF4-FFF2-40B4-BE49-F238E27FC236}">
                <a16:creationId xmlns:a16="http://schemas.microsoft.com/office/drawing/2014/main" id="{5F70E0EF-670C-68E4-4108-D65424D6E0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7175" y="1260475"/>
            <a:ext cx="8743950" cy="28987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3906" name="Rectangle 2">
            <a:extLst>
              <a:ext uri="{FF2B5EF4-FFF2-40B4-BE49-F238E27FC236}">
                <a16:creationId xmlns:a16="http://schemas.microsoft.com/office/drawing/2014/main" id="{6F98AC58-860F-F147-B6D7-4C417F31570B}"/>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23907" name="Text Box 3">
            <a:extLst>
              <a:ext uri="{FF2B5EF4-FFF2-40B4-BE49-F238E27FC236}">
                <a16:creationId xmlns:a16="http://schemas.microsoft.com/office/drawing/2014/main" id="{B4AA9553-D529-5805-2A80-532C1E66FC0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6AEE876-FB08-4821-B7DD-D4401912F478}" type="slidenum">
              <a:rPr lang="en-US" altLang="en-US" sz="1200" b="1">
                <a:solidFill>
                  <a:srgbClr val="1C1C1C"/>
                </a:solidFill>
              </a:rPr>
              <a:pPr eaLnBrk="1" hangingPunct="1">
                <a:spcBef>
                  <a:spcPct val="0"/>
                </a:spcBef>
                <a:buClrTx/>
                <a:buFontTx/>
                <a:buNone/>
              </a:pPr>
              <a:t>82</a:t>
            </a:fld>
            <a:endParaRPr lang="en-US" altLang="en-US" sz="1200" b="1">
              <a:solidFill>
                <a:srgbClr val="1C1C1C"/>
              </a:solidFill>
            </a:endParaRPr>
          </a:p>
        </p:txBody>
      </p:sp>
      <p:sp>
        <p:nvSpPr>
          <p:cNvPr id="123908" name="Rectangle 6">
            <a:extLst>
              <a:ext uri="{FF2B5EF4-FFF2-40B4-BE49-F238E27FC236}">
                <a16:creationId xmlns:a16="http://schemas.microsoft.com/office/drawing/2014/main" id="{5206A5E9-C13C-6132-6184-10B5813C09E0}"/>
              </a:ext>
            </a:extLst>
          </p:cNvPr>
          <p:cNvSpPr>
            <a:spLocks noChangeArrowheads="1"/>
          </p:cNvSpPr>
          <p:nvPr/>
        </p:nvSpPr>
        <p:spPr bwMode="auto">
          <a:xfrm>
            <a:off x="647700" y="3213100"/>
            <a:ext cx="7734300" cy="3416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First four digits of NSN are the FSC</a:t>
            </a:r>
          </a:p>
          <a:p>
            <a:pPr eaLnBrk="1" hangingPunct="1">
              <a:buClr>
                <a:schemeClr val="bg2"/>
              </a:buClr>
              <a:buFontTx/>
              <a:buChar char="•"/>
            </a:pPr>
            <a:endParaRPr lang="en-US" altLang="en-US" sz="2400"/>
          </a:p>
          <a:p>
            <a:pPr eaLnBrk="1" hangingPunct="1">
              <a:buClr>
                <a:schemeClr val="bg2"/>
              </a:buClr>
              <a:buFontTx/>
              <a:buChar char="•"/>
            </a:pPr>
            <a:r>
              <a:rPr lang="en-US" altLang="en-US" sz="2400"/>
              <a:t> FSC identifies the supply classification of an item</a:t>
            </a:r>
          </a:p>
          <a:p>
            <a:pPr eaLnBrk="1" hangingPunct="1">
              <a:buClr>
                <a:schemeClr val="bg2"/>
              </a:buClr>
              <a:buFontTx/>
              <a:buChar char="•"/>
            </a:pPr>
            <a:endParaRPr lang="en-US" altLang="en-US" sz="2400"/>
          </a:p>
          <a:p>
            <a:pPr eaLnBrk="1" hangingPunct="1">
              <a:buClr>
                <a:schemeClr val="bg2"/>
              </a:buClr>
              <a:buFontTx/>
              <a:buChar char="•"/>
            </a:pPr>
            <a:r>
              <a:rPr lang="en-US" altLang="en-US" sz="2400"/>
              <a:t> Assigned based on the item noun IAW DLA H2 handbook</a:t>
            </a:r>
          </a:p>
          <a:p>
            <a:pPr eaLnBrk="1" hangingPunct="1">
              <a:buClr>
                <a:schemeClr val="bg2"/>
              </a:buClr>
              <a:buFontTx/>
              <a:buChar char="•"/>
            </a:pPr>
            <a:endParaRPr lang="en-US" altLang="en-US" sz="2400"/>
          </a:p>
          <a:p>
            <a:pPr eaLnBrk="1" hangingPunct="1">
              <a:buClr>
                <a:schemeClr val="bg2"/>
              </a:buClr>
              <a:buFontTx/>
              <a:buNone/>
            </a:pPr>
            <a:r>
              <a:rPr lang="en-US" altLang="en-US" sz="3200"/>
              <a:t> </a:t>
            </a:r>
            <a:r>
              <a:rPr lang="en-US" altLang="en-US" sz="1800"/>
              <a:t> </a:t>
            </a:r>
          </a:p>
        </p:txBody>
      </p:sp>
      <p:sp>
        <p:nvSpPr>
          <p:cNvPr id="123909" name="TextBox 6">
            <a:extLst>
              <a:ext uri="{FF2B5EF4-FFF2-40B4-BE49-F238E27FC236}">
                <a16:creationId xmlns:a16="http://schemas.microsoft.com/office/drawing/2014/main" id="{311D7F73-08D7-79AF-03B3-C8435E49391E}"/>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4929" name="Rectangle 3">
            <a:extLst>
              <a:ext uri="{FF2B5EF4-FFF2-40B4-BE49-F238E27FC236}">
                <a16:creationId xmlns:a16="http://schemas.microsoft.com/office/drawing/2014/main" id="{FDFF83CE-443D-EA82-F163-36AFAECD2F3E}"/>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24930" name="Text Box 4">
            <a:extLst>
              <a:ext uri="{FF2B5EF4-FFF2-40B4-BE49-F238E27FC236}">
                <a16:creationId xmlns:a16="http://schemas.microsoft.com/office/drawing/2014/main" id="{E2C3EAD1-8E07-34D0-E4A8-BAA8939187EB}"/>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BE6452B-330A-43C3-AFDA-6A94BA6E5F65}" type="slidenum">
              <a:rPr lang="en-US" altLang="en-US" sz="1200" b="1">
                <a:solidFill>
                  <a:srgbClr val="1C1C1C"/>
                </a:solidFill>
              </a:rPr>
              <a:pPr eaLnBrk="1" hangingPunct="1">
                <a:spcBef>
                  <a:spcPct val="0"/>
                </a:spcBef>
                <a:buClrTx/>
                <a:buFontTx/>
                <a:buNone/>
              </a:pPr>
              <a:t>83</a:t>
            </a:fld>
            <a:endParaRPr lang="en-US" altLang="en-US" sz="1200" b="1">
              <a:solidFill>
                <a:srgbClr val="1C1C1C"/>
              </a:solidFill>
            </a:endParaRPr>
          </a:p>
        </p:txBody>
      </p:sp>
      <p:sp>
        <p:nvSpPr>
          <p:cNvPr id="124931" name="Rectangle 6">
            <a:extLst>
              <a:ext uri="{FF2B5EF4-FFF2-40B4-BE49-F238E27FC236}">
                <a16:creationId xmlns:a16="http://schemas.microsoft.com/office/drawing/2014/main" id="{C976F5EC-38AD-75C9-D701-0BAD5F8641DD}"/>
              </a:ext>
            </a:extLst>
          </p:cNvPr>
          <p:cNvSpPr>
            <a:spLocks noChangeArrowheads="1"/>
          </p:cNvSpPr>
          <p:nvPr/>
        </p:nvSpPr>
        <p:spPr bwMode="auto">
          <a:xfrm>
            <a:off x="647700" y="3900488"/>
            <a:ext cx="83439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Next nine digits are the NIIN</a:t>
            </a:r>
          </a:p>
          <a:p>
            <a:pPr eaLnBrk="1" hangingPunct="1">
              <a:buClr>
                <a:schemeClr val="bg2"/>
              </a:buClr>
              <a:buFontTx/>
              <a:buChar char="•"/>
            </a:pPr>
            <a:endParaRPr lang="en-US" altLang="en-US" sz="2200"/>
          </a:p>
          <a:p>
            <a:pPr eaLnBrk="1" hangingPunct="1">
              <a:buClr>
                <a:schemeClr val="bg2"/>
              </a:buClr>
              <a:buFontTx/>
              <a:buChar char="•"/>
            </a:pPr>
            <a:r>
              <a:rPr lang="en-US" altLang="en-US" sz="2200"/>
              <a:t> NIIN differentiates individual supply items</a:t>
            </a:r>
          </a:p>
          <a:p>
            <a:pPr eaLnBrk="1" hangingPunct="1">
              <a:buClr>
                <a:schemeClr val="bg2"/>
              </a:buClr>
              <a:buFontTx/>
              <a:buChar char="•"/>
            </a:pPr>
            <a:endParaRPr lang="en-US" altLang="en-US" sz="2200"/>
          </a:p>
          <a:p>
            <a:pPr eaLnBrk="1" hangingPunct="1">
              <a:buClr>
                <a:schemeClr val="bg2"/>
              </a:buClr>
              <a:buFontTx/>
              <a:buChar char="•"/>
            </a:pPr>
            <a:r>
              <a:rPr lang="en-US" altLang="en-US" sz="2200"/>
              <a:t> Within NIIN is the NCB code (first two digits)</a:t>
            </a:r>
          </a:p>
          <a:p>
            <a:pPr eaLnBrk="1" hangingPunct="1">
              <a:buClr>
                <a:schemeClr val="bg2"/>
              </a:buClr>
              <a:buFontTx/>
              <a:buNone/>
            </a:pPr>
            <a:endParaRPr lang="en-US" altLang="en-US" sz="1800"/>
          </a:p>
        </p:txBody>
      </p:sp>
      <p:pic>
        <p:nvPicPr>
          <p:cNvPr id="124932" name="Picture 7" descr="NSN_2">
            <a:extLst>
              <a:ext uri="{FF2B5EF4-FFF2-40B4-BE49-F238E27FC236}">
                <a16:creationId xmlns:a16="http://schemas.microsoft.com/office/drawing/2014/main" id="{DEDA2EB2-8FE0-C56D-7905-547AB94C2E7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1174750"/>
            <a:ext cx="8743950" cy="2965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4933" name="TextBox 6">
            <a:extLst>
              <a:ext uri="{FF2B5EF4-FFF2-40B4-BE49-F238E27FC236}">
                <a16:creationId xmlns:a16="http://schemas.microsoft.com/office/drawing/2014/main" id="{023A85A7-7709-0365-6937-EA6D1812F66B}"/>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5953" name="Text Box 3">
            <a:extLst>
              <a:ext uri="{FF2B5EF4-FFF2-40B4-BE49-F238E27FC236}">
                <a16:creationId xmlns:a16="http://schemas.microsoft.com/office/drawing/2014/main" id="{BD91FED9-E3C6-D8D8-F4CF-0C8F6E3B48D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F413D7E-36B2-42F1-B0A6-D7188989C818}" type="slidenum">
              <a:rPr lang="en-US" altLang="en-US" sz="1200" b="1">
                <a:solidFill>
                  <a:srgbClr val="1C1C1C"/>
                </a:solidFill>
              </a:rPr>
              <a:pPr eaLnBrk="1" hangingPunct="1">
                <a:spcBef>
                  <a:spcPct val="0"/>
                </a:spcBef>
                <a:buClrTx/>
                <a:buFontTx/>
                <a:buNone/>
              </a:pPr>
              <a:t>84</a:t>
            </a:fld>
            <a:endParaRPr lang="en-US" altLang="en-US" sz="1200" b="1">
              <a:solidFill>
                <a:srgbClr val="1C1C1C"/>
              </a:solidFill>
            </a:endParaRPr>
          </a:p>
        </p:txBody>
      </p:sp>
      <p:sp>
        <p:nvSpPr>
          <p:cNvPr id="125954" name="Rectangle 5">
            <a:extLst>
              <a:ext uri="{FF2B5EF4-FFF2-40B4-BE49-F238E27FC236}">
                <a16:creationId xmlns:a16="http://schemas.microsoft.com/office/drawing/2014/main" id="{34493984-C1D3-42A7-64E3-CA7E2550C88C}"/>
              </a:ext>
            </a:extLst>
          </p:cNvPr>
          <p:cNvSpPr>
            <a:spLocks noChangeArrowheads="1"/>
          </p:cNvSpPr>
          <p:nvPr/>
        </p:nvSpPr>
        <p:spPr bwMode="auto">
          <a:xfrm>
            <a:off x="647700" y="990600"/>
            <a:ext cx="83439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NCB identifies country that cataloged item</a:t>
            </a:r>
          </a:p>
          <a:p>
            <a:pPr eaLnBrk="1" hangingPunct="1">
              <a:buClr>
                <a:schemeClr val="bg2"/>
              </a:buClr>
              <a:buFontTx/>
              <a:buChar char="•"/>
            </a:pPr>
            <a:endParaRPr lang="en-US" altLang="en-US" sz="2400"/>
          </a:p>
          <a:p>
            <a:pPr eaLnBrk="1" hangingPunct="1">
              <a:buClr>
                <a:schemeClr val="bg2"/>
              </a:buClr>
              <a:buFontTx/>
              <a:buChar char="•"/>
            </a:pPr>
            <a:r>
              <a:rPr lang="en-US" altLang="en-US" sz="2400"/>
              <a:t> US items have NCB of 00 or 01</a:t>
            </a:r>
          </a:p>
          <a:p>
            <a:pPr eaLnBrk="1" hangingPunct="1">
              <a:buClr>
                <a:schemeClr val="bg2"/>
              </a:buClr>
              <a:buFontTx/>
              <a:buChar char="•"/>
            </a:pPr>
            <a:endParaRPr lang="en-US" altLang="en-US" sz="1800"/>
          </a:p>
          <a:p>
            <a:pPr eaLnBrk="1" hangingPunct="1">
              <a:buClr>
                <a:schemeClr val="bg2"/>
              </a:buClr>
              <a:buFontTx/>
              <a:buNone/>
            </a:pPr>
            <a:endParaRPr lang="en-US" altLang="en-US" sz="1800"/>
          </a:p>
          <a:p>
            <a:pPr eaLnBrk="1" hangingPunct="1">
              <a:buClr>
                <a:schemeClr val="bg2"/>
              </a:buClr>
              <a:buFontTx/>
              <a:buNone/>
            </a:pPr>
            <a:endParaRPr lang="en-US" altLang="en-US" sz="1800"/>
          </a:p>
        </p:txBody>
      </p:sp>
      <p:pic>
        <p:nvPicPr>
          <p:cNvPr id="125955" name="Picture 7" descr="NCB">
            <a:extLst>
              <a:ext uri="{FF2B5EF4-FFF2-40B4-BE49-F238E27FC236}">
                <a16:creationId xmlns:a16="http://schemas.microsoft.com/office/drawing/2014/main" id="{67FD8A48-ACD7-D665-529F-297E1182FD5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191000" y="2787650"/>
            <a:ext cx="4557713" cy="3609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5956" name="TextBox 6">
            <a:extLst>
              <a:ext uri="{FF2B5EF4-FFF2-40B4-BE49-F238E27FC236}">
                <a16:creationId xmlns:a16="http://schemas.microsoft.com/office/drawing/2014/main" id="{26524266-1B4C-7165-80B9-68C050AB4BB9}"/>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977" name="Rectangle 2">
            <a:extLst>
              <a:ext uri="{FF2B5EF4-FFF2-40B4-BE49-F238E27FC236}">
                <a16:creationId xmlns:a16="http://schemas.microsoft.com/office/drawing/2014/main" id="{11D7B35A-0BDC-0272-6067-18FFF4CE54F8}"/>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26978" name="Text Box 3">
            <a:extLst>
              <a:ext uri="{FF2B5EF4-FFF2-40B4-BE49-F238E27FC236}">
                <a16:creationId xmlns:a16="http://schemas.microsoft.com/office/drawing/2014/main" id="{EAD1F0E6-6F61-D2EE-72F3-63F5267CC36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CE5997B-DB9D-4C71-A769-298D4C83102D}" type="slidenum">
              <a:rPr lang="en-US" altLang="en-US" sz="1200" b="1">
                <a:solidFill>
                  <a:srgbClr val="1C1C1C"/>
                </a:solidFill>
              </a:rPr>
              <a:pPr eaLnBrk="1" hangingPunct="1">
                <a:spcBef>
                  <a:spcPct val="0"/>
                </a:spcBef>
                <a:buClrTx/>
                <a:buFontTx/>
                <a:buNone/>
              </a:pPr>
              <a:t>85</a:t>
            </a:fld>
            <a:endParaRPr lang="en-US" altLang="en-US" sz="1200" b="1">
              <a:solidFill>
                <a:srgbClr val="1C1C1C"/>
              </a:solidFill>
            </a:endParaRPr>
          </a:p>
        </p:txBody>
      </p:sp>
      <p:sp>
        <p:nvSpPr>
          <p:cNvPr id="126979" name="Rectangle 5">
            <a:extLst>
              <a:ext uri="{FF2B5EF4-FFF2-40B4-BE49-F238E27FC236}">
                <a16:creationId xmlns:a16="http://schemas.microsoft.com/office/drawing/2014/main" id="{21228B39-7D6E-1C3F-3EA2-54F7686C0DB9}"/>
              </a:ext>
            </a:extLst>
          </p:cNvPr>
          <p:cNvSpPr>
            <a:spLocks noChangeArrowheads="1"/>
          </p:cNvSpPr>
          <p:nvPr/>
        </p:nvSpPr>
        <p:spPr bwMode="auto">
          <a:xfrm>
            <a:off x="647700" y="4114800"/>
            <a:ext cx="8343900" cy="2514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Remaining seven digits of NIIN are unique FLIS identification numbers</a:t>
            </a:r>
          </a:p>
          <a:p>
            <a:pPr eaLnBrk="1" hangingPunct="1">
              <a:buClr>
                <a:schemeClr val="bg2"/>
              </a:buClr>
              <a:buFontTx/>
              <a:buChar char="•"/>
            </a:pPr>
            <a:endParaRPr lang="en-US" altLang="en-US" sz="2000"/>
          </a:p>
          <a:p>
            <a:pPr eaLnBrk="1" hangingPunct="1">
              <a:buClr>
                <a:schemeClr val="bg2"/>
              </a:buClr>
              <a:buFontTx/>
              <a:buChar char="•"/>
            </a:pPr>
            <a:r>
              <a:rPr lang="en-US" altLang="en-US" sz="2000"/>
              <a:t> NIIN stays with item while it is in supply</a:t>
            </a:r>
          </a:p>
          <a:p>
            <a:pPr eaLnBrk="1" hangingPunct="1">
              <a:buClr>
                <a:schemeClr val="bg2"/>
              </a:buClr>
              <a:buFontTx/>
              <a:buChar char="•"/>
            </a:pPr>
            <a:endParaRPr lang="en-US" altLang="en-US" sz="2000"/>
          </a:p>
          <a:p>
            <a:pPr eaLnBrk="1" hangingPunct="1">
              <a:buClr>
                <a:schemeClr val="bg2"/>
              </a:buClr>
              <a:buFontTx/>
              <a:buChar char="•"/>
            </a:pPr>
            <a:r>
              <a:rPr lang="en-US" altLang="en-US" sz="2000"/>
              <a:t> API indentures by part number/CAGE, not NIIN</a:t>
            </a:r>
          </a:p>
          <a:p>
            <a:pPr eaLnBrk="1" hangingPunct="1">
              <a:buClr>
                <a:schemeClr val="bg2"/>
              </a:buClr>
              <a:buFontTx/>
              <a:buNone/>
            </a:pPr>
            <a:endParaRPr lang="en-US" altLang="en-US" sz="1800"/>
          </a:p>
        </p:txBody>
      </p:sp>
      <p:pic>
        <p:nvPicPr>
          <p:cNvPr id="126980" name="Picture 6" descr="NSN_2">
            <a:extLst>
              <a:ext uri="{FF2B5EF4-FFF2-40B4-BE49-F238E27FC236}">
                <a16:creationId xmlns:a16="http://schemas.microsoft.com/office/drawing/2014/main" id="{D31EAB26-ADAA-59EC-4B45-72C02F731ED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1298575"/>
            <a:ext cx="8743950" cy="28416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6981" name="TextBox 6">
            <a:extLst>
              <a:ext uri="{FF2B5EF4-FFF2-40B4-BE49-F238E27FC236}">
                <a16:creationId xmlns:a16="http://schemas.microsoft.com/office/drawing/2014/main" id="{D049B361-B3DB-658E-B7D6-043796FDD57A}"/>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8001" name="Picture 7" descr="NSN_3">
            <a:extLst>
              <a:ext uri="{FF2B5EF4-FFF2-40B4-BE49-F238E27FC236}">
                <a16:creationId xmlns:a16="http://schemas.microsoft.com/office/drawing/2014/main" id="{D0375DC1-C94E-39FC-7F0F-CEF3F4EC54C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1106488"/>
            <a:ext cx="8743950" cy="2978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8002" name="Text Box 3">
            <a:extLst>
              <a:ext uri="{FF2B5EF4-FFF2-40B4-BE49-F238E27FC236}">
                <a16:creationId xmlns:a16="http://schemas.microsoft.com/office/drawing/2014/main" id="{D7E09F78-6B19-C5C8-4E38-3D4B4DD5BEC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FD432C6-C8C4-48CD-8E6F-19319D22E8EA}" type="slidenum">
              <a:rPr lang="en-US" altLang="en-US" sz="1200" b="1">
                <a:solidFill>
                  <a:srgbClr val="1C1C1C"/>
                </a:solidFill>
              </a:rPr>
              <a:pPr eaLnBrk="1" hangingPunct="1">
                <a:spcBef>
                  <a:spcPct val="0"/>
                </a:spcBef>
                <a:buClrTx/>
                <a:buFontTx/>
                <a:buNone/>
              </a:pPr>
              <a:t>86</a:t>
            </a:fld>
            <a:endParaRPr lang="en-US" altLang="en-US" sz="1200" b="1">
              <a:solidFill>
                <a:srgbClr val="1C1C1C"/>
              </a:solidFill>
            </a:endParaRPr>
          </a:p>
        </p:txBody>
      </p:sp>
      <p:sp>
        <p:nvSpPr>
          <p:cNvPr id="128003" name="Rectangle 5">
            <a:extLst>
              <a:ext uri="{FF2B5EF4-FFF2-40B4-BE49-F238E27FC236}">
                <a16:creationId xmlns:a16="http://schemas.microsoft.com/office/drawing/2014/main" id="{A6CA2670-DEB8-558F-43B1-3C95174B2792}"/>
              </a:ext>
            </a:extLst>
          </p:cNvPr>
          <p:cNvSpPr>
            <a:spLocks noChangeArrowheads="1"/>
          </p:cNvSpPr>
          <p:nvPr/>
        </p:nvSpPr>
        <p:spPr bwMode="auto">
          <a:xfrm>
            <a:off x="647700" y="2811463"/>
            <a:ext cx="83439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15 digit NSNs contain the MMAC code</a:t>
            </a:r>
          </a:p>
          <a:p>
            <a:pPr eaLnBrk="1" hangingPunct="1">
              <a:buClr>
                <a:schemeClr val="bg2"/>
              </a:buClr>
              <a:buFontTx/>
              <a:buChar char="•"/>
            </a:pPr>
            <a:endParaRPr lang="en-US" altLang="en-US" sz="1800"/>
          </a:p>
          <a:p>
            <a:pPr eaLnBrk="1" hangingPunct="1">
              <a:buClr>
                <a:schemeClr val="bg2"/>
              </a:buClr>
              <a:buFontTx/>
              <a:buChar char="•"/>
            </a:pPr>
            <a:r>
              <a:rPr lang="en-US" altLang="en-US" sz="1800"/>
              <a:t> </a:t>
            </a:r>
            <a:r>
              <a:rPr lang="en-US" altLang="en-US" sz="2200"/>
              <a:t>Two-position MMAC identifies: </a:t>
            </a:r>
          </a:p>
          <a:p>
            <a:pPr lvl="1" eaLnBrk="1" hangingPunct="1">
              <a:buClr>
                <a:schemeClr val="bg2"/>
              </a:buClr>
              <a:buFontTx/>
              <a:buChar char="•"/>
            </a:pPr>
            <a:r>
              <a:rPr lang="en-US" altLang="en-US" sz="2200"/>
              <a:t>Items used on only one weapon system</a:t>
            </a:r>
          </a:p>
          <a:p>
            <a:pPr lvl="1" eaLnBrk="1" hangingPunct="1">
              <a:buClr>
                <a:schemeClr val="bg2"/>
              </a:buClr>
              <a:buFontTx/>
              <a:buChar char="•"/>
            </a:pPr>
            <a:r>
              <a:rPr lang="en-US" altLang="en-US" sz="2200"/>
              <a:t>Special items that require special management</a:t>
            </a:r>
          </a:p>
          <a:p>
            <a:pPr lvl="1" eaLnBrk="1" hangingPunct="1">
              <a:buClr>
                <a:schemeClr val="bg2"/>
              </a:buClr>
              <a:buFontTx/>
              <a:buChar char="•"/>
            </a:pPr>
            <a:r>
              <a:rPr lang="en-US" altLang="en-US" sz="2200"/>
              <a:t>Items managed by someone other than FSC manager</a:t>
            </a:r>
          </a:p>
          <a:p>
            <a:pPr eaLnBrk="1" hangingPunct="1">
              <a:buClr>
                <a:schemeClr val="bg2"/>
              </a:buClr>
              <a:buFontTx/>
              <a:buChar char="•"/>
            </a:pPr>
            <a:endParaRPr lang="en-US" altLang="en-US" sz="2200"/>
          </a:p>
          <a:p>
            <a:pPr eaLnBrk="1" hangingPunct="1">
              <a:buClr>
                <a:schemeClr val="bg2"/>
              </a:buClr>
              <a:buFontTx/>
              <a:buChar char="•"/>
            </a:pPr>
            <a:r>
              <a:rPr lang="en-US" altLang="en-US" sz="2200"/>
              <a:t> All non-DLA items have MMAC codes</a:t>
            </a:r>
          </a:p>
          <a:p>
            <a:pPr eaLnBrk="1" hangingPunct="1">
              <a:buClr>
                <a:schemeClr val="bg2"/>
              </a:buClr>
              <a:buFontTx/>
              <a:buNone/>
            </a:pPr>
            <a:endParaRPr lang="en-US" altLang="en-US" sz="1800"/>
          </a:p>
        </p:txBody>
      </p:sp>
      <p:sp>
        <p:nvSpPr>
          <p:cNvPr id="128004" name="TextBox 6">
            <a:extLst>
              <a:ext uri="{FF2B5EF4-FFF2-40B4-BE49-F238E27FC236}">
                <a16:creationId xmlns:a16="http://schemas.microsoft.com/office/drawing/2014/main" id="{CC88283E-BCAF-80AA-7EA0-DD1FD04ED53E}"/>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9025" name="Rectangle 3">
            <a:extLst>
              <a:ext uri="{FF2B5EF4-FFF2-40B4-BE49-F238E27FC236}">
                <a16:creationId xmlns:a16="http://schemas.microsoft.com/office/drawing/2014/main" id="{32FDF16E-156B-4CCE-B966-3AE4C68B0580}"/>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29026" name="Text Box 4">
            <a:extLst>
              <a:ext uri="{FF2B5EF4-FFF2-40B4-BE49-F238E27FC236}">
                <a16:creationId xmlns:a16="http://schemas.microsoft.com/office/drawing/2014/main" id="{B00969BD-0807-0AC3-A4FA-81728EAD82E7}"/>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BF8FF4B5-7030-4580-B279-73983DB8BEBE}" type="slidenum">
              <a:rPr lang="en-US" altLang="en-US" sz="1200" b="1">
                <a:solidFill>
                  <a:srgbClr val="1C1C1C"/>
                </a:solidFill>
              </a:rPr>
              <a:pPr eaLnBrk="1" hangingPunct="1">
                <a:spcBef>
                  <a:spcPct val="0"/>
                </a:spcBef>
                <a:buClrTx/>
                <a:buFontTx/>
                <a:buNone/>
              </a:pPr>
              <a:t>87</a:t>
            </a:fld>
            <a:endParaRPr lang="en-US" altLang="en-US" sz="1200" b="1">
              <a:solidFill>
                <a:srgbClr val="1C1C1C"/>
              </a:solidFill>
            </a:endParaRPr>
          </a:p>
        </p:txBody>
      </p:sp>
      <p:pic>
        <p:nvPicPr>
          <p:cNvPr id="129027" name="Picture 7" descr="NSN_4">
            <a:extLst>
              <a:ext uri="{FF2B5EF4-FFF2-40B4-BE49-F238E27FC236}">
                <a16:creationId xmlns:a16="http://schemas.microsoft.com/office/drawing/2014/main" id="{0EAF0ED5-FC37-57B5-6939-43C9990372D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025" y="1150938"/>
            <a:ext cx="8743950" cy="30019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29028" name="Rectangle 8">
            <a:extLst>
              <a:ext uri="{FF2B5EF4-FFF2-40B4-BE49-F238E27FC236}">
                <a16:creationId xmlns:a16="http://schemas.microsoft.com/office/drawing/2014/main" id="{BD1E73A9-405C-2109-CF8C-6EFAA284136F}"/>
              </a:ext>
            </a:extLst>
          </p:cNvPr>
          <p:cNvSpPr>
            <a:spLocks noChangeArrowheads="1"/>
          </p:cNvSpPr>
          <p:nvPr/>
        </p:nvSpPr>
        <p:spPr bwMode="auto">
          <a:xfrm>
            <a:off x="647700" y="4114800"/>
            <a:ext cx="8267700" cy="2463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400"/>
              <a:t> NSNs determine location of management responsibility</a:t>
            </a:r>
          </a:p>
          <a:p>
            <a:pPr eaLnBrk="1" hangingPunct="1">
              <a:buClr>
                <a:schemeClr val="bg2"/>
              </a:buClr>
              <a:buFontTx/>
              <a:buNone/>
            </a:pPr>
            <a:endParaRPr lang="en-US" altLang="en-US" sz="2400"/>
          </a:p>
          <a:p>
            <a:pPr eaLnBrk="1" hangingPunct="1">
              <a:buClr>
                <a:schemeClr val="bg2"/>
              </a:buClr>
              <a:buFontTx/>
              <a:buChar char="•"/>
            </a:pPr>
            <a:r>
              <a:rPr lang="en-US" altLang="en-US" sz="2400"/>
              <a:t> MMAC code always takes precedence over FSC</a:t>
            </a:r>
          </a:p>
          <a:p>
            <a:pPr eaLnBrk="1" hangingPunct="1">
              <a:buClr>
                <a:schemeClr val="bg2"/>
              </a:buClr>
              <a:buFontTx/>
              <a:buNone/>
            </a:pPr>
            <a:endParaRPr lang="en-US" altLang="en-US" sz="2400"/>
          </a:p>
        </p:txBody>
      </p:sp>
      <p:sp>
        <p:nvSpPr>
          <p:cNvPr id="129029" name="TextBox 6">
            <a:extLst>
              <a:ext uri="{FF2B5EF4-FFF2-40B4-BE49-F238E27FC236}">
                <a16:creationId xmlns:a16="http://schemas.microsoft.com/office/drawing/2014/main" id="{4423E31F-BB2A-9295-BC14-156B1738A707}"/>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0049" name="Rectangle 2">
            <a:extLst>
              <a:ext uri="{FF2B5EF4-FFF2-40B4-BE49-F238E27FC236}">
                <a16:creationId xmlns:a16="http://schemas.microsoft.com/office/drawing/2014/main" id="{F4733DAA-27C5-08F7-7F64-59BBC933A78B}"/>
              </a:ext>
            </a:extLst>
          </p:cNvPr>
          <p:cNvSpPr>
            <a:spLocks noGrp="1" noChangeArrowheads="1"/>
          </p:cNvSpPr>
          <p:nvPr>
            <p:ph type="title"/>
          </p:nvPr>
        </p:nvSpPr>
        <p:spPr>
          <a:xfrm>
            <a:off x="2514600" y="12700"/>
            <a:ext cx="4114800" cy="317500"/>
          </a:xfrm>
        </p:spPr>
        <p:txBody>
          <a:bodyPr/>
          <a:lstStyle/>
          <a:p>
            <a:pPr eaLnBrk="1" hangingPunct="1"/>
            <a:r>
              <a:rPr lang="en-US" altLang="en-US" sz="1800">
                <a:solidFill>
                  <a:srgbClr val="FFFFFF"/>
                </a:solidFill>
                <a:latin typeface="Arial Unicode MS" panose="020B0604020202020204" pitchFamily="34" charset="-128"/>
              </a:rPr>
              <a:t>Module 2 – Terms and Definitions</a:t>
            </a:r>
          </a:p>
        </p:txBody>
      </p:sp>
      <p:sp>
        <p:nvSpPr>
          <p:cNvPr id="130050" name="Text Box 3">
            <a:extLst>
              <a:ext uri="{FF2B5EF4-FFF2-40B4-BE49-F238E27FC236}">
                <a16:creationId xmlns:a16="http://schemas.microsoft.com/office/drawing/2014/main" id="{AF92E64C-5906-0E8E-6F2C-952E8FE75EFA}"/>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2CD9838E-40E4-4D6B-BF77-852C1DA2009D}" type="slidenum">
              <a:rPr lang="en-US" altLang="en-US" sz="1200" b="1">
                <a:solidFill>
                  <a:srgbClr val="1C1C1C"/>
                </a:solidFill>
              </a:rPr>
              <a:pPr eaLnBrk="1" hangingPunct="1">
                <a:spcBef>
                  <a:spcPct val="0"/>
                </a:spcBef>
                <a:buClrTx/>
                <a:buFontTx/>
                <a:buNone/>
              </a:pPr>
              <a:t>88</a:t>
            </a:fld>
            <a:endParaRPr lang="en-US" altLang="en-US" sz="1200" b="1">
              <a:solidFill>
                <a:srgbClr val="1C1C1C"/>
              </a:solidFill>
            </a:endParaRPr>
          </a:p>
        </p:txBody>
      </p:sp>
      <p:sp>
        <p:nvSpPr>
          <p:cNvPr id="130051" name="Rectangle 4">
            <a:extLst>
              <a:ext uri="{FF2B5EF4-FFF2-40B4-BE49-F238E27FC236}">
                <a16:creationId xmlns:a16="http://schemas.microsoft.com/office/drawing/2014/main" id="{C33BD5A7-12C9-4256-8180-C01F39A8ECDB}"/>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2d</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130052" name="TextBox 5">
            <a:extLst>
              <a:ext uri="{FF2B5EF4-FFF2-40B4-BE49-F238E27FC236}">
                <a16:creationId xmlns:a16="http://schemas.microsoft.com/office/drawing/2014/main" id="{917F84AA-8E19-C996-D2AA-41AEF8B0EC50}"/>
              </a:ext>
            </a:extLst>
          </p:cNvPr>
          <p:cNvSpPr txBox="1">
            <a:spLocks noChangeArrowheads="1"/>
          </p:cNvSpPr>
          <p:nvPr/>
        </p:nvSpPr>
        <p:spPr bwMode="auto">
          <a:xfrm>
            <a:off x="1208088" y="247650"/>
            <a:ext cx="6840537" cy="5857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Terms and Definitions</a:t>
            </a:r>
          </a:p>
        </p:txBody>
      </p:sp>
    </p:spTree>
  </p:cSld>
  <p:clrMapOvr>
    <a:masterClrMapping/>
  </p:clrMapOvr>
  <p:transition/>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1073" name="Rectangle 2">
            <a:extLst>
              <a:ext uri="{FF2B5EF4-FFF2-40B4-BE49-F238E27FC236}">
                <a16:creationId xmlns:a16="http://schemas.microsoft.com/office/drawing/2014/main" id="{7EEBB158-C8CD-D189-B3C0-A60C07E0C367}"/>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31074" name="Text Box 3">
            <a:extLst>
              <a:ext uri="{FF2B5EF4-FFF2-40B4-BE49-F238E27FC236}">
                <a16:creationId xmlns:a16="http://schemas.microsoft.com/office/drawing/2014/main" id="{3E61EFD4-E650-A22E-BD19-53875AF6C4C7}"/>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4498DC6-A0AE-4B01-80C9-EB33ABA09EA8}" type="slidenum">
              <a:rPr lang="en-US" altLang="en-US" sz="1200" b="1">
                <a:solidFill>
                  <a:srgbClr val="1C1C1C"/>
                </a:solidFill>
              </a:rPr>
              <a:pPr eaLnBrk="1" hangingPunct="1">
                <a:spcBef>
                  <a:spcPct val="0"/>
                </a:spcBef>
                <a:buClrTx/>
                <a:buFontTx/>
                <a:buNone/>
              </a:pPr>
              <a:t>89</a:t>
            </a:fld>
            <a:endParaRPr lang="en-US" altLang="en-US" sz="1200" b="1">
              <a:solidFill>
                <a:srgbClr val="1C1C1C"/>
              </a:solidFill>
            </a:endParaRPr>
          </a:p>
        </p:txBody>
      </p:sp>
      <p:sp>
        <p:nvSpPr>
          <p:cNvPr id="131075" name="Rectangle 4">
            <a:extLst>
              <a:ext uri="{FF2B5EF4-FFF2-40B4-BE49-F238E27FC236}">
                <a16:creationId xmlns:a16="http://schemas.microsoft.com/office/drawing/2014/main" id="{26E66C69-10A4-4CE7-1581-E04AA3F5330D}"/>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3a</a:t>
            </a:r>
          </a:p>
          <a:p>
            <a:pPr algn="ctr" eaLnBrk="1" hangingPunct="1">
              <a:buClr>
                <a:schemeClr val="bg2"/>
              </a:buClr>
              <a:buFontTx/>
              <a:buNone/>
            </a:pPr>
            <a:endParaRPr lang="en-US" altLang="en-US" b="1"/>
          </a:p>
          <a:p>
            <a:pPr algn="ctr" eaLnBrk="1" hangingPunct="1">
              <a:buClr>
                <a:schemeClr val="bg2"/>
              </a:buClr>
              <a:buFontTx/>
              <a:buNone/>
            </a:pPr>
            <a:r>
              <a:rPr lang="en-US" altLang="en-US" b="1"/>
              <a:t>Applications</a:t>
            </a:r>
            <a:endParaRPr lang="en-US" altLang="en-US" b="1">
              <a:solidFill>
                <a:schemeClr val="bg2"/>
              </a:solidFill>
            </a:endParaRPr>
          </a:p>
        </p:txBody>
      </p:sp>
      <p:sp>
        <p:nvSpPr>
          <p:cNvPr id="131076" name="TextBox 4">
            <a:extLst>
              <a:ext uri="{FF2B5EF4-FFF2-40B4-BE49-F238E27FC236}">
                <a16:creationId xmlns:a16="http://schemas.microsoft.com/office/drawing/2014/main" id="{5F7911BB-5D1C-E67C-1565-B132CE233805}"/>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097" name="Rectangle 2">
            <a:extLst>
              <a:ext uri="{FF2B5EF4-FFF2-40B4-BE49-F238E27FC236}">
                <a16:creationId xmlns:a16="http://schemas.microsoft.com/office/drawing/2014/main" id="{311DBAEA-4DD5-A623-81DF-0B4DDA9119E7}"/>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32098" name="Text Box 3">
            <a:extLst>
              <a:ext uri="{FF2B5EF4-FFF2-40B4-BE49-F238E27FC236}">
                <a16:creationId xmlns:a16="http://schemas.microsoft.com/office/drawing/2014/main" id="{A502CD86-AEC0-38D9-B3A0-39EF41BE2ACE}"/>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242C608-3AD1-4BE6-A3D0-9234C478AA6B}" type="slidenum">
              <a:rPr lang="en-US" altLang="en-US" sz="1200" b="1">
                <a:solidFill>
                  <a:srgbClr val="1C1C1C"/>
                </a:solidFill>
              </a:rPr>
              <a:pPr eaLnBrk="1" hangingPunct="1">
                <a:spcBef>
                  <a:spcPct val="0"/>
                </a:spcBef>
                <a:buClrTx/>
                <a:buFontTx/>
                <a:buNone/>
              </a:pPr>
              <a:t>90</a:t>
            </a:fld>
            <a:endParaRPr lang="en-US" altLang="en-US" sz="1200" b="1">
              <a:solidFill>
                <a:srgbClr val="1C1C1C"/>
              </a:solidFill>
            </a:endParaRPr>
          </a:p>
        </p:txBody>
      </p:sp>
      <p:sp>
        <p:nvSpPr>
          <p:cNvPr id="132099" name="Rectangle 5">
            <a:extLst>
              <a:ext uri="{FF2B5EF4-FFF2-40B4-BE49-F238E27FC236}">
                <a16:creationId xmlns:a16="http://schemas.microsoft.com/office/drawing/2014/main" id="{4601E848-2812-4E7D-944C-0EA143CDF637}"/>
              </a:ext>
            </a:extLst>
          </p:cNvPr>
          <p:cNvSpPr>
            <a:spLocks noChangeArrowheads="1"/>
          </p:cNvSpPr>
          <p:nvPr/>
        </p:nvSpPr>
        <p:spPr bwMode="auto">
          <a:xfrm>
            <a:off x="400050" y="1646238"/>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132100" name="Rectangle 6">
            <a:extLst>
              <a:ext uri="{FF2B5EF4-FFF2-40B4-BE49-F238E27FC236}">
                <a16:creationId xmlns:a16="http://schemas.microsoft.com/office/drawing/2014/main" id="{9EEE1D5D-6BDF-813B-F212-E490A865DD0A}"/>
              </a:ext>
            </a:extLst>
          </p:cNvPr>
          <p:cNvSpPr>
            <a:spLocks noChangeArrowheads="1"/>
          </p:cNvSpPr>
          <p:nvPr/>
        </p:nvSpPr>
        <p:spPr bwMode="auto">
          <a:xfrm>
            <a:off x="647700" y="2081213"/>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400"/>
              <a:t> Looks at relationship of applications to indentures and programs</a:t>
            </a:r>
          </a:p>
          <a:p>
            <a:pPr eaLnBrk="1" hangingPunct="1">
              <a:buClr>
                <a:schemeClr val="bg2"/>
              </a:buClr>
              <a:buFontTx/>
              <a:buNone/>
            </a:pPr>
            <a:endParaRPr lang="en-US" altLang="en-US" sz="2400"/>
          </a:p>
          <a:p>
            <a:pPr eaLnBrk="1" hangingPunct="1">
              <a:buClr>
                <a:schemeClr val="bg2"/>
              </a:buClr>
              <a:buFontTx/>
              <a:buChar char="•"/>
            </a:pPr>
            <a:r>
              <a:rPr lang="en-US" altLang="en-US" sz="2400"/>
              <a:t> Outlines ES responsibilities for applications</a:t>
            </a:r>
          </a:p>
          <a:p>
            <a:pPr eaLnBrk="1" hangingPunct="1">
              <a:buClr>
                <a:schemeClr val="bg2"/>
              </a:buClr>
              <a:buFontTx/>
              <a:buNone/>
            </a:pPr>
            <a:endParaRPr lang="en-US" altLang="en-US" sz="2000"/>
          </a:p>
        </p:txBody>
      </p:sp>
      <p:sp>
        <p:nvSpPr>
          <p:cNvPr id="132101" name="TextBox 6">
            <a:extLst>
              <a:ext uri="{FF2B5EF4-FFF2-40B4-BE49-F238E27FC236}">
                <a16:creationId xmlns:a16="http://schemas.microsoft.com/office/drawing/2014/main" id="{C935639E-1C60-AEC7-0E76-AD8DF3601C08}"/>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33121" name="Picture 7" descr="Application">
            <a:extLst>
              <a:ext uri="{FF2B5EF4-FFF2-40B4-BE49-F238E27FC236}">
                <a16:creationId xmlns:a16="http://schemas.microsoft.com/office/drawing/2014/main" id="{A475A230-8383-0147-1A13-101A82119A9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76600" y="3476625"/>
            <a:ext cx="5562600" cy="2913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33122" name="Rectangle 2">
            <a:extLst>
              <a:ext uri="{FF2B5EF4-FFF2-40B4-BE49-F238E27FC236}">
                <a16:creationId xmlns:a16="http://schemas.microsoft.com/office/drawing/2014/main" id="{3ECB61E3-64FC-FEBE-1D36-9566C1E8FC78}"/>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33123" name="Text Box 3">
            <a:extLst>
              <a:ext uri="{FF2B5EF4-FFF2-40B4-BE49-F238E27FC236}">
                <a16:creationId xmlns:a16="http://schemas.microsoft.com/office/drawing/2014/main" id="{C023BFFC-181E-30D8-51FB-AE90DAF860FB}"/>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88692B6-065F-4853-8218-58C86703B7AF}" type="slidenum">
              <a:rPr lang="en-US" altLang="en-US" sz="1200" b="1">
                <a:solidFill>
                  <a:srgbClr val="1C1C1C"/>
                </a:solidFill>
              </a:rPr>
              <a:pPr eaLnBrk="1" hangingPunct="1">
                <a:spcBef>
                  <a:spcPct val="0"/>
                </a:spcBef>
                <a:buClrTx/>
                <a:buFontTx/>
                <a:buNone/>
              </a:pPr>
              <a:t>91</a:t>
            </a:fld>
            <a:endParaRPr lang="en-US" altLang="en-US" sz="1200" b="1">
              <a:solidFill>
                <a:srgbClr val="1C1C1C"/>
              </a:solidFill>
            </a:endParaRPr>
          </a:p>
        </p:txBody>
      </p:sp>
      <p:sp>
        <p:nvSpPr>
          <p:cNvPr id="133124" name="Rectangle 5">
            <a:extLst>
              <a:ext uri="{FF2B5EF4-FFF2-40B4-BE49-F238E27FC236}">
                <a16:creationId xmlns:a16="http://schemas.microsoft.com/office/drawing/2014/main" id="{2C4669F4-EEB5-B646-4EFC-88CFFF1B067F}"/>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Applications Define Relationships</a:t>
            </a:r>
            <a:endParaRPr lang="en-US" altLang="en-US" sz="2200" b="1">
              <a:solidFill>
                <a:schemeClr val="bg2"/>
              </a:solidFill>
            </a:endParaRPr>
          </a:p>
        </p:txBody>
      </p:sp>
      <p:sp>
        <p:nvSpPr>
          <p:cNvPr id="133125" name="Rectangle 6">
            <a:extLst>
              <a:ext uri="{FF2B5EF4-FFF2-40B4-BE49-F238E27FC236}">
                <a16:creationId xmlns:a16="http://schemas.microsoft.com/office/drawing/2014/main" id="{FFB1162F-FEC5-8127-E437-5917AA27D9E6}"/>
              </a:ext>
            </a:extLst>
          </p:cNvPr>
          <p:cNvSpPr>
            <a:spLocks noChangeArrowheads="1"/>
          </p:cNvSpPr>
          <p:nvPr/>
        </p:nvSpPr>
        <p:spPr bwMode="auto">
          <a:xfrm>
            <a:off x="647700" y="1460500"/>
            <a:ext cx="7734300" cy="2730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Applications portion of API distributes programs to secondary 	components </a:t>
            </a:r>
          </a:p>
          <a:p>
            <a:pPr eaLnBrk="1" hangingPunct="1">
              <a:buClr>
                <a:schemeClr val="bg2"/>
              </a:buClr>
              <a:buFontTx/>
              <a:buNone/>
            </a:pPr>
            <a:endParaRPr lang="en-US" altLang="en-US" sz="2000"/>
          </a:p>
          <a:p>
            <a:pPr eaLnBrk="1" hangingPunct="1">
              <a:buClr>
                <a:schemeClr val="bg2"/>
              </a:buClr>
              <a:buFontTx/>
              <a:buChar char="•"/>
            </a:pPr>
            <a:r>
              <a:rPr lang="en-US" altLang="en-US" sz="2000"/>
              <a:t> Applications portion defines relationship between components and higher assemblies that generate programs</a:t>
            </a:r>
          </a:p>
          <a:p>
            <a:pPr eaLnBrk="1" hangingPunct="1">
              <a:buClr>
                <a:schemeClr val="bg2"/>
              </a:buClr>
              <a:buFontTx/>
              <a:buNone/>
            </a:pPr>
            <a:endParaRPr lang="en-US" altLang="en-US" sz="2000"/>
          </a:p>
        </p:txBody>
      </p:sp>
      <p:sp>
        <p:nvSpPr>
          <p:cNvPr id="133126" name="TextBox 7">
            <a:extLst>
              <a:ext uri="{FF2B5EF4-FFF2-40B4-BE49-F238E27FC236}">
                <a16:creationId xmlns:a16="http://schemas.microsoft.com/office/drawing/2014/main" id="{4DB22093-4B78-43EA-47C1-6887D2C5F500}"/>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4145" name="Rectangle 2">
            <a:extLst>
              <a:ext uri="{FF2B5EF4-FFF2-40B4-BE49-F238E27FC236}">
                <a16:creationId xmlns:a16="http://schemas.microsoft.com/office/drawing/2014/main" id="{2F97B3C3-FF84-3C44-ED01-5A6ABF8800D2}"/>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34146" name="Text Box 3">
            <a:extLst>
              <a:ext uri="{FF2B5EF4-FFF2-40B4-BE49-F238E27FC236}">
                <a16:creationId xmlns:a16="http://schemas.microsoft.com/office/drawing/2014/main" id="{FAEB5448-EA15-D204-7F64-7A1E5CAE5C5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C3DCD8B-037F-4D0A-BA09-12EF1482C00D}" type="slidenum">
              <a:rPr lang="en-US" altLang="en-US" sz="1200" b="1">
                <a:solidFill>
                  <a:srgbClr val="1C1C1C"/>
                </a:solidFill>
              </a:rPr>
              <a:pPr eaLnBrk="1" hangingPunct="1">
                <a:spcBef>
                  <a:spcPct val="0"/>
                </a:spcBef>
                <a:buClrTx/>
                <a:buFontTx/>
                <a:buNone/>
              </a:pPr>
              <a:t>92</a:t>
            </a:fld>
            <a:endParaRPr lang="en-US" altLang="en-US" sz="1200" b="1">
              <a:solidFill>
                <a:srgbClr val="1C1C1C"/>
              </a:solidFill>
            </a:endParaRPr>
          </a:p>
        </p:txBody>
      </p:sp>
      <p:sp>
        <p:nvSpPr>
          <p:cNvPr id="134147" name="Rectangle 5">
            <a:extLst>
              <a:ext uri="{FF2B5EF4-FFF2-40B4-BE49-F238E27FC236}">
                <a16:creationId xmlns:a16="http://schemas.microsoft.com/office/drawing/2014/main" id="{471936C6-5AB6-497A-9F27-40DB60E7DC6B}"/>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Selection</a:t>
            </a:r>
            <a:endParaRPr lang="en-US" altLang="en-US" sz="2200" b="1">
              <a:solidFill>
                <a:schemeClr val="bg2"/>
              </a:solidFill>
            </a:endParaRPr>
          </a:p>
        </p:txBody>
      </p:sp>
      <p:sp>
        <p:nvSpPr>
          <p:cNvPr id="134148" name="Rectangle 6">
            <a:extLst>
              <a:ext uri="{FF2B5EF4-FFF2-40B4-BE49-F238E27FC236}">
                <a16:creationId xmlns:a16="http://schemas.microsoft.com/office/drawing/2014/main" id="{84247D2E-5646-EF7C-2449-79FF7DDE426B}"/>
              </a:ext>
            </a:extLst>
          </p:cNvPr>
          <p:cNvSpPr>
            <a:spLocks noChangeArrowheads="1"/>
          </p:cNvSpPr>
          <p:nvPr/>
        </p:nvSpPr>
        <p:spPr bwMode="auto">
          <a:xfrm>
            <a:off x="647700" y="1336675"/>
            <a:ext cx="8267700"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Assigns program data from application to components</a:t>
            </a:r>
          </a:p>
          <a:p>
            <a:pPr eaLnBrk="1" hangingPunct="1">
              <a:buClr>
                <a:schemeClr val="bg2"/>
              </a:buClr>
              <a:buFontTx/>
              <a:buChar char="•"/>
            </a:pPr>
            <a:endParaRPr lang="en-US" altLang="en-US" sz="2200"/>
          </a:p>
          <a:p>
            <a:pPr eaLnBrk="1" hangingPunct="1">
              <a:buClr>
                <a:schemeClr val="bg2"/>
              </a:buClr>
              <a:buFontTx/>
              <a:buChar char="•"/>
            </a:pPr>
            <a:r>
              <a:rPr lang="en-US" altLang="en-US" sz="2200"/>
              <a:t> Allows automated and manual linkage of components to applications</a:t>
            </a:r>
          </a:p>
          <a:p>
            <a:pPr eaLnBrk="1" hangingPunct="1">
              <a:buClr>
                <a:schemeClr val="bg2"/>
              </a:buClr>
              <a:buFontTx/>
              <a:buChar char="•"/>
            </a:pPr>
            <a:endParaRPr lang="en-US" altLang="en-US" sz="2200"/>
          </a:p>
          <a:p>
            <a:pPr eaLnBrk="1" hangingPunct="1">
              <a:buClr>
                <a:schemeClr val="bg2"/>
              </a:buClr>
              <a:buFontTx/>
              <a:buChar char="•"/>
            </a:pPr>
            <a:r>
              <a:rPr lang="en-US" altLang="en-US" sz="2200"/>
              <a:t> Each component must have at least one application to compute 	requirements</a:t>
            </a:r>
          </a:p>
          <a:p>
            <a:pPr eaLnBrk="1" hangingPunct="1">
              <a:buClr>
                <a:schemeClr val="bg2"/>
              </a:buClr>
              <a:buFontTx/>
              <a:buChar char="•"/>
            </a:pPr>
            <a:endParaRPr lang="en-US" altLang="en-US" sz="2200"/>
          </a:p>
          <a:p>
            <a:pPr eaLnBrk="1" hangingPunct="1">
              <a:buClr>
                <a:schemeClr val="bg2"/>
              </a:buClr>
              <a:buFontTx/>
              <a:buChar char="•"/>
            </a:pPr>
            <a:r>
              <a:rPr lang="en-US" altLang="en-US" sz="2200"/>
              <a:t> Program data are directly assigned to each application</a:t>
            </a:r>
          </a:p>
          <a:p>
            <a:pPr eaLnBrk="1" hangingPunct="1">
              <a:buClr>
                <a:schemeClr val="bg2"/>
              </a:buClr>
              <a:buFontTx/>
              <a:buChar char="•"/>
            </a:pPr>
            <a:endParaRPr lang="en-US" altLang="en-US" sz="2200"/>
          </a:p>
          <a:p>
            <a:pPr eaLnBrk="1" hangingPunct="1">
              <a:buClr>
                <a:schemeClr val="bg2"/>
              </a:buClr>
              <a:buFontTx/>
              <a:buChar char="•"/>
            </a:pPr>
            <a:r>
              <a:rPr lang="en-US" altLang="en-US" sz="2200"/>
              <a:t> Data elements unique to each application determine how much program to assign to each component</a:t>
            </a:r>
          </a:p>
          <a:p>
            <a:pPr eaLnBrk="1" hangingPunct="1">
              <a:buClr>
                <a:schemeClr val="bg2"/>
              </a:buClr>
              <a:buFontTx/>
              <a:buChar char="•"/>
            </a:pPr>
            <a:endParaRPr lang="en-US" altLang="en-US" sz="2200"/>
          </a:p>
          <a:p>
            <a:pPr eaLnBrk="1" hangingPunct="1">
              <a:buClr>
                <a:schemeClr val="bg2"/>
              </a:buClr>
              <a:buFontTx/>
              <a:buNone/>
            </a:pPr>
            <a:endParaRPr lang="en-US" altLang="en-US" sz="2200"/>
          </a:p>
        </p:txBody>
      </p:sp>
      <p:sp>
        <p:nvSpPr>
          <p:cNvPr id="134149" name="TextBox 6">
            <a:extLst>
              <a:ext uri="{FF2B5EF4-FFF2-40B4-BE49-F238E27FC236}">
                <a16:creationId xmlns:a16="http://schemas.microsoft.com/office/drawing/2014/main" id="{256AF212-E4F1-AA0C-8BB4-3249989C7392}"/>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5169" name="Rectangle 2">
            <a:extLst>
              <a:ext uri="{FF2B5EF4-FFF2-40B4-BE49-F238E27FC236}">
                <a16:creationId xmlns:a16="http://schemas.microsoft.com/office/drawing/2014/main" id="{0348C28F-8388-8C9B-CE53-F9FD648A3A10}"/>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35170" name="Text Box 3">
            <a:extLst>
              <a:ext uri="{FF2B5EF4-FFF2-40B4-BE49-F238E27FC236}">
                <a16:creationId xmlns:a16="http://schemas.microsoft.com/office/drawing/2014/main" id="{1BAFFEC0-AD27-8B33-B6E2-36B49B56E720}"/>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CC5FEEB-0CA2-465F-BAC4-5202EA42E413}" type="slidenum">
              <a:rPr lang="en-US" altLang="en-US" sz="1200" b="1">
                <a:solidFill>
                  <a:srgbClr val="1C1C1C"/>
                </a:solidFill>
              </a:rPr>
              <a:pPr eaLnBrk="1" hangingPunct="1">
                <a:spcBef>
                  <a:spcPct val="0"/>
                </a:spcBef>
                <a:buClrTx/>
                <a:buFontTx/>
                <a:buNone/>
              </a:pPr>
              <a:t>93</a:t>
            </a:fld>
            <a:endParaRPr lang="en-US" altLang="en-US" sz="1200" b="1">
              <a:solidFill>
                <a:srgbClr val="1C1C1C"/>
              </a:solidFill>
            </a:endParaRPr>
          </a:p>
        </p:txBody>
      </p:sp>
      <p:sp>
        <p:nvSpPr>
          <p:cNvPr id="135171" name="Rectangle 5">
            <a:extLst>
              <a:ext uri="{FF2B5EF4-FFF2-40B4-BE49-F238E27FC236}">
                <a16:creationId xmlns:a16="http://schemas.microsoft.com/office/drawing/2014/main" id="{0E30477F-AB57-318A-6A28-0CE641917DBA}"/>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ES Application Responsibilities</a:t>
            </a:r>
            <a:endParaRPr lang="en-US" altLang="en-US" sz="2200" b="1">
              <a:solidFill>
                <a:schemeClr val="bg2"/>
              </a:solidFill>
            </a:endParaRPr>
          </a:p>
        </p:txBody>
      </p:sp>
      <p:sp>
        <p:nvSpPr>
          <p:cNvPr id="135172" name="Rectangle 6">
            <a:extLst>
              <a:ext uri="{FF2B5EF4-FFF2-40B4-BE49-F238E27FC236}">
                <a16:creationId xmlns:a16="http://schemas.microsoft.com/office/drawing/2014/main" id="{14F834BF-E7C2-8C9D-8E7B-1675CF070665}"/>
              </a:ext>
            </a:extLst>
          </p:cNvPr>
          <p:cNvSpPr>
            <a:spLocks noChangeArrowheads="1"/>
          </p:cNvSpPr>
          <p:nvPr/>
        </p:nvSpPr>
        <p:spPr bwMode="auto">
          <a:xfrm>
            <a:off x="647700" y="1460500"/>
            <a:ext cx="4838700" cy="494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dirty="0"/>
              <a:t> </a:t>
            </a:r>
          </a:p>
          <a:p>
            <a:pPr eaLnBrk="1" hangingPunct="1">
              <a:buClr>
                <a:schemeClr val="bg2"/>
              </a:buClr>
              <a:buFontTx/>
              <a:buChar char="•"/>
            </a:pPr>
            <a:r>
              <a:rPr lang="en-US" altLang="en-US" sz="1800" dirty="0"/>
              <a:t> </a:t>
            </a:r>
            <a:r>
              <a:rPr lang="en-US" altLang="en-US" sz="2400" dirty="0"/>
              <a:t>Ensures that indentures and application data are complete and accurate</a:t>
            </a:r>
          </a:p>
          <a:p>
            <a:pPr eaLnBrk="1" hangingPunct="1">
              <a:buClr>
                <a:schemeClr val="bg2"/>
              </a:buClr>
              <a:buFontTx/>
              <a:buChar char="•"/>
            </a:pPr>
            <a:endParaRPr lang="en-US" altLang="en-US" sz="2400" dirty="0"/>
          </a:p>
          <a:p>
            <a:pPr eaLnBrk="1" hangingPunct="1">
              <a:buClr>
                <a:schemeClr val="bg2"/>
              </a:buClr>
              <a:buFontTx/>
              <a:buChar char="•"/>
            </a:pPr>
            <a:r>
              <a:rPr lang="en-US" altLang="en-US" sz="2400" dirty="0"/>
              <a:t> File maintains all needed applications into API</a:t>
            </a:r>
          </a:p>
          <a:p>
            <a:pPr eaLnBrk="1" hangingPunct="1">
              <a:buClr>
                <a:schemeClr val="bg2"/>
              </a:buClr>
              <a:buFontTx/>
              <a:buChar char="•"/>
            </a:pPr>
            <a:endParaRPr lang="en-US" altLang="en-US" sz="2400" dirty="0"/>
          </a:p>
          <a:p>
            <a:pPr eaLnBrk="1" hangingPunct="1">
              <a:buClr>
                <a:schemeClr val="bg2"/>
              </a:buClr>
              <a:buFontTx/>
              <a:buChar char="•"/>
            </a:pPr>
            <a:r>
              <a:rPr lang="en-US" altLang="en-US" sz="2400" dirty="0"/>
              <a:t> File maintains each item’s Program Selection record</a:t>
            </a:r>
          </a:p>
        </p:txBody>
      </p:sp>
      <p:pic>
        <p:nvPicPr>
          <p:cNvPr id="135173" name="Picture 7" descr="ES">
            <a:extLst>
              <a:ext uri="{FF2B5EF4-FFF2-40B4-BE49-F238E27FC236}">
                <a16:creationId xmlns:a16="http://schemas.microsoft.com/office/drawing/2014/main" id="{13F22EF8-A728-609B-F0CB-68EA2E2BDDD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461000" y="1739900"/>
            <a:ext cx="3105150" cy="36004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35174" name="TextBox 7">
            <a:extLst>
              <a:ext uri="{FF2B5EF4-FFF2-40B4-BE49-F238E27FC236}">
                <a16:creationId xmlns:a16="http://schemas.microsoft.com/office/drawing/2014/main" id="{72AF9F83-CD9D-54DD-1922-1498F142322E}"/>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6193" name="Rectangle 2">
            <a:extLst>
              <a:ext uri="{FF2B5EF4-FFF2-40B4-BE49-F238E27FC236}">
                <a16:creationId xmlns:a16="http://schemas.microsoft.com/office/drawing/2014/main" id="{73A58800-E20C-BF3E-9524-275BE65380B5}"/>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36194" name="Text Box 3">
            <a:extLst>
              <a:ext uri="{FF2B5EF4-FFF2-40B4-BE49-F238E27FC236}">
                <a16:creationId xmlns:a16="http://schemas.microsoft.com/office/drawing/2014/main" id="{A0F0C554-8524-C8E7-F7D4-D788287CE1A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9AC99AA-56BC-4265-9FFC-C342F580D36F}" type="slidenum">
              <a:rPr lang="en-US" altLang="en-US" sz="1200" b="1">
                <a:solidFill>
                  <a:srgbClr val="1C1C1C"/>
                </a:solidFill>
              </a:rPr>
              <a:pPr eaLnBrk="1" hangingPunct="1">
                <a:spcBef>
                  <a:spcPct val="0"/>
                </a:spcBef>
                <a:buClrTx/>
                <a:buFontTx/>
                <a:buNone/>
              </a:pPr>
              <a:t>94</a:t>
            </a:fld>
            <a:endParaRPr lang="en-US" altLang="en-US" sz="1200" b="1">
              <a:solidFill>
                <a:srgbClr val="1C1C1C"/>
              </a:solidFill>
            </a:endParaRPr>
          </a:p>
        </p:txBody>
      </p:sp>
      <p:sp>
        <p:nvSpPr>
          <p:cNvPr id="136195" name="Rectangle 4">
            <a:extLst>
              <a:ext uri="{FF2B5EF4-FFF2-40B4-BE49-F238E27FC236}">
                <a16:creationId xmlns:a16="http://schemas.microsoft.com/office/drawing/2014/main" id="{D4DE5D98-F35D-075F-E537-C8109FFF6FF3}"/>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3a</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136196" name="TextBox 5">
            <a:extLst>
              <a:ext uri="{FF2B5EF4-FFF2-40B4-BE49-F238E27FC236}">
                <a16:creationId xmlns:a16="http://schemas.microsoft.com/office/drawing/2014/main" id="{253EA42E-1C96-F03A-7DE3-FC5B529AB50A}"/>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7" name="Rectangle 2">
            <a:extLst>
              <a:ext uri="{FF2B5EF4-FFF2-40B4-BE49-F238E27FC236}">
                <a16:creationId xmlns:a16="http://schemas.microsoft.com/office/drawing/2014/main" id="{3ABAB6E4-860A-9BCC-CE2B-918BE99EEC1F}"/>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37218" name="Text Box 3">
            <a:extLst>
              <a:ext uri="{FF2B5EF4-FFF2-40B4-BE49-F238E27FC236}">
                <a16:creationId xmlns:a16="http://schemas.microsoft.com/office/drawing/2014/main" id="{BCAE5345-AD0B-B16D-9700-13649912EE00}"/>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BA45BCFD-D4A6-4833-8BBE-511C68D1C8DA}" type="slidenum">
              <a:rPr lang="en-US" altLang="en-US" sz="1200" b="1">
                <a:solidFill>
                  <a:srgbClr val="1C1C1C"/>
                </a:solidFill>
              </a:rPr>
              <a:pPr eaLnBrk="1" hangingPunct="1">
                <a:spcBef>
                  <a:spcPct val="0"/>
                </a:spcBef>
                <a:buClrTx/>
                <a:buFontTx/>
                <a:buNone/>
              </a:pPr>
              <a:t>95</a:t>
            </a:fld>
            <a:endParaRPr lang="en-US" altLang="en-US" sz="1200" b="1">
              <a:solidFill>
                <a:srgbClr val="1C1C1C"/>
              </a:solidFill>
            </a:endParaRPr>
          </a:p>
        </p:txBody>
      </p:sp>
      <p:sp>
        <p:nvSpPr>
          <p:cNvPr id="137219" name="Rectangle 4">
            <a:extLst>
              <a:ext uri="{FF2B5EF4-FFF2-40B4-BE49-F238E27FC236}">
                <a16:creationId xmlns:a16="http://schemas.microsoft.com/office/drawing/2014/main" id="{D0952082-C9B7-A33F-80C6-7FDB3F7B13D7}"/>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2400" b="1"/>
              <a:t>Lesson 3b</a:t>
            </a:r>
          </a:p>
          <a:p>
            <a:pPr algn="ctr" eaLnBrk="1" hangingPunct="1">
              <a:buClr>
                <a:schemeClr val="bg2"/>
              </a:buClr>
              <a:buFontTx/>
              <a:buNone/>
            </a:pPr>
            <a:endParaRPr lang="en-US" altLang="en-US" sz="2400" b="1"/>
          </a:p>
          <a:p>
            <a:pPr algn="ctr" eaLnBrk="1" hangingPunct="1">
              <a:buClr>
                <a:schemeClr val="bg2"/>
              </a:buClr>
              <a:buFontTx/>
              <a:buNone/>
            </a:pPr>
            <a:r>
              <a:rPr lang="en-US" altLang="en-US" sz="2600"/>
              <a:t>Programs</a:t>
            </a:r>
            <a:endParaRPr lang="en-US" altLang="en-US" sz="2600" b="1">
              <a:solidFill>
                <a:schemeClr val="bg2"/>
              </a:solidFill>
            </a:endParaRPr>
          </a:p>
        </p:txBody>
      </p:sp>
      <p:sp>
        <p:nvSpPr>
          <p:cNvPr id="137220" name="TextBox 4">
            <a:extLst>
              <a:ext uri="{FF2B5EF4-FFF2-40B4-BE49-F238E27FC236}">
                <a16:creationId xmlns:a16="http://schemas.microsoft.com/office/drawing/2014/main" id="{1547585E-7B14-52E3-1996-8EDA7CB358AB}"/>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8241" name="Rectangle 2">
            <a:extLst>
              <a:ext uri="{FF2B5EF4-FFF2-40B4-BE49-F238E27FC236}">
                <a16:creationId xmlns:a16="http://schemas.microsoft.com/office/drawing/2014/main" id="{92BC50F5-9A1D-0367-9F6A-CA0707BA2E1E}"/>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38242" name="Text Box 3">
            <a:extLst>
              <a:ext uri="{FF2B5EF4-FFF2-40B4-BE49-F238E27FC236}">
                <a16:creationId xmlns:a16="http://schemas.microsoft.com/office/drawing/2014/main" id="{3B32DDFF-A24F-9235-32EA-625B382F38D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1D21C5D-2D8C-4405-968F-C9AD901D88D0}" type="slidenum">
              <a:rPr lang="en-US" altLang="en-US" sz="1200" b="1">
                <a:solidFill>
                  <a:srgbClr val="1C1C1C"/>
                </a:solidFill>
              </a:rPr>
              <a:pPr eaLnBrk="1" hangingPunct="1">
                <a:spcBef>
                  <a:spcPct val="0"/>
                </a:spcBef>
                <a:buClrTx/>
                <a:buFontTx/>
                <a:buNone/>
              </a:pPr>
              <a:t>96</a:t>
            </a:fld>
            <a:endParaRPr lang="en-US" altLang="en-US" sz="1200" b="1">
              <a:solidFill>
                <a:srgbClr val="1C1C1C"/>
              </a:solidFill>
            </a:endParaRPr>
          </a:p>
        </p:txBody>
      </p:sp>
      <p:sp>
        <p:nvSpPr>
          <p:cNvPr id="138243" name="Rectangle 4">
            <a:extLst>
              <a:ext uri="{FF2B5EF4-FFF2-40B4-BE49-F238E27FC236}">
                <a16:creationId xmlns:a16="http://schemas.microsoft.com/office/drawing/2014/main" id="{FAD90239-2B7F-95C4-9D25-DF9105DC8817}"/>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38244" name="Rectangle 5">
            <a:extLst>
              <a:ext uri="{FF2B5EF4-FFF2-40B4-BE49-F238E27FC236}">
                <a16:creationId xmlns:a16="http://schemas.microsoft.com/office/drawing/2014/main" id="{1BB8E62B-6A4A-4CBF-1795-496E0ACD8A3C}"/>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138245" name="Rectangle 6">
            <a:extLst>
              <a:ext uri="{FF2B5EF4-FFF2-40B4-BE49-F238E27FC236}">
                <a16:creationId xmlns:a16="http://schemas.microsoft.com/office/drawing/2014/main" id="{1D6446BC-AF77-F2AF-55E0-47334DD9EFBE}"/>
              </a:ext>
            </a:extLst>
          </p:cNvPr>
          <p:cNvSpPr>
            <a:spLocks noChangeArrowheads="1"/>
          </p:cNvSpPr>
          <p:nvPr/>
        </p:nvSpPr>
        <p:spPr bwMode="auto">
          <a:xfrm>
            <a:off x="647700" y="1279525"/>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200"/>
              <a:t>Studies nine program types employed by applications</a:t>
            </a:r>
          </a:p>
          <a:p>
            <a:pPr eaLnBrk="1" hangingPunct="1">
              <a:buClr>
                <a:schemeClr val="bg2"/>
              </a:buClr>
              <a:buFontTx/>
              <a:buNone/>
            </a:pPr>
            <a:endParaRPr lang="en-US" altLang="en-US" sz="2200"/>
          </a:p>
          <a:p>
            <a:pPr eaLnBrk="1" hangingPunct="1">
              <a:buClr>
                <a:schemeClr val="bg2"/>
              </a:buClr>
              <a:buFontTx/>
              <a:buChar char="•"/>
            </a:pPr>
            <a:r>
              <a:rPr lang="en-US" altLang="en-US" sz="2200"/>
              <a:t> Identifies programs used most frequently</a:t>
            </a:r>
          </a:p>
          <a:p>
            <a:pPr eaLnBrk="1" hangingPunct="1">
              <a:buClr>
                <a:schemeClr val="bg2"/>
              </a:buClr>
              <a:buFontTx/>
              <a:buChar char="•"/>
            </a:pPr>
            <a:endParaRPr lang="en-US" altLang="en-US" sz="2200"/>
          </a:p>
          <a:p>
            <a:pPr eaLnBrk="1" hangingPunct="1">
              <a:buClr>
                <a:schemeClr val="bg2"/>
              </a:buClr>
              <a:buFontTx/>
              <a:buChar char="•"/>
            </a:pPr>
            <a:r>
              <a:rPr lang="en-US" altLang="en-US" sz="2200"/>
              <a:t> Explains purpose of application programs</a:t>
            </a:r>
          </a:p>
          <a:p>
            <a:pPr eaLnBrk="1" hangingPunct="1">
              <a:buClr>
                <a:schemeClr val="bg2"/>
              </a:buClr>
              <a:buFontTx/>
              <a:buChar char="•"/>
            </a:pPr>
            <a:endParaRPr lang="en-US" altLang="en-US" sz="2200"/>
          </a:p>
          <a:p>
            <a:pPr eaLnBrk="1" hangingPunct="1">
              <a:buClr>
                <a:schemeClr val="bg2"/>
              </a:buClr>
              <a:buFontTx/>
              <a:buChar char="•"/>
            </a:pPr>
            <a:r>
              <a:rPr lang="en-US" altLang="en-US" sz="2200"/>
              <a:t> Explains how past and future programs are used</a:t>
            </a:r>
          </a:p>
          <a:p>
            <a:pPr eaLnBrk="1" hangingPunct="1">
              <a:buClr>
                <a:schemeClr val="bg2"/>
              </a:buClr>
              <a:buFontTx/>
              <a:buChar char="•"/>
            </a:pPr>
            <a:endParaRPr lang="en-US" altLang="en-US" sz="2200"/>
          </a:p>
          <a:p>
            <a:pPr eaLnBrk="1" hangingPunct="1">
              <a:buClr>
                <a:schemeClr val="bg2"/>
              </a:buClr>
              <a:buFontTx/>
              <a:buChar char="•"/>
            </a:pPr>
            <a:r>
              <a:rPr lang="en-US" altLang="en-US" sz="2200"/>
              <a:t> Defines item installed program and explains how they’re computed</a:t>
            </a:r>
          </a:p>
          <a:p>
            <a:pPr eaLnBrk="1" hangingPunct="1">
              <a:buClr>
                <a:schemeClr val="bg2"/>
              </a:buClr>
              <a:buFontTx/>
              <a:buChar char="•"/>
            </a:pPr>
            <a:endParaRPr lang="en-US" altLang="en-US" sz="2200"/>
          </a:p>
          <a:p>
            <a:pPr eaLnBrk="1" hangingPunct="1">
              <a:buClr>
                <a:schemeClr val="bg2"/>
              </a:buClr>
              <a:buFontTx/>
              <a:buChar char="•"/>
            </a:pPr>
            <a:r>
              <a:rPr lang="en-US" altLang="en-US" sz="2200"/>
              <a:t> Lists sources for each program type</a:t>
            </a:r>
          </a:p>
          <a:p>
            <a:pPr eaLnBrk="1" hangingPunct="1">
              <a:buClr>
                <a:schemeClr val="bg2"/>
              </a:buClr>
              <a:buFontTx/>
              <a:buNone/>
            </a:pPr>
            <a:endParaRPr lang="en-US" altLang="en-US" sz="2200"/>
          </a:p>
        </p:txBody>
      </p:sp>
      <p:sp>
        <p:nvSpPr>
          <p:cNvPr id="138246" name="TextBox 6">
            <a:extLst>
              <a:ext uri="{FF2B5EF4-FFF2-40B4-BE49-F238E27FC236}">
                <a16:creationId xmlns:a16="http://schemas.microsoft.com/office/drawing/2014/main" id="{F9CFF732-5BB1-EF22-B80E-F4F2C17F78E2}"/>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5" name="Rectangle 2">
            <a:extLst>
              <a:ext uri="{FF2B5EF4-FFF2-40B4-BE49-F238E27FC236}">
                <a16:creationId xmlns:a16="http://schemas.microsoft.com/office/drawing/2014/main" id="{42C4AE74-5623-1972-93B1-7BB3CEBFA1BB}"/>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39266" name="Text Box 3">
            <a:extLst>
              <a:ext uri="{FF2B5EF4-FFF2-40B4-BE49-F238E27FC236}">
                <a16:creationId xmlns:a16="http://schemas.microsoft.com/office/drawing/2014/main" id="{F2BFC1EF-C0D7-BE89-6DE4-D6BBF5E04A7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05FC13B-F6E2-48DD-ACFE-1941028E6212}" type="slidenum">
              <a:rPr lang="en-US" altLang="en-US" sz="1200" b="1">
                <a:solidFill>
                  <a:srgbClr val="1C1C1C"/>
                </a:solidFill>
              </a:rPr>
              <a:pPr eaLnBrk="1" hangingPunct="1">
                <a:spcBef>
                  <a:spcPct val="0"/>
                </a:spcBef>
                <a:buClrTx/>
                <a:buFontTx/>
                <a:buNone/>
              </a:pPr>
              <a:t>97</a:t>
            </a:fld>
            <a:endParaRPr lang="en-US" altLang="en-US" sz="1200" b="1">
              <a:solidFill>
                <a:srgbClr val="1C1C1C"/>
              </a:solidFill>
            </a:endParaRPr>
          </a:p>
        </p:txBody>
      </p:sp>
      <p:sp>
        <p:nvSpPr>
          <p:cNvPr id="139267" name="Rectangle 4">
            <a:extLst>
              <a:ext uri="{FF2B5EF4-FFF2-40B4-BE49-F238E27FC236}">
                <a16:creationId xmlns:a16="http://schemas.microsoft.com/office/drawing/2014/main" id="{62F8D272-87BF-DDD8-3A16-214CC0B6FA5D}"/>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39268" name="Rectangle 5">
            <a:extLst>
              <a:ext uri="{FF2B5EF4-FFF2-40B4-BE49-F238E27FC236}">
                <a16:creationId xmlns:a16="http://schemas.microsoft.com/office/drawing/2014/main" id="{F917C99B-6E1E-E451-D9CF-CDC3F1D8502A}"/>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Types of Programs Employed by Applications</a:t>
            </a:r>
            <a:endParaRPr lang="en-US" altLang="en-US" sz="2200" b="1">
              <a:solidFill>
                <a:schemeClr val="bg2"/>
              </a:solidFill>
            </a:endParaRPr>
          </a:p>
        </p:txBody>
      </p:sp>
      <p:sp>
        <p:nvSpPr>
          <p:cNvPr id="139269" name="Rectangle 6">
            <a:extLst>
              <a:ext uri="{FF2B5EF4-FFF2-40B4-BE49-F238E27FC236}">
                <a16:creationId xmlns:a16="http://schemas.microsoft.com/office/drawing/2014/main" id="{EB72B770-9EEB-B91C-3BD4-0D7122E23AE7}"/>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Specific programs are activities which create the need for repair parts, maintenance, or overhauls</a:t>
            </a:r>
          </a:p>
          <a:p>
            <a:pPr eaLnBrk="1" hangingPunct="1">
              <a:buClr>
                <a:schemeClr val="bg2"/>
              </a:buClr>
              <a:buFontTx/>
              <a:buChar char="•"/>
            </a:pPr>
            <a:endParaRPr lang="en-US" altLang="en-US" sz="2000"/>
          </a:p>
          <a:p>
            <a:pPr eaLnBrk="1" hangingPunct="1">
              <a:buClr>
                <a:schemeClr val="bg2"/>
              </a:buClr>
              <a:buFontTx/>
              <a:buChar char="•"/>
            </a:pPr>
            <a:r>
              <a:rPr lang="en-US" altLang="en-US" sz="2000"/>
              <a:t> Eight different program types used in requirements computations</a:t>
            </a:r>
          </a:p>
        </p:txBody>
      </p:sp>
      <p:pic>
        <p:nvPicPr>
          <p:cNvPr id="139270" name="Picture 7" descr="B1">
            <a:extLst>
              <a:ext uri="{FF2B5EF4-FFF2-40B4-BE49-F238E27FC236}">
                <a16:creationId xmlns:a16="http://schemas.microsoft.com/office/drawing/2014/main" id="{78F6B7FC-75AB-4F46-FBC4-7FCC3CC076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33600" y="3530600"/>
            <a:ext cx="4924425" cy="26384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39271" name="TextBox 7">
            <a:extLst>
              <a:ext uri="{FF2B5EF4-FFF2-40B4-BE49-F238E27FC236}">
                <a16:creationId xmlns:a16="http://schemas.microsoft.com/office/drawing/2014/main" id="{E23D990D-8839-B910-8B20-1C82DEE7AB4B}"/>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89" name="Rectangle 2">
            <a:extLst>
              <a:ext uri="{FF2B5EF4-FFF2-40B4-BE49-F238E27FC236}">
                <a16:creationId xmlns:a16="http://schemas.microsoft.com/office/drawing/2014/main" id="{7DA9C8B5-D3B2-E952-16F2-EBB3A0A39AC1}"/>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40290" name="Text Box 3">
            <a:extLst>
              <a:ext uri="{FF2B5EF4-FFF2-40B4-BE49-F238E27FC236}">
                <a16:creationId xmlns:a16="http://schemas.microsoft.com/office/drawing/2014/main" id="{FD379EE7-27CC-6300-8BC4-E6711A69068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7FD2673-E8F5-435B-9C28-22CF87A3936D}" type="slidenum">
              <a:rPr lang="en-US" altLang="en-US" sz="1200" b="1">
                <a:solidFill>
                  <a:srgbClr val="1C1C1C"/>
                </a:solidFill>
              </a:rPr>
              <a:pPr eaLnBrk="1" hangingPunct="1">
                <a:spcBef>
                  <a:spcPct val="0"/>
                </a:spcBef>
                <a:buClrTx/>
                <a:buFontTx/>
                <a:buNone/>
              </a:pPr>
              <a:t>98</a:t>
            </a:fld>
            <a:endParaRPr lang="en-US" altLang="en-US" sz="1200" b="1">
              <a:solidFill>
                <a:srgbClr val="1C1C1C"/>
              </a:solidFill>
            </a:endParaRPr>
          </a:p>
        </p:txBody>
      </p:sp>
      <p:sp>
        <p:nvSpPr>
          <p:cNvPr id="140291" name="Rectangle 4">
            <a:extLst>
              <a:ext uri="{FF2B5EF4-FFF2-40B4-BE49-F238E27FC236}">
                <a16:creationId xmlns:a16="http://schemas.microsoft.com/office/drawing/2014/main" id="{D0EF1B31-5706-BE15-E1E7-442E9635E111}"/>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40292" name="Rectangle 5">
            <a:extLst>
              <a:ext uri="{FF2B5EF4-FFF2-40B4-BE49-F238E27FC236}">
                <a16:creationId xmlns:a16="http://schemas.microsoft.com/office/drawing/2014/main" id="{88440E86-F489-0096-3323-54D75F874375}"/>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Types</a:t>
            </a:r>
            <a:endParaRPr lang="en-US" altLang="en-US" sz="2200" b="1">
              <a:solidFill>
                <a:schemeClr val="bg2"/>
              </a:solidFill>
            </a:endParaRPr>
          </a:p>
        </p:txBody>
      </p:sp>
      <p:sp>
        <p:nvSpPr>
          <p:cNvPr id="140293" name="Rectangle 6">
            <a:extLst>
              <a:ext uri="{FF2B5EF4-FFF2-40B4-BE49-F238E27FC236}">
                <a16:creationId xmlns:a16="http://schemas.microsoft.com/office/drawing/2014/main" id="{01A4499B-D17E-6EF5-F6ED-4C78C82823E4}"/>
              </a:ext>
            </a:extLst>
          </p:cNvPr>
          <p:cNvSpPr>
            <a:spLocks noChangeArrowheads="1"/>
          </p:cNvSpPr>
          <p:nvPr/>
        </p:nvSpPr>
        <p:spPr bwMode="auto">
          <a:xfrm>
            <a:off x="549275" y="1271588"/>
            <a:ext cx="79629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None/>
            </a:pPr>
            <a:r>
              <a:rPr lang="en-US" altLang="en-US" sz="2000" u="sng"/>
              <a:t>Type 1: Operating Hours</a:t>
            </a:r>
            <a:r>
              <a:rPr lang="en-US" altLang="en-US" sz="2000"/>
              <a:t> </a:t>
            </a:r>
          </a:p>
          <a:p>
            <a:pPr eaLnBrk="1" hangingPunct="1">
              <a:buClr>
                <a:schemeClr val="bg2"/>
              </a:buClr>
              <a:buFontTx/>
              <a:buNone/>
            </a:pPr>
            <a:endParaRPr lang="en-US" altLang="en-US" sz="1800"/>
          </a:p>
          <a:p>
            <a:pPr eaLnBrk="1" hangingPunct="1">
              <a:buClr>
                <a:schemeClr val="bg2"/>
              </a:buClr>
              <a:buFontTx/>
              <a:buChar char="•"/>
            </a:pPr>
            <a:r>
              <a:rPr lang="en-US" altLang="en-US" sz="1800"/>
              <a:t> Hourly programs include flying hours </a:t>
            </a:r>
            <a:r>
              <a:rPr lang="en-US" altLang="en-US" sz="1800" i="1"/>
              <a:t>and</a:t>
            </a:r>
            <a:r>
              <a:rPr lang="en-US" altLang="en-US" sz="1800"/>
              <a:t> equipment operating hours</a:t>
            </a:r>
          </a:p>
          <a:p>
            <a:pPr eaLnBrk="1" hangingPunct="1">
              <a:buClr>
                <a:schemeClr val="bg2"/>
              </a:buClr>
              <a:buFontTx/>
              <a:buChar char="•"/>
            </a:pPr>
            <a:r>
              <a:rPr lang="en-US" altLang="en-US" sz="1800"/>
              <a:t> Hourly programs expressed in 100 hour increments (345 hours on factors printout 	means item operated for 34,500 hours)</a:t>
            </a:r>
          </a:p>
        </p:txBody>
      </p:sp>
      <p:sp>
        <p:nvSpPr>
          <p:cNvPr id="140294" name="Rectangle 8">
            <a:extLst>
              <a:ext uri="{FF2B5EF4-FFF2-40B4-BE49-F238E27FC236}">
                <a16:creationId xmlns:a16="http://schemas.microsoft.com/office/drawing/2014/main" id="{92B214ED-E343-A981-F916-E8867D460791}"/>
              </a:ext>
            </a:extLst>
          </p:cNvPr>
          <p:cNvSpPr>
            <a:spLocks noChangeArrowheads="1"/>
          </p:cNvSpPr>
          <p:nvPr/>
        </p:nvSpPr>
        <p:spPr bwMode="auto">
          <a:xfrm>
            <a:off x="609600" y="3738563"/>
            <a:ext cx="7962900"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None/>
            </a:pPr>
            <a:r>
              <a:rPr lang="en-US" altLang="en-US" sz="1800" u="sng"/>
              <a:t>Type 3: Inventory or Equipment Months</a:t>
            </a:r>
            <a:r>
              <a:rPr lang="en-US" altLang="en-US" sz="1800"/>
              <a:t> </a:t>
            </a:r>
          </a:p>
          <a:p>
            <a:pPr eaLnBrk="1" hangingPunct="1">
              <a:buClr>
                <a:schemeClr val="bg2"/>
              </a:buClr>
              <a:buFontTx/>
              <a:buNone/>
            </a:pPr>
            <a:endParaRPr lang="en-US" altLang="en-US" sz="1600"/>
          </a:p>
          <a:p>
            <a:pPr eaLnBrk="1" hangingPunct="1">
              <a:buClr>
                <a:schemeClr val="bg2"/>
              </a:buClr>
              <a:buFontTx/>
              <a:buChar char="•"/>
            </a:pPr>
            <a:r>
              <a:rPr lang="en-US" altLang="en-US" sz="1600"/>
              <a:t> </a:t>
            </a:r>
            <a:r>
              <a:rPr lang="en-US" altLang="en-US" sz="1800"/>
              <a:t>Average number of end items in inventory for a given month multiplied by three</a:t>
            </a:r>
          </a:p>
          <a:p>
            <a:pPr eaLnBrk="1" hangingPunct="1">
              <a:buClr>
                <a:schemeClr val="bg2"/>
              </a:buClr>
              <a:buFontTx/>
              <a:buNone/>
            </a:pPr>
            <a:r>
              <a:rPr lang="en-US" altLang="en-US" sz="1800"/>
              <a:t>   </a:t>
            </a:r>
          </a:p>
          <a:p>
            <a:pPr algn="ctr" eaLnBrk="1" hangingPunct="1">
              <a:buClr>
                <a:schemeClr val="bg2"/>
              </a:buClr>
              <a:buFontTx/>
              <a:buNone/>
            </a:pPr>
            <a:r>
              <a:rPr lang="en-US" altLang="en-US" sz="1800" b="1"/>
              <a:t>30 equipment months for Q1 = 10 units per month</a:t>
            </a:r>
            <a:endParaRPr lang="en-US" altLang="en-US" sz="1600"/>
          </a:p>
        </p:txBody>
      </p:sp>
      <p:sp>
        <p:nvSpPr>
          <p:cNvPr id="140295" name="Rectangle 9">
            <a:extLst>
              <a:ext uri="{FF2B5EF4-FFF2-40B4-BE49-F238E27FC236}">
                <a16:creationId xmlns:a16="http://schemas.microsoft.com/office/drawing/2014/main" id="{D67C95B8-5E1E-1368-9CC2-3CE229256430}"/>
              </a:ext>
            </a:extLst>
          </p:cNvPr>
          <p:cNvSpPr>
            <a:spLocks noChangeArrowheads="1"/>
          </p:cNvSpPr>
          <p:nvPr/>
        </p:nvSpPr>
        <p:spPr bwMode="auto">
          <a:xfrm>
            <a:off x="647700" y="3054350"/>
            <a:ext cx="7962900" cy="1600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p:txBody>
      </p:sp>
      <p:sp>
        <p:nvSpPr>
          <p:cNvPr id="140296" name="TextBox 8">
            <a:extLst>
              <a:ext uri="{FF2B5EF4-FFF2-40B4-BE49-F238E27FC236}">
                <a16:creationId xmlns:a16="http://schemas.microsoft.com/office/drawing/2014/main" id="{792289CE-B2E5-BF29-ED03-88E36268708C}"/>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3" name="Rectangle 2">
            <a:extLst>
              <a:ext uri="{FF2B5EF4-FFF2-40B4-BE49-F238E27FC236}">
                <a16:creationId xmlns:a16="http://schemas.microsoft.com/office/drawing/2014/main" id="{9D12DF13-A945-EC8E-38E3-DA5456BF0C0F}"/>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41314" name="Text Box 3">
            <a:extLst>
              <a:ext uri="{FF2B5EF4-FFF2-40B4-BE49-F238E27FC236}">
                <a16:creationId xmlns:a16="http://schemas.microsoft.com/office/drawing/2014/main" id="{3C784079-C5DC-AC77-F685-708FE31B3C1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4CC6A89-B251-4C5B-963F-588C17340B85}" type="slidenum">
              <a:rPr lang="en-US" altLang="en-US" sz="1200" b="1">
                <a:solidFill>
                  <a:srgbClr val="1C1C1C"/>
                </a:solidFill>
              </a:rPr>
              <a:pPr eaLnBrk="1" hangingPunct="1">
                <a:spcBef>
                  <a:spcPct val="0"/>
                </a:spcBef>
                <a:buClrTx/>
                <a:buFontTx/>
                <a:buNone/>
              </a:pPr>
              <a:t>99</a:t>
            </a:fld>
            <a:endParaRPr lang="en-US" altLang="en-US" sz="1200" b="1">
              <a:solidFill>
                <a:srgbClr val="1C1C1C"/>
              </a:solidFill>
            </a:endParaRPr>
          </a:p>
        </p:txBody>
      </p:sp>
      <p:sp>
        <p:nvSpPr>
          <p:cNvPr id="141315" name="Rectangle 4">
            <a:extLst>
              <a:ext uri="{FF2B5EF4-FFF2-40B4-BE49-F238E27FC236}">
                <a16:creationId xmlns:a16="http://schemas.microsoft.com/office/drawing/2014/main" id="{7312A97E-53B3-0AE7-17A4-AB50F0519CD0}"/>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41316" name="Rectangle 5">
            <a:extLst>
              <a:ext uri="{FF2B5EF4-FFF2-40B4-BE49-F238E27FC236}">
                <a16:creationId xmlns:a16="http://schemas.microsoft.com/office/drawing/2014/main" id="{18E8278F-0048-A749-544A-D543A7650DA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Types (cont.)</a:t>
            </a:r>
            <a:endParaRPr lang="en-US" altLang="en-US" sz="2200" b="1">
              <a:solidFill>
                <a:schemeClr val="bg2"/>
              </a:solidFill>
            </a:endParaRPr>
          </a:p>
        </p:txBody>
      </p:sp>
      <p:sp>
        <p:nvSpPr>
          <p:cNvPr id="141317" name="Rectangle 6">
            <a:extLst>
              <a:ext uri="{FF2B5EF4-FFF2-40B4-BE49-F238E27FC236}">
                <a16:creationId xmlns:a16="http://schemas.microsoft.com/office/drawing/2014/main" id="{8945421C-86D9-6F9D-7E9D-EA8C3373FECF}"/>
              </a:ext>
            </a:extLst>
          </p:cNvPr>
          <p:cNvSpPr>
            <a:spLocks noChangeArrowheads="1"/>
          </p:cNvSpPr>
          <p:nvPr/>
        </p:nvSpPr>
        <p:spPr bwMode="auto">
          <a:xfrm>
            <a:off x="647700" y="1460500"/>
            <a:ext cx="79629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None/>
            </a:pPr>
            <a:r>
              <a:rPr lang="en-US" altLang="en-US" sz="1800" u="sng"/>
              <a:t>Type 4: Program Depot Maintenance (PDM)</a:t>
            </a:r>
            <a:r>
              <a:rPr lang="en-US" altLang="en-US" sz="1800"/>
              <a:t> </a:t>
            </a:r>
          </a:p>
          <a:p>
            <a:pPr eaLnBrk="1" hangingPunct="1">
              <a:buClr>
                <a:schemeClr val="bg2"/>
              </a:buClr>
              <a:buFontTx/>
              <a:buNone/>
            </a:pPr>
            <a:endParaRPr lang="en-US" altLang="en-US" sz="1800"/>
          </a:p>
          <a:p>
            <a:pPr eaLnBrk="1" hangingPunct="1">
              <a:buClr>
                <a:schemeClr val="bg2"/>
              </a:buClr>
              <a:buFontTx/>
              <a:buChar char="•"/>
            </a:pPr>
            <a:r>
              <a:rPr lang="en-US" altLang="en-US" sz="1800"/>
              <a:t> Number of scheduled depot level overhauls of an application</a:t>
            </a:r>
          </a:p>
          <a:p>
            <a:pPr eaLnBrk="1" hangingPunct="1">
              <a:buClr>
                <a:schemeClr val="bg2"/>
              </a:buClr>
              <a:buFontTx/>
              <a:buChar char="•"/>
            </a:pPr>
            <a:r>
              <a:rPr lang="en-US" altLang="en-US" sz="1800"/>
              <a:t> Excludes XD1, XD2, and ND2</a:t>
            </a:r>
          </a:p>
          <a:p>
            <a:pPr eaLnBrk="1" hangingPunct="1">
              <a:buClr>
                <a:schemeClr val="bg2"/>
              </a:buClr>
              <a:buFontTx/>
              <a:buChar char="•"/>
            </a:pPr>
            <a:endParaRPr lang="en-US" altLang="en-US" sz="1800"/>
          </a:p>
        </p:txBody>
      </p:sp>
      <p:sp>
        <p:nvSpPr>
          <p:cNvPr id="141318" name="Rectangle 7">
            <a:extLst>
              <a:ext uri="{FF2B5EF4-FFF2-40B4-BE49-F238E27FC236}">
                <a16:creationId xmlns:a16="http://schemas.microsoft.com/office/drawing/2014/main" id="{C5BCA7EF-79CE-9104-6DA7-9C0C35CEF20D}"/>
              </a:ext>
            </a:extLst>
          </p:cNvPr>
          <p:cNvSpPr>
            <a:spLocks noChangeArrowheads="1"/>
          </p:cNvSpPr>
          <p:nvPr/>
        </p:nvSpPr>
        <p:spPr bwMode="auto">
          <a:xfrm>
            <a:off x="647700" y="2971800"/>
            <a:ext cx="7962900" cy="1816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endParaRPr lang="en-US" altLang="en-US" sz="1600"/>
          </a:p>
          <a:p>
            <a:pPr eaLnBrk="1" hangingPunct="1">
              <a:buClr>
                <a:schemeClr val="bg2"/>
              </a:buClr>
              <a:buFontTx/>
              <a:buNone/>
            </a:pPr>
            <a:r>
              <a:rPr lang="en-US" altLang="en-US" sz="1800" u="sng"/>
              <a:t>Type 5: Sorties</a:t>
            </a:r>
            <a:r>
              <a:rPr lang="en-US" altLang="en-US" sz="1800"/>
              <a:t> </a:t>
            </a:r>
          </a:p>
          <a:p>
            <a:pPr eaLnBrk="1" hangingPunct="1">
              <a:buClr>
                <a:schemeClr val="bg2"/>
              </a:buClr>
              <a:buFontTx/>
              <a:buNone/>
            </a:pPr>
            <a:endParaRPr lang="en-US" altLang="en-US" sz="1600"/>
          </a:p>
          <a:p>
            <a:pPr eaLnBrk="1" hangingPunct="1">
              <a:buClr>
                <a:schemeClr val="bg2"/>
              </a:buClr>
              <a:buFontTx/>
              <a:buChar char="•"/>
            </a:pPr>
            <a:r>
              <a:rPr lang="en-US" altLang="en-US" sz="1800"/>
              <a:t> Represents sorties, or the number of takeoffs and landings for the aircraft</a:t>
            </a:r>
          </a:p>
          <a:p>
            <a:pPr eaLnBrk="1" hangingPunct="1">
              <a:buClr>
                <a:schemeClr val="bg2"/>
              </a:buClr>
              <a:buFontTx/>
              <a:buChar char="•"/>
            </a:pPr>
            <a:r>
              <a:rPr lang="en-US" altLang="en-US" sz="1800"/>
              <a:t> More efficient computations for certain types of equipment (tires, landing gear, etc.)</a:t>
            </a:r>
          </a:p>
        </p:txBody>
      </p:sp>
      <p:sp>
        <p:nvSpPr>
          <p:cNvPr id="141319" name="Rectangle 8">
            <a:extLst>
              <a:ext uri="{FF2B5EF4-FFF2-40B4-BE49-F238E27FC236}">
                <a16:creationId xmlns:a16="http://schemas.microsoft.com/office/drawing/2014/main" id="{374165CF-D0F6-1FE6-C7D0-83439FA7DCAA}"/>
              </a:ext>
            </a:extLst>
          </p:cNvPr>
          <p:cNvSpPr>
            <a:spLocks noChangeArrowheads="1"/>
          </p:cNvSpPr>
          <p:nvPr/>
        </p:nvSpPr>
        <p:spPr bwMode="auto">
          <a:xfrm>
            <a:off x="647700" y="4887913"/>
            <a:ext cx="79629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None/>
            </a:pPr>
            <a:r>
              <a:rPr lang="en-US" altLang="en-US" sz="1800" u="sng"/>
              <a:t>Type 6: Engine Overhaul (EOH)</a:t>
            </a:r>
            <a:r>
              <a:rPr lang="en-US" altLang="en-US" sz="1800"/>
              <a:t> </a:t>
            </a:r>
          </a:p>
          <a:p>
            <a:pPr eaLnBrk="1" hangingPunct="1">
              <a:buClr>
                <a:schemeClr val="bg2"/>
              </a:buClr>
              <a:buFontTx/>
              <a:buNone/>
            </a:pPr>
            <a:endParaRPr lang="en-US" altLang="en-US" sz="1600"/>
          </a:p>
          <a:p>
            <a:pPr eaLnBrk="1" hangingPunct="1">
              <a:buClr>
                <a:schemeClr val="bg2"/>
              </a:buClr>
              <a:buFontTx/>
              <a:buChar char="•"/>
            </a:pPr>
            <a:r>
              <a:rPr lang="en-US" altLang="en-US" sz="1600"/>
              <a:t> </a:t>
            </a:r>
            <a:r>
              <a:rPr lang="en-US" altLang="en-US" sz="1800"/>
              <a:t>Number of scheduled depot level overhauls of an engine</a:t>
            </a:r>
          </a:p>
          <a:p>
            <a:pPr eaLnBrk="1" hangingPunct="1">
              <a:buClr>
                <a:schemeClr val="bg2"/>
              </a:buClr>
              <a:buFontTx/>
              <a:buNone/>
            </a:pPr>
            <a:r>
              <a:rPr lang="en-US" altLang="en-US" sz="1800"/>
              <a:t>   </a:t>
            </a:r>
          </a:p>
        </p:txBody>
      </p:sp>
      <p:sp>
        <p:nvSpPr>
          <p:cNvPr id="141320" name="TextBox 8">
            <a:extLst>
              <a:ext uri="{FF2B5EF4-FFF2-40B4-BE49-F238E27FC236}">
                <a16:creationId xmlns:a16="http://schemas.microsoft.com/office/drawing/2014/main" id="{B8FFBA33-CC01-7ACB-F74A-1C116BBA055D}"/>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7" name="Rectangle 2">
            <a:extLst>
              <a:ext uri="{FF2B5EF4-FFF2-40B4-BE49-F238E27FC236}">
                <a16:creationId xmlns:a16="http://schemas.microsoft.com/office/drawing/2014/main" id="{06E75A18-133E-D176-9131-DDAA2F449FAD}"/>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42338" name="Text Box 3">
            <a:extLst>
              <a:ext uri="{FF2B5EF4-FFF2-40B4-BE49-F238E27FC236}">
                <a16:creationId xmlns:a16="http://schemas.microsoft.com/office/drawing/2014/main" id="{05CFF87C-2CFA-FD33-0922-0EE828D80B1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29437A1-487E-4C24-B23B-B2CB3EDF766B}" type="slidenum">
              <a:rPr lang="en-US" altLang="en-US" sz="1200" b="1">
                <a:solidFill>
                  <a:srgbClr val="1C1C1C"/>
                </a:solidFill>
              </a:rPr>
              <a:pPr eaLnBrk="1" hangingPunct="1">
                <a:spcBef>
                  <a:spcPct val="0"/>
                </a:spcBef>
                <a:buClrTx/>
                <a:buFontTx/>
                <a:buNone/>
              </a:pPr>
              <a:t>100</a:t>
            </a:fld>
            <a:endParaRPr lang="en-US" altLang="en-US" sz="1200" b="1">
              <a:solidFill>
                <a:srgbClr val="1C1C1C"/>
              </a:solidFill>
            </a:endParaRPr>
          </a:p>
        </p:txBody>
      </p:sp>
      <p:sp>
        <p:nvSpPr>
          <p:cNvPr id="142339" name="Rectangle 4">
            <a:extLst>
              <a:ext uri="{FF2B5EF4-FFF2-40B4-BE49-F238E27FC236}">
                <a16:creationId xmlns:a16="http://schemas.microsoft.com/office/drawing/2014/main" id="{7D79C9FB-A581-2EA0-7D03-F12163CADCDD}"/>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42340" name="Rectangle 5">
            <a:extLst>
              <a:ext uri="{FF2B5EF4-FFF2-40B4-BE49-F238E27FC236}">
                <a16:creationId xmlns:a16="http://schemas.microsoft.com/office/drawing/2014/main" id="{1A2212C9-F206-7A33-6647-C3483215FBDD}"/>
              </a:ext>
            </a:extLst>
          </p:cNvPr>
          <p:cNvSpPr>
            <a:spLocks noChangeArrowheads="1"/>
          </p:cNvSpPr>
          <p:nvPr/>
        </p:nvSpPr>
        <p:spPr bwMode="auto">
          <a:xfrm>
            <a:off x="400050" y="106997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Types (cont.)</a:t>
            </a:r>
            <a:endParaRPr lang="en-US" altLang="en-US" sz="2200" b="1">
              <a:solidFill>
                <a:schemeClr val="bg2"/>
              </a:solidFill>
            </a:endParaRPr>
          </a:p>
        </p:txBody>
      </p:sp>
      <p:sp>
        <p:nvSpPr>
          <p:cNvPr id="142341" name="Rectangle 6">
            <a:extLst>
              <a:ext uri="{FF2B5EF4-FFF2-40B4-BE49-F238E27FC236}">
                <a16:creationId xmlns:a16="http://schemas.microsoft.com/office/drawing/2014/main" id="{87CDF95F-096C-4DCF-08BA-15EA2D12A2CD}"/>
              </a:ext>
            </a:extLst>
          </p:cNvPr>
          <p:cNvSpPr>
            <a:spLocks noChangeArrowheads="1"/>
          </p:cNvSpPr>
          <p:nvPr/>
        </p:nvSpPr>
        <p:spPr bwMode="auto">
          <a:xfrm>
            <a:off x="647700" y="1235075"/>
            <a:ext cx="7962900" cy="1511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None/>
            </a:pPr>
            <a:r>
              <a:rPr lang="en-US" altLang="en-US" sz="1800" u="sng"/>
              <a:t>Type 7: Drone Recoveries</a:t>
            </a:r>
            <a:endParaRPr lang="en-US" altLang="en-US" sz="1800"/>
          </a:p>
          <a:p>
            <a:pPr eaLnBrk="1" hangingPunct="1">
              <a:buClr>
                <a:schemeClr val="bg2"/>
              </a:buClr>
              <a:buFontTx/>
              <a:buNone/>
            </a:pPr>
            <a:endParaRPr lang="en-US" altLang="en-US" sz="1600"/>
          </a:p>
          <a:p>
            <a:pPr eaLnBrk="1" hangingPunct="1">
              <a:buClr>
                <a:schemeClr val="bg2"/>
              </a:buClr>
              <a:buFontTx/>
              <a:buChar char="•"/>
            </a:pPr>
            <a:r>
              <a:rPr lang="en-US" altLang="en-US" sz="1600"/>
              <a:t> </a:t>
            </a:r>
            <a:r>
              <a:rPr lang="en-US" altLang="en-US" sz="1800"/>
              <a:t>Equal to launches minus expenditures</a:t>
            </a:r>
          </a:p>
        </p:txBody>
      </p:sp>
      <p:sp>
        <p:nvSpPr>
          <p:cNvPr id="142342" name="Rectangle 7">
            <a:extLst>
              <a:ext uri="{FF2B5EF4-FFF2-40B4-BE49-F238E27FC236}">
                <a16:creationId xmlns:a16="http://schemas.microsoft.com/office/drawing/2014/main" id="{FAB83978-4860-E58F-3CD0-A5B3D0A332CF}"/>
              </a:ext>
            </a:extLst>
          </p:cNvPr>
          <p:cNvSpPr>
            <a:spLocks noChangeArrowheads="1"/>
          </p:cNvSpPr>
          <p:nvPr/>
        </p:nvSpPr>
        <p:spPr bwMode="auto">
          <a:xfrm>
            <a:off x="647700" y="2671763"/>
            <a:ext cx="7962900" cy="1663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1800" u="sng"/>
              <a:t>Type 8: Ammunition Expenditures</a:t>
            </a:r>
            <a:endParaRPr lang="en-US" altLang="en-US" sz="1800"/>
          </a:p>
          <a:p>
            <a:pPr eaLnBrk="1" hangingPunct="1">
              <a:buClr>
                <a:schemeClr val="bg2"/>
              </a:buClr>
              <a:buFontTx/>
              <a:buNone/>
            </a:pPr>
            <a:endParaRPr lang="en-US" altLang="en-US" sz="1600"/>
          </a:p>
          <a:p>
            <a:pPr eaLnBrk="1" hangingPunct="1">
              <a:buClr>
                <a:schemeClr val="bg2"/>
              </a:buClr>
              <a:buFontTx/>
              <a:buChar char="•"/>
            </a:pPr>
            <a:r>
              <a:rPr lang="en-US" altLang="en-US" sz="1600"/>
              <a:t> </a:t>
            </a:r>
            <a:r>
              <a:rPr lang="en-US" altLang="en-US" sz="1800"/>
              <a:t>Number of rounds fired, or expected to be fired, through weapon</a:t>
            </a:r>
          </a:p>
          <a:p>
            <a:pPr eaLnBrk="1" hangingPunct="1">
              <a:buClr>
                <a:schemeClr val="bg2"/>
              </a:buClr>
              <a:buFontTx/>
              <a:buChar char="•"/>
            </a:pPr>
            <a:r>
              <a:rPr lang="en-US" altLang="en-US" sz="1800"/>
              <a:t> Displayed in thousands of units for future programs; actual numbers for past quarters</a:t>
            </a:r>
          </a:p>
          <a:p>
            <a:pPr eaLnBrk="1" hangingPunct="1">
              <a:buClr>
                <a:schemeClr val="bg2"/>
              </a:buClr>
              <a:buFontTx/>
              <a:buNone/>
            </a:pPr>
            <a:endParaRPr lang="en-US" altLang="en-US" sz="1800"/>
          </a:p>
        </p:txBody>
      </p:sp>
      <p:sp>
        <p:nvSpPr>
          <p:cNvPr id="142343" name="Rectangle 8">
            <a:extLst>
              <a:ext uri="{FF2B5EF4-FFF2-40B4-BE49-F238E27FC236}">
                <a16:creationId xmlns:a16="http://schemas.microsoft.com/office/drawing/2014/main" id="{1D57BF2F-D465-BE34-0B7B-ED630343CBCA}"/>
              </a:ext>
            </a:extLst>
          </p:cNvPr>
          <p:cNvSpPr>
            <a:spLocks noChangeArrowheads="1"/>
          </p:cNvSpPr>
          <p:nvPr/>
        </p:nvSpPr>
        <p:spPr bwMode="auto">
          <a:xfrm>
            <a:off x="647700" y="4283075"/>
            <a:ext cx="7962900" cy="2120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u="sng"/>
              <a:t>Type 9: NHA MISTR</a:t>
            </a:r>
            <a:endParaRPr lang="en-US" altLang="en-US" sz="1800"/>
          </a:p>
          <a:p>
            <a:pPr eaLnBrk="1" hangingPunct="1">
              <a:buClr>
                <a:schemeClr val="bg2"/>
              </a:buClr>
              <a:buFontTx/>
              <a:buNone/>
            </a:pPr>
            <a:endParaRPr lang="en-US" altLang="en-US" sz="1600"/>
          </a:p>
          <a:p>
            <a:pPr eaLnBrk="1" hangingPunct="1">
              <a:buClr>
                <a:schemeClr val="bg2"/>
              </a:buClr>
              <a:buFontTx/>
              <a:buChar char="•"/>
            </a:pPr>
            <a:r>
              <a:rPr lang="en-US" altLang="en-US" sz="1600"/>
              <a:t> </a:t>
            </a:r>
            <a:r>
              <a:rPr lang="en-US" altLang="en-US" sz="1800"/>
              <a:t>Repairing NHAs creates a repair program for its components</a:t>
            </a:r>
          </a:p>
          <a:p>
            <a:pPr eaLnBrk="1" hangingPunct="1">
              <a:buClr>
                <a:schemeClr val="bg2"/>
              </a:buClr>
              <a:buFontTx/>
              <a:buChar char="•"/>
            </a:pPr>
            <a:r>
              <a:rPr lang="en-US" altLang="en-US" sz="1800"/>
              <a:t> NHA MISTR are depot level maintenance programs pertaining to recoverable or support equipment stock number applications</a:t>
            </a:r>
          </a:p>
          <a:p>
            <a:pPr eaLnBrk="1" hangingPunct="1">
              <a:buClr>
                <a:schemeClr val="bg2"/>
              </a:buClr>
              <a:buFontTx/>
              <a:buChar char="•"/>
            </a:pPr>
            <a:r>
              <a:rPr lang="en-US" altLang="en-US" sz="1800"/>
              <a:t> Equal to actual depot overhaul repair or reparable assets that have been made serviceable during MISTR repair process</a:t>
            </a:r>
          </a:p>
          <a:p>
            <a:pPr eaLnBrk="1" hangingPunct="1">
              <a:buClr>
                <a:schemeClr val="bg2"/>
              </a:buClr>
              <a:buFontTx/>
              <a:buNone/>
            </a:pPr>
            <a:r>
              <a:rPr lang="en-US" altLang="en-US" sz="1800"/>
              <a:t>   </a:t>
            </a:r>
          </a:p>
        </p:txBody>
      </p:sp>
      <p:sp>
        <p:nvSpPr>
          <p:cNvPr id="142344" name="TextBox 8">
            <a:extLst>
              <a:ext uri="{FF2B5EF4-FFF2-40B4-BE49-F238E27FC236}">
                <a16:creationId xmlns:a16="http://schemas.microsoft.com/office/drawing/2014/main" id="{9E093A03-CCD8-5203-1A0A-ED957E0FA9DE}"/>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61" name="Rectangle 2">
            <a:extLst>
              <a:ext uri="{FF2B5EF4-FFF2-40B4-BE49-F238E27FC236}">
                <a16:creationId xmlns:a16="http://schemas.microsoft.com/office/drawing/2014/main" id="{B2603877-C416-E750-0497-F9B8E7624201}"/>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43362" name="Text Box 3">
            <a:extLst>
              <a:ext uri="{FF2B5EF4-FFF2-40B4-BE49-F238E27FC236}">
                <a16:creationId xmlns:a16="http://schemas.microsoft.com/office/drawing/2014/main" id="{A2818036-D5F1-1337-2192-7FEAD48B3BF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D214B66-1CAB-4DE2-804B-5481179DE64F}" type="slidenum">
              <a:rPr lang="en-US" altLang="en-US" sz="1200" b="1">
                <a:solidFill>
                  <a:srgbClr val="1C1C1C"/>
                </a:solidFill>
              </a:rPr>
              <a:pPr eaLnBrk="1" hangingPunct="1">
                <a:spcBef>
                  <a:spcPct val="0"/>
                </a:spcBef>
                <a:buClrTx/>
                <a:buFontTx/>
                <a:buNone/>
              </a:pPr>
              <a:t>101</a:t>
            </a:fld>
            <a:endParaRPr lang="en-US" altLang="en-US" sz="1200" b="1">
              <a:solidFill>
                <a:srgbClr val="1C1C1C"/>
              </a:solidFill>
            </a:endParaRPr>
          </a:p>
        </p:txBody>
      </p:sp>
      <p:sp>
        <p:nvSpPr>
          <p:cNvPr id="143363" name="Rectangle 4">
            <a:extLst>
              <a:ext uri="{FF2B5EF4-FFF2-40B4-BE49-F238E27FC236}">
                <a16:creationId xmlns:a16="http://schemas.microsoft.com/office/drawing/2014/main" id="{FECF2C83-0FA9-E033-F252-F8F8B2F3A138}"/>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43364" name="Rectangle 5">
            <a:extLst>
              <a:ext uri="{FF2B5EF4-FFF2-40B4-BE49-F238E27FC236}">
                <a16:creationId xmlns:a16="http://schemas.microsoft.com/office/drawing/2014/main" id="{11F5AB78-96DD-5089-623C-84A6BCA98BE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Two Categories of Programs</a:t>
            </a:r>
            <a:endParaRPr lang="en-US" altLang="en-US" sz="2200" b="1">
              <a:solidFill>
                <a:schemeClr val="bg2"/>
              </a:solidFill>
            </a:endParaRPr>
          </a:p>
        </p:txBody>
      </p:sp>
      <p:sp>
        <p:nvSpPr>
          <p:cNvPr id="143365" name="Rectangle 6">
            <a:extLst>
              <a:ext uri="{FF2B5EF4-FFF2-40B4-BE49-F238E27FC236}">
                <a16:creationId xmlns:a16="http://schemas.microsoft.com/office/drawing/2014/main" id="{D8273E67-659C-0DC7-2CE1-29049DAB37AB}"/>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609600" indent="-609600">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1028700" indent="-30480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1800"/>
          </a:p>
          <a:p>
            <a:pPr eaLnBrk="1" hangingPunct="1">
              <a:buClr>
                <a:schemeClr val="bg2"/>
              </a:buClr>
              <a:buFontTx/>
              <a:buAutoNum type="arabicParenR"/>
            </a:pPr>
            <a:r>
              <a:rPr lang="en-US" altLang="en-US" sz="2200"/>
              <a:t> Organizational and Intermediate Maintenance (OIM) programs</a:t>
            </a:r>
          </a:p>
          <a:p>
            <a:pPr lvl="1" eaLnBrk="1" hangingPunct="1">
              <a:buClr>
                <a:schemeClr val="bg2"/>
              </a:buClr>
              <a:buFontTx/>
              <a:buChar char="•"/>
            </a:pPr>
            <a:r>
              <a:rPr lang="en-US" altLang="en-US" sz="2200"/>
              <a:t>Activities at operational user’s level</a:t>
            </a:r>
          </a:p>
          <a:p>
            <a:pPr lvl="1" eaLnBrk="1" hangingPunct="1">
              <a:buClr>
                <a:schemeClr val="bg2"/>
              </a:buClr>
              <a:buFontTx/>
              <a:buChar char="•"/>
            </a:pPr>
            <a:r>
              <a:rPr lang="en-US" altLang="en-US" sz="2200"/>
              <a:t>Types: operating hours, equipment months, sorties, drone recoveries, ammunition expenditures</a:t>
            </a:r>
          </a:p>
          <a:p>
            <a:pPr lvl="1" eaLnBrk="1" hangingPunct="1">
              <a:buClr>
                <a:schemeClr val="bg2"/>
              </a:buClr>
              <a:buFontTx/>
              <a:buNone/>
            </a:pPr>
            <a:endParaRPr lang="en-US" altLang="en-US" sz="2200"/>
          </a:p>
          <a:p>
            <a:pPr eaLnBrk="1" hangingPunct="1">
              <a:buClr>
                <a:schemeClr val="bg2"/>
              </a:buClr>
              <a:buFontTx/>
              <a:buAutoNum type="arabicParenR"/>
            </a:pPr>
            <a:r>
              <a:rPr lang="en-US" altLang="en-US" sz="2200"/>
              <a:t> Depot Level Maintenance (DLM) programs</a:t>
            </a:r>
          </a:p>
          <a:p>
            <a:pPr lvl="1" eaLnBrk="1" hangingPunct="1">
              <a:buClr>
                <a:schemeClr val="bg2"/>
              </a:buClr>
              <a:buFontTx/>
              <a:buChar char="•"/>
            </a:pPr>
            <a:r>
              <a:rPr lang="en-US" altLang="en-US" sz="2200"/>
              <a:t>Activities during end item overhaul or higher assembly depot level repair</a:t>
            </a:r>
          </a:p>
          <a:p>
            <a:pPr lvl="1" eaLnBrk="1" hangingPunct="1">
              <a:buClr>
                <a:schemeClr val="bg2"/>
              </a:buClr>
              <a:buFontTx/>
              <a:buChar char="•"/>
            </a:pPr>
            <a:r>
              <a:rPr lang="en-US" altLang="en-US" sz="2200"/>
              <a:t>Types: PDM, EOH, NHA MISTR</a:t>
            </a:r>
          </a:p>
          <a:p>
            <a:pPr lvl="1" eaLnBrk="1" hangingPunct="1">
              <a:buClr>
                <a:schemeClr val="bg2"/>
              </a:buClr>
              <a:buFontTx/>
              <a:buNone/>
            </a:pPr>
            <a:endParaRPr lang="en-US" altLang="en-US" sz="1600"/>
          </a:p>
          <a:p>
            <a:pPr lvl="1" eaLnBrk="1" hangingPunct="1">
              <a:buClr>
                <a:schemeClr val="bg2"/>
              </a:buClr>
              <a:buFontTx/>
              <a:buNone/>
            </a:pPr>
            <a:endParaRPr lang="en-US" altLang="en-US" sz="1600"/>
          </a:p>
        </p:txBody>
      </p:sp>
      <p:sp>
        <p:nvSpPr>
          <p:cNvPr id="143366" name="TextBox 6">
            <a:extLst>
              <a:ext uri="{FF2B5EF4-FFF2-40B4-BE49-F238E27FC236}">
                <a16:creationId xmlns:a16="http://schemas.microsoft.com/office/drawing/2014/main" id="{BE43F088-2806-4AE5-C68E-DA75F26D34A6}"/>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4385" name="Rectangle 2">
            <a:extLst>
              <a:ext uri="{FF2B5EF4-FFF2-40B4-BE49-F238E27FC236}">
                <a16:creationId xmlns:a16="http://schemas.microsoft.com/office/drawing/2014/main" id="{1955FE02-A946-AF1E-4110-008709C5F9A4}"/>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44386" name="Text Box 3">
            <a:extLst>
              <a:ext uri="{FF2B5EF4-FFF2-40B4-BE49-F238E27FC236}">
                <a16:creationId xmlns:a16="http://schemas.microsoft.com/office/drawing/2014/main" id="{B600E55B-C876-8488-8723-202B78297D30}"/>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FED8DBF-19BA-4329-9C75-5D98941BFC8D}" type="slidenum">
              <a:rPr lang="en-US" altLang="en-US" sz="1200" b="1">
                <a:solidFill>
                  <a:srgbClr val="1C1C1C"/>
                </a:solidFill>
              </a:rPr>
              <a:pPr eaLnBrk="1" hangingPunct="1">
                <a:spcBef>
                  <a:spcPct val="0"/>
                </a:spcBef>
                <a:buClrTx/>
                <a:buFontTx/>
                <a:buNone/>
              </a:pPr>
              <a:t>102</a:t>
            </a:fld>
            <a:endParaRPr lang="en-US" altLang="en-US" sz="1200" b="1">
              <a:solidFill>
                <a:srgbClr val="1C1C1C"/>
              </a:solidFill>
            </a:endParaRPr>
          </a:p>
        </p:txBody>
      </p:sp>
      <p:sp>
        <p:nvSpPr>
          <p:cNvPr id="144387" name="Rectangle 4">
            <a:extLst>
              <a:ext uri="{FF2B5EF4-FFF2-40B4-BE49-F238E27FC236}">
                <a16:creationId xmlns:a16="http://schemas.microsoft.com/office/drawing/2014/main" id="{23A47640-D8D1-8F04-70B0-B795298BD378}"/>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44388" name="Rectangle 5">
            <a:extLst>
              <a:ext uri="{FF2B5EF4-FFF2-40B4-BE49-F238E27FC236}">
                <a16:creationId xmlns:a16="http://schemas.microsoft.com/office/drawing/2014/main" id="{450FE4EC-8670-7F96-9938-A2B58E424888}"/>
              </a:ext>
            </a:extLst>
          </p:cNvPr>
          <p:cNvSpPr>
            <a:spLocks noChangeArrowheads="1"/>
          </p:cNvSpPr>
          <p:nvPr/>
        </p:nvSpPr>
        <p:spPr bwMode="auto">
          <a:xfrm>
            <a:off x="400050" y="125095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Data Example</a:t>
            </a:r>
            <a:endParaRPr lang="en-US" altLang="en-US" sz="2200" b="1">
              <a:solidFill>
                <a:schemeClr val="bg2"/>
              </a:solidFill>
            </a:endParaRPr>
          </a:p>
        </p:txBody>
      </p:sp>
      <p:sp>
        <p:nvSpPr>
          <p:cNvPr id="144389" name="TextBox 7">
            <a:extLst>
              <a:ext uri="{FF2B5EF4-FFF2-40B4-BE49-F238E27FC236}">
                <a16:creationId xmlns:a16="http://schemas.microsoft.com/office/drawing/2014/main" id="{309C14BC-5415-DC31-3699-EA3976F8D7FB}"/>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
        <p:nvSpPr>
          <p:cNvPr id="144390" name="TextBox 2">
            <a:extLst>
              <a:ext uri="{FF2B5EF4-FFF2-40B4-BE49-F238E27FC236}">
                <a16:creationId xmlns:a16="http://schemas.microsoft.com/office/drawing/2014/main" id="{3D7FA428-3EA3-E2BA-76B0-0555DC7CB03F}"/>
              </a:ext>
            </a:extLst>
          </p:cNvPr>
          <p:cNvSpPr txBox="1">
            <a:spLocks noChangeArrowheads="1"/>
          </p:cNvSpPr>
          <p:nvPr/>
        </p:nvSpPr>
        <p:spPr bwMode="auto">
          <a:xfrm>
            <a:off x="647700" y="1927225"/>
            <a:ext cx="4452938" cy="3108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000">
                <a:solidFill>
                  <a:schemeClr val="tx1"/>
                </a:solidFill>
                <a:latin typeface="Arial" panose="020B0604020202020204" pitchFamily="34" charset="0"/>
                <a:cs typeface="Arial" panose="020B0604020202020204" pitchFamily="34" charset="0"/>
              </a:defRPr>
            </a:lvl1pPr>
            <a:lvl2pPr marL="742950" indent="-285750">
              <a:defRPr sz="6000">
                <a:solidFill>
                  <a:schemeClr val="tx1"/>
                </a:solidFill>
                <a:latin typeface="Arial" panose="020B0604020202020204" pitchFamily="34" charset="0"/>
                <a:cs typeface="Arial" panose="020B0604020202020204" pitchFamily="34" charset="0"/>
              </a:defRPr>
            </a:lvl2pPr>
            <a:lvl3pPr marL="1143000" indent="-228600">
              <a:defRPr sz="6000">
                <a:solidFill>
                  <a:schemeClr val="tx1"/>
                </a:solidFill>
                <a:latin typeface="Arial" panose="020B0604020202020204" pitchFamily="34" charset="0"/>
                <a:cs typeface="Arial" panose="020B0604020202020204" pitchFamily="34" charset="0"/>
              </a:defRPr>
            </a:lvl3pPr>
            <a:lvl4pPr marL="1600200" indent="-228600">
              <a:defRPr sz="6000">
                <a:solidFill>
                  <a:schemeClr val="tx1"/>
                </a:solidFill>
                <a:latin typeface="Arial" panose="020B0604020202020204" pitchFamily="34" charset="0"/>
                <a:cs typeface="Arial" panose="020B0604020202020204" pitchFamily="34" charset="0"/>
              </a:defRPr>
            </a:lvl4pPr>
            <a:lvl5pPr marL="2057400" indent="-228600">
              <a:defRPr sz="6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9pPr>
          </a:lstStyle>
          <a:p>
            <a:r>
              <a:rPr lang="en-US" altLang="en-US" sz="2800" b="1" u="sng"/>
              <a:t>OIM Type</a:t>
            </a:r>
          </a:p>
          <a:p>
            <a:r>
              <a:rPr lang="en-US" altLang="en-US" sz="2800"/>
              <a:t>Hours</a:t>
            </a:r>
          </a:p>
          <a:p>
            <a:r>
              <a:rPr lang="en-US" altLang="en-US" sz="2800"/>
              <a:t>Equipment Months</a:t>
            </a:r>
          </a:p>
          <a:p>
            <a:r>
              <a:rPr lang="en-US" altLang="en-US" sz="2800"/>
              <a:t>Sorties</a:t>
            </a:r>
          </a:p>
          <a:p>
            <a:r>
              <a:rPr lang="en-US" altLang="en-US" sz="2800"/>
              <a:t>Drone Recoveries</a:t>
            </a:r>
          </a:p>
          <a:p>
            <a:r>
              <a:rPr lang="en-US" altLang="en-US" sz="2800"/>
              <a:t>Ammo Expenditures</a:t>
            </a:r>
          </a:p>
          <a:p>
            <a:endParaRPr lang="en-US" altLang="en-US" sz="2800"/>
          </a:p>
        </p:txBody>
      </p:sp>
      <p:sp>
        <p:nvSpPr>
          <p:cNvPr id="144391" name="TextBox 10">
            <a:extLst>
              <a:ext uri="{FF2B5EF4-FFF2-40B4-BE49-F238E27FC236}">
                <a16:creationId xmlns:a16="http://schemas.microsoft.com/office/drawing/2014/main" id="{08011CDB-1044-D3E2-2A23-6789E02EC427}"/>
              </a:ext>
            </a:extLst>
          </p:cNvPr>
          <p:cNvSpPr txBox="1">
            <a:spLocks noChangeArrowheads="1"/>
          </p:cNvSpPr>
          <p:nvPr/>
        </p:nvSpPr>
        <p:spPr bwMode="auto">
          <a:xfrm>
            <a:off x="4475163" y="1924050"/>
            <a:ext cx="4451350" cy="22463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6000">
                <a:solidFill>
                  <a:schemeClr val="tx1"/>
                </a:solidFill>
                <a:latin typeface="Arial" panose="020B0604020202020204" pitchFamily="34" charset="0"/>
                <a:cs typeface="Arial" panose="020B0604020202020204" pitchFamily="34" charset="0"/>
              </a:defRPr>
            </a:lvl1pPr>
            <a:lvl2pPr marL="742950" indent="-285750">
              <a:defRPr sz="6000">
                <a:solidFill>
                  <a:schemeClr val="tx1"/>
                </a:solidFill>
                <a:latin typeface="Arial" panose="020B0604020202020204" pitchFamily="34" charset="0"/>
                <a:cs typeface="Arial" panose="020B0604020202020204" pitchFamily="34" charset="0"/>
              </a:defRPr>
            </a:lvl2pPr>
            <a:lvl3pPr marL="1143000" indent="-228600">
              <a:defRPr sz="6000">
                <a:solidFill>
                  <a:schemeClr val="tx1"/>
                </a:solidFill>
                <a:latin typeface="Arial" panose="020B0604020202020204" pitchFamily="34" charset="0"/>
                <a:cs typeface="Arial" panose="020B0604020202020204" pitchFamily="34" charset="0"/>
              </a:defRPr>
            </a:lvl3pPr>
            <a:lvl4pPr marL="1600200" indent="-228600">
              <a:defRPr sz="6000">
                <a:solidFill>
                  <a:schemeClr val="tx1"/>
                </a:solidFill>
                <a:latin typeface="Arial" panose="020B0604020202020204" pitchFamily="34" charset="0"/>
                <a:cs typeface="Arial" panose="020B0604020202020204" pitchFamily="34" charset="0"/>
              </a:defRPr>
            </a:lvl4pPr>
            <a:lvl5pPr marL="2057400" indent="-228600">
              <a:defRPr sz="6000">
                <a:solidFill>
                  <a:schemeClr val="tx1"/>
                </a:solidFill>
                <a:latin typeface="Arial" panose="020B0604020202020204" pitchFamily="34" charset="0"/>
                <a:cs typeface="Arial" panose="020B0604020202020204" pitchFamily="34" charset="0"/>
              </a:defRPr>
            </a:lvl5pPr>
            <a:lvl6pPr marL="25146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6pPr>
            <a:lvl7pPr marL="29718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7pPr>
            <a:lvl8pPr marL="34290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8pPr>
            <a:lvl9pPr marL="3886200" indent="-228600" eaLnBrk="0" fontAlgn="base" hangingPunct="0">
              <a:spcBef>
                <a:spcPct val="0"/>
              </a:spcBef>
              <a:spcAft>
                <a:spcPct val="0"/>
              </a:spcAft>
              <a:defRPr sz="6000">
                <a:solidFill>
                  <a:schemeClr val="tx1"/>
                </a:solidFill>
                <a:latin typeface="Arial" panose="020B0604020202020204" pitchFamily="34" charset="0"/>
                <a:cs typeface="Arial" panose="020B0604020202020204" pitchFamily="34" charset="0"/>
              </a:defRPr>
            </a:lvl9pPr>
          </a:lstStyle>
          <a:p>
            <a:r>
              <a:rPr lang="en-US" altLang="en-US" sz="2800" b="1" u="sng"/>
              <a:t>DLM Type</a:t>
            </a:r>
          </a:p>
          <a:p>
            <a:r>
              <a:rPr lang="en-US" altLang="en-US" sz="2800"/>
              <a:t>PDM</a:t>
            </a:r>
          </a:p>
          <a:p>
            <a:r>
              <a:rPr lang="en-US" altLang="en-US" sz="2800"/>
              <a:t>EOH</a:t>
            </a:r>
          </a:p>
          <a:p>
            <a:r>
              <a:rPr lang="en-US" altLang="en-US" sz="2800"/>
              <a:t>NHA MISTR</a:t>
            </a:r>
          </a:p>
          <a:p>
            <a:endParaRPr lang="en-US" altLang="en-US" sz="2800"/>
          </a:p>
        </p:txBody>
      </p:sp>
    </p:spTree>
  </p:cSld>
  <p:clrMapOvr>
    <a:masterClrMapping/>
  </p:clrMapOvr>
  <p:transition/>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5409" name="Rectangle 10">
            <a:extLst>
              <a:ext uri="{FF2B5EF4-FFF2-40B4-BE49-F238E27FC236}">
                <a16:creationId xmlns:a16="http://schemas.microsoft.com/office/drawing/2014/main" id="{9E40457F-E0D3-8C08-2E5F-B7B3604AA344}"/>
              </a:ext>
            </a:extLst>
          </p:cNvPr>
          <p:cNvSpPr>
            <a:spLocks noChangeArrowheads="1"/>
          </p:cNvSpPr>
          <p:nvPr/>
        </p:nvSpPr>
        <p:spPr bwMode="auto">
          <a:xfrm>
            <a:off x="647700" y="3863975"/>
            <a:ext cx="8267700"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600"/>
              <a:t> </a:t>
            </a:r>
            <a:r>
              <a:rPr lang="en-US" altLang="en-US" sz="2200"/>
              <a:t>Used to compute the OIM, PDM, EOH, and NHA MISTR rates and percents (factors)</a:t>
            </a:r>
          </a:p>
          <a:p>
            <a:pPr eaLnBrk="1" hangingPunct="1">
              <a:buClr>
                <a:schemeClr val="bg2"/>
              </a:buClr>
              <a:buFontTx/>
              <a:buNone/>
            </a:pPr>
            <a:endParaRPr lang="en-US" altLang="en-US" sz="2200"/>
          </a:p>
        </p:txBody>
      </p:sp>
      <p:sp>
        <p:nvSpPr>
          <p:cNvPr id="145410" name="Rectangle 6">
            <a:extLst>
              <a:ext uri="{FF2B5EF4-FFF2-40B4-BE49-F238E27FC236}">
                <a16:creationId xmlns:a16="http://schemas.microsoft.com/office/drawing/2014/main" id="{7A1CE725-2228-7EB9-3560-AD9A638141A7}"/>
              </a:ext>
            </a:extLst>
          </p:cNvPr>
          <p:cNvSpPr>
            <a:spLocks noChangeArrowheads="1"/>
          </p:cNvSpPr>
          <p:nvPr/>
        </p:nvSpPr>
        <p:spPr bwMode="auto">
          <a:xfrm>
            <a:off x="647700" y="1150938"/>
            <a:ext cx="8267700" cy="2560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1800"/>
          </a:p>
          <a:p>
            <a:pPr eaLnBrk="1" hangingPunct="1">
              <a:buClr>
                <a:schemeClr val="bg2"/>
              </a:buClr>
              <a:buFontTx/>
              <a:buChar char="•"/>
            </a:pPr>
            <a:r>
              <a:rPr lang="en-US" altLang="en-US" sz="2200"/>
              <a:t> The program performed by the item </a:t>
            </a:r>
          </a:p>
          <a:p>
            <a:pPr eaLnBrk="1" hangingPunct="1">
              <a:buClr>
                <a:schemeClr val="bg2"/>
              </a:buClr>
              <a:buFontTx/>
              <a:buChar char="•"/>
            </a:pPr>
            <a:r>
              <a:rPr lang="en-US" altLang="en-US" sz="2200"/>
              <a:t> Term used throughout requirements computations</a:t>
            </a:r>
          </a:p>
          <a:p>
            <a:pPr eaLnBrk="1" hangingPunct="1">
              <a:buClr>
                <a:schemeClr val="bg2"/>
              </a:buClr>
              <a:buFontTx/>
              <a:buChar char="•"/>
            </a:pPr>
            <a:r>
              <a:rPr lang="en-US" altLang="en-US" sz="2200"/>
              <a:t> Must be forecastable</a:t>
            </a:r>
          </a:p>
          <a:p>
            <a:pPr eaLnBrk="1" hangingPunct="1">
              <a:buClr>
                <a:schemeClr val="bg2"/>
              </a:buClr>
              <a:buFontTx/>
              <a:buChar char="•"/>
            </a:pPr>
            <a:r>
              <a:rPr lang="en-US" altLang="en-US" sz="2200"/>
              <a:t> ES determines type of item program to be developed and ensures input to API</a:t>
            </a:r>
          </a:p>
          <a:p>
            <a:pPr eaLnBrk="1" hangingPunct="1">
              <a:buClr>
                <a:schemeClr val="bg2"/>
              </a:buClr>
              <a:buFontTx/>
              <a:buNone/>
            </a:pPr>
            <a:endParaRPr lang="en-US" altLang="en-US" sz="2200"/>
          </a:p>
        </p:txBody>
      </p:sp>
      <p:sp>
        <p:nvSpPr>
          <p:cNvPr id="145411" name="Rectangle 2">
            <a:extLst>
              <a:ext uri="{FF2B5EF4-FFF2-40B4-BE49-F238E27FC236}">
                <a16:creationId xmlns:a16="http://schemas.microsoft.com/office/drawing/2014/main" id="{3C9A88AF-9088-F723-A977-694247438564}"/>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45412" name="Text Box 3">
            <a:extLst>
              <a:ext uri="{FF2B5EF4-FFF2-40B4-BE49-F238E27FC236}">
                <a16:creationId xmlns:a16="http://schemas.microsoft.com/office/drawing/2014/main" id="{9EF1C934-000D-26FB-60D8-0BBC3CE771D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F3DF21E-F6F1-4CB2-BBFB-2A276D1402BA}" type="slidenum">
              <a:rPr lang="en-US" altLang="en-US" sz="1200" b="1">
                <a:solidFill>
                  <a:srgbClr val="1C1C1C"/>
                </a:solidFill>
              </a:rPr>
              <a:pPr eaLnBrk="1" hangingPunct="1">
                <a:spcBef>
                  <a:spcPct val="0"/>
                </a:spcBef>
                <a:buClrTx/>
                <a:buFontTx/>
                <a:buNone/>
              </a:pPr>
              <a:t>103</a:t>
            </a:fld>
            <a:endParaRPr lang="en-US" altLang="en-US" sz="1200" b="1">
              <a:solidFill>
                <a:srgbClr val="1C1C1C"/>
              </a:solidFill>
            </a:endParaRPr>
          </a:p>
        </p:txBody>
      </p:sp>
      <p:sp>
        <p:nvSpPr>
          <p:cNvPr id="145413" name="Rectangle 4">
            <a:extLst>
              <a:ext uri="{FF2B5EF4-FFF2-40B4-BE49-F238E27FC236}">
                <a16:creationId xmlns:a16="http://schemas.microsoft.com/office/drawing/2014/main" id="{C8C64D6D-71C6-0FF4-8EFA-BEEAAEBE6F7F}"/>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45414" name="Rectangle 5">
            <a:extLst>
              <a:ext uri="{FF2B5EF4-FFF2-40B4-BE49-F238E27FC236}">
                <a16:creationId xmlns:a16="http://schemas.microsoft.com/office/drawing/2014/main" id="{C1156D6A-C3FE-4E30-4002-5BFA73FE821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200"/>
              <a:t>What is an item program?</a:t>
            </a:r>
            <a:endParaRPr lang="en-US" altLang="en-US" sz="2200" b="1">
              <a:solidFill>
                <a:schemeClr val="bg2"/>
              </a:solidFill>
            </a:endParaRPr>
          </a:p>
        </p:txBody>
      </p:sp>
      <p:pic>
        <p:nvPicPr>
          <p:cNvPr id="145415" name="Picture 7" descr="QUESTION">
            <a:extLst>
              <a:ext uri="{FF2B5EF4-FFF2-40B4-BE49-F238E27FC236}">
                <a16:creationId xmlns:a16="http://schemas.microsoft.com/office/drawing/2014/main" id="{5E37576C-1F28-0C1A-1E08-D7453FBFB4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46488" y="5019675"/>
            <a:ext cx="5268912" cy="13636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5416" name="Rectangle 9">
            <a:extLst>
              <a:ext uri="{FF2B5EF4-FFF2-40B4-BE49-F238E27FC236}">
                <a16:creationId xmlns:a16="http://schemas.microsoft.com/office/drawing/2014/main" id="{CA9ABF36-6519-74C7-1C5B-A7B0D46E7AD5}"/>
              </a:ext>
            </a:extLst>
          </p:cNvPr>
          <p:cNvSpPr>
            <a:spLocks noChangeArrowheads="1"/>
          </p:cNvSpPr>
          <p:nvPr/>
        </p:nvSpPr>
        <p:spPr bwMode="auto">
          <a:xfrm>
            <a:off x="400050" y="3573463"/>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200"/>
              <a:t>How are past item programs used?</a:t>
            </a:r>
            <a:endParaRPr lang="en-US" altLang="en-US" sz="2200" b="1">
              <a:solidFill>
                <a:schemeClr val="bg2"/>
              </a:solidFill>
            </a:endParaRPr>
          </a:p>
        </p:txBody>
      </p:sp>
      <p:sp>
        <p:nvSpPr>
          <p:cNvPr id="145417" name="TextBox 9">
            <a:extLst>
              <a:ext uri="{FF2B5EF4-FFF2-40B4-BE49-F238E27FC236}">
                <a16:creationId xmlns:a16="http://schemas.microsoft.com/office/drawing/2014/main" id="{7A402A4A-6D87-D14E-F02F-79EA49FBB108}"/>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433" name="Rectangle 2">
            <a:extLst>
              <a:ext uri="{FF2B5EF4-FFF2-40B4-BE49-F238E27FC236}">
                <a16:creationId xmlns:a16="http://schemas.microsoft.com/office/drawing/2014/main" id="{ED02AD57-651A-4D28-30B0-4DB31A0E0A63}"/>
              </a:ext>
            </a:extLst>
          </p:cNvPr>
          <p:cNvSpPr>
            <a:spLocks noChangeArrowheads="1"/>
          </p:cNvSpPr>
          <p:nvPr/>
        </p:nvSpPr>
        <p:spPr bwMode="auto">
          <a:xfrm>
            <a:off x="647700" y="2743200"/>
            <a:ext cx="8267700" cy="990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600"/>
              <a:t> </a:t>
            </a:r>
            <a:r>
              <a:rPr lang="en-US" altLang="en-US" sz="2200"/>
              <a:t>Program performed or to be performed by item while installed </a:t>
            </a:r>
          </a:p>
          <a:p>
            <a:pPr eaLnBrk="1" hangingPunct="1">
              <a:buClr>
                <a:schemeClr val="bg2"/>
              </a:buClr>
              <a:buFontTx/>
              <a:buNone/>
            </a:pPr>
            <a:endParaRPr lang="en-US" altLang="en-US" sz="1600"/>
          </a:p>
        </p:txBody>
      </p:sp>
      <p:sp>
        <p:nvSpPr>
          <p:cNvPr id="146434" name="Rectangle 3">
            <a:extLst>
              <a:ext uri="{FF2B5EF4-FFF2-40B4-BE49-F238E27FC236}">
                <a16:creationId xmlns:a16="http://schemas.microsoft.com/office/drawing/2014/main" id="{D0BFEC99-5FEC-CA58-6F9C-C609468D53FC}"/>
              </a:ext>
            </a:extLst>
          </p:cNvPr>
          <p:cNvSpPr>
            <a:spLocks noChangeArrowheads="1"/>
          </p:cNvSpPr>
          <p:nvPr/>
        </p:nvSpPr>
        <p:spPr bwMode="auto">
          <a:xfrm>
            <a:off x="647700" y="1270000"/>
            <a:ext cx="8267700" cy="1701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endParaRPr lang="en-US" altLang="en-US" sz="1800"/>
          </a:p>
          <a:p>
            <a:pPr eaLnBrk="1" hangingPunct="1">
              <a:buClr>
                <a:schemeClr val="bg2"/>
              </a:buClr>
              <a:buFontTx/>
              <a:buChar char="•"/>
            </a:pPr>
            <a:r>
              <a:rPr lang="en-US" altLang="en-US" sz="1600"/>
              <a:t> </a:t>
            </a:r>
            <a:r>
              <a:rPr lang="en-US" altLang="en-US" sz="2200"/>
              <a:t>Used to compute projected requirements</a:t>
            </a:r>
          </a:p>
          <a:p>
            <a:pPr eaLnBrk="1" hangingPunct="1">
              <a:buClr>
                <a:schemeClr val="bg2"/>
              </a:buClr>
              <a:buFontTx/>
              <a:buChar char="•"/>
            </a:pPr>
            <a:r>
              <a:rPr lang="en-US" altLang="en-US" sz="2200"/>
              <a:t> ES is responsible to ensure correct applications are input to API</a:t>
            </a:r>
          </a:p>
          <a:p>
            <a:pPr eaLnBrk="1" hangingPunct="1">
              <a:buClr>
                <a:schemeClr val="bg2"/>
              </a:buClr>
              <a:buFontTx/>
              <a:buNone/>
            </a:pPr>
            <a:endParaRPr lang="en-US" altLang="en-US" sz="1600"/>
          </a:p>
        </p:txBody>
      </p:sp>
      <p:sp>
        <p:nvSpPr>
          <p:cNvPr id="146435" name="Rectangle 4">
            <a:extLst>
              <a:ext uri="{FF2B5EF4-FFF2-40B4-BE49-F238E27FC236}">
                <a16:creationId xmlns:a16="http://schemas.microsoft.com/office/drawing/2014/main" id="{CC579D60-BDD3-C744-217E-A3EAA6DB0AA0}"/>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46436" name="Text Box 5">
            <a:extLst>
              <a:ext uri="{FF2B5EF4-FFF2-40B4-BE49-F238E27FC236}">
                <a16:creationId xmlns:a16="http://schemas.microsoft.com/office/drawing/2014/main" id="{1FF850B8-3EB1-5BBB-103E-63F5F36B10C1}"/>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7AA5F52-2B36-4098-A3F5-78ADADFD1462}" type="slidenum">
              <a:rPr lang="en-US" altLang="en-US" sz="1200" b="1">
                <a:solidFill>
                  <a:srgbClr val="1C1C1C"/>
                </a:solidFill>
              </a:rPr>
              <a:pPr eaLnBrk="1" hangingPunct="1">
                <a:spcBef>
                  <a:spcPct val="0"/>
                </a:spcBef>
                <a:buClrTx/>
                <a:buFontTx/>
                <a:buNone/>
              </a:pPr>
              <a:t>104</a:t>
            </a:fld>
            <a:endParaRPr lang="en-US" altLang="en-US" sz="1200" b="1">
              <a:solidFill>
                <a:srgbClr val="1C1C1C"/>
              </a:solidFill>
            </a:endParaRPr>
          </a:p>
        </p:txBody>
      </p:sp>
      <p:sp>
        <p:nvSpPr>
          <p:cNvPr id="146437" name="Rectangle 6">
            <a:extLst>
              <a:ext uri="{FF2B5EF4-FFF2-40B4-BE49-F238E27FC236}">
                <a16:creationId xmlns:a16="http://schemas.microsoft.com/office/drawing/2014/main" id="{37DC614E-1A59-7597-11E4-D52DDC62E46F}"/>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46438" name="Rectangle 7">
            <a:extLst>
              <a:ext uri="{FF2B5EF4-FFF2-40B4-BE49-F238E27FC236}">
                <a16:creationId xmlns:a16="http://schemas.microsoft.com/office/drawing/2014/main" id="{32599D20-0F2D-17F4-5362-03CFDAC2CBF3}"/>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200"/>
              <a:t>How are future item programs used?</a:t>
            </a:r>
            <a:endParaRPr lang="en-US" altLang="en-US" sz="2200" b="1">
              <a:solidFill>
                <a:schemeClr val="bg2"/>
              </a:solidFill>
            </a:endParaRPr>
          </a:p>
        </p:txBody>
      </p:sp>
      <p:pic>
        <p:nvPicPr>
          <p:cNvPr id="146439" name="Picture 8" descr="QUESTION">
            <a:extLst>
              <a:ext uri="{FF2B5EF4-FFF2-40B4-BE49-F238E27FC236}">
                <a16:creationId xmlns:a16="http://schemas.microsoft.com/office/drawing/2014/main" id="{A458A88D-635E-3D42-4A5F-D76DE8D8E6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95425" y="4073525"/>
            <a:ext cx="6191250" cy="2266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46440" name="Rectangle 9">
            <a:extLst>
              <a:ext uri="{FF2B5EF4-FFF2-40B4-BE49-F238E27FC236}">
                <a16:creationId xmlns:a16="http://schemas.microsoft.com/office/drawing/2014/main" id="{BBC35E9D-E249-0BC4-8FEF-9B9A790B9790}"/>
              </a:ext>
            </a:extLst>
          </p:cNvPr>
          <p:cNvSpPr>
            <a:spLocks noChangeArrowheads="1"/>
          </p:cNvSpPr>
          <p:nvPr/>
        </p:nvSpPr>
        <p:spPr bwMode="auto">
          <a:xfrm>
            <a:off x="400050" y="25908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200"/>
              <a:t>What is an item installed program?</a:t>
            </a:r>
            <a:endParaRPr lang="en-US" altLang="en-US" sz="2200" b="1">
              <a:solidFill>
                <a:schemeClr val="bg2"/>
              </a:solidFill>
            </a:endParaRPr>
          </a:p>
        </p:txBody>
      </p:sp>
      <p:sp>
        <p:nvSpPr>
          <p:cNvPr id="146441" name="TextBox 9">
            <a:extLst>
              <a:ext uri="{FF2B5EF4-FFF2-40B4-BE49-F238E27FC236}">
                <a16:creationId xmlns:a16="http://schemas.microsoft.com/office/drawing/2014/main" id="{822FE6A5-DB80-4777-DA31-E0673737D03F}"/>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7457" name="Rectangle 2">
            <a:extLst>
              <a:ext uri="{FF2B5EF4-FFF2-40B4-BE49-F238E27FC236}">
                <a16:creationId xmlns:a16="http://schemas.microsoft.com/office/drawing/2014/main" id="{CA05BFD6-57D6-2019-5661-4C90A3CDBE29}"/>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47458" name="Text Box 3">
            <a:extLst>
              <a:ext uri="{FF2B5EF4-FFF2-40B4-BE49-F238E27FC236}">
                <a16:creationId xmlns:a16="http://schemas.microsoft.com/office/drawing/2014/main" id="{5CBFC980-C3BD-4454-54DC-5789FADDDB8B}"/>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65DAF1A-2D49-4742-B79F-3A098ECFEFA6}" type="slidenum">
              <a:rPr lang="en-US" altLang="en-US" sz="1200" b="1">
                <a:solidFill>
                  <a:srgbClr val="1C1C1C"/>
                </a:solidFill>
              </a:rPr>
              <a:pPr eaLnBrk="1" hangingPunct="1">
                <a:spcBef>
                  <a:spcPct val="0"/>
                </a:spcBef>
                <a:buClrTx/>
                <a:buFontTx/>
                <a:buNone/>
              </a:pPr>
              <a:t>105</a:t>
            </a:fld>
            <a:endParaRPr lang="en-US" altLang="en-US" sz="1200" b="1">
              <a:solidFill>
                <a:srgbClr val="1C1C1C"/>
              </a:solidFill>
            </a:endParaRPr>
          </a:p>
        </p:txBody>
      </p:sp>
      <p:sp>
        <p:nvSpPr>
          <p:cNvPr id="147459" name="Rectangle 4">
            <a:extLst>
              <a:ext uri="{FF2B5EF4-FFF2-40B4-BE49-F238E27FC236}">
                <a16:creationId xmlns:a16="http://schemas.microsoft.com/office/drawing/2014/main" id="{D8D157C2-8A1C-6EDE-A038-E44774B4380B}"/>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47460" name="Rectangle 5">
            <a:extLst>
              <a:ext uri="{FF2B5EF4-FFF2-40B4-BE49-F238E27FC236}">
                <a16:creationId xmlns:a16="http://schemas.microsoft.com/office/drawing/2014/main" id="{B8B7A079-B683-6A20-EEC7-CF294B79A9DD}"/>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Sources of Application Programs</a:t>
            </a:r>
            <a:endParaRPr lang="en-US" altLang="en-US" sz="2200" b="1">
              <a:solidFill>
                <a:schemeClr val="bg2"/>
              </a:solidFill>
            </a:endParaRPr>
          </a:p>
        </p:txBody>
      </p:sp>
      <p:sp>
        <p:nvSpPr>
          <p:cNvPr id="147461" name="Rectangle 6">
            <a:extLst>
              <a:ext uri="{FF2B5EF4-FFF2-40B4-BE49-F238E27FC236}">
                <a16:creationId xmlns:a16="http://schemas.microsoft.com/office/drawing/2014/main" id="{04C606CA-C884-4233-AE65-DC68C81A1C28}"/>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HQ AFMC, System Program Managers, Engine Managers, Inventory Managers</a:t>
            </a:r>
          </a:p>
          <a:p>
            <a:pPr eaLnBrk="1" hangingPunct="1">
              <a:buClr>
                <a:schemeClr val="bg2"/>
              </a:buClr>
              <a:buFontTx/>
              <a:buNone/>
            </a:pPr>
            <a:endParaRPr lang="en-US" altLang="en-US" sz="1800"/>
          </a:p>
        </p:txBody>
      </p:sp>
      <p:pic>
        <p:nvPicPr>
          <p:cNvPr id="147462" name="Picture 8" descr="EngineStand">
            <a:extLst>
              <a:ext uri="{FF2B5EF4-FFF2-40B4-BE49-F238E27FC236}">
                <a16:creationId xmlns:a16="http://schemas.microsoft.com/office/drawing/2014/main" id="{127D5ED0-7ADC-8E3F-806F-6D4FA0002A6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14500" y="2843213"/>
            <a:ext cx="5715000" cy="3519487"/>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47463" name="TextBox 7">
            <a:extLst>
              <a:ext uri="{FF2B5EF4-FFF2-40B4-BE49-F238E27FC236}">
                <a16:creationId xmlns:a16="http://schemas.microsoft.com/office/drawing/2014/main" id="{C2278C45-FE8D-438C-0D16-168CCC3A78AA}"/>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481" name="Rectangle 2">
            <a:extLst>
              <a:ext uri="{FF2B5EF4-FFF2-40B4-BE49-F238E27FC236}">
                <a16:creationId xmlns:a16="http://schemas.microsoft.com/office/drawing/2014/main" id="{CB5D6624-EFA4-7D66-163A-0B5F7DB22D71}"/>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48482" name="Text Box 3">
            <a:extLst>
              <a:ext uri="{FF2B5EF4-FFF2-40B4-BE49-F238E27FC236}">
                <a16:creationId xmlns:a16="http://schemas.microsoft.com/office/drawing/2014/main" id="{066D004D-A2C0-F648-2FAC-FF267834758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817214A-3FB5-47F4-A027-DF6BFD1A61A9}" type="slidenum">
              <a:rPr lang="en-US" altLang="en-US" sz="1200" b="1">
                <a:solidFill>
                  <a:srgbClr val="1C1C1C"/>
                </a:solidFill>
              </a:rPr>
              <a:pPr eaLnBrk="1" hangingPunct="1">
                <a:spcBef>
                  <a:spcPct val="0"/>
                </a:spcBef>
                <a:buClrTx/>
                <a:buFontTx/>
                <a:buNone/>
              </a:pPr>
              <a:t>106</a:t>
            </a:fld>
            <a:endParaRPr lang="en-US" altLang="en-US" sz="1200" b="1">
              <a:solidFill>
                <a:srgbClr val="1C1C1C"/>
              </a:solidFill>
            </a:endParaRPr>
          </a:p>
        </p:txBody>
      </p:sp>
      <p:sp>
        <p:nvSpPr>
          <p:cNvPr id="148483" name="Rectangle 4">
            <a:extLst>
              <a:ext uri="{FF2B5EF4-FFF2-40B4-BE49-F238E27FC236}">
                <a16:creationId xmlns:a16="http://schemas.microsoft.com/office/drawing/2014/main" id="{40DB0543-AD04-F213-7B41-DDA84E26F0BA}"/>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3b</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148484" name="Rectangle 5">
            <a:extLst>
              <a:ext uri="{FF2B5EF4-FFF2-40B4-BE49-F238E27FC236}">
                <a16:creationId xmlns:a16="http://schemas.microsoft.com/office/drawing/2014/main" id="{ACB21A9E-8DA6-0B6C-3746-371941EE4FFF}"/>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Programs</a:t>
            </a:r>
          </a:p>
        </p:txBody>
      </p:sp>
      <p:sp>
        <p:nvSpPr>
          <p:cNvPr id="148485" name="TextBox 5">
            <a:extLst>
              <a:ext uri="{FF2B5EF4-FFF2-40B4-BE49-F238E27FC236}">
                <a16:creationId xmlns:a16="http://schemas.microsoft.com/office/drawing/2014/main" id="{9DDD0A3D-BB9F-0B8A-53A5-EF21ABA6FFE9}"/>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9505" name="Rectangle 2">
            <a:extLst>
              <a:ext uri="{FF2B5EF4-FFF2-40B4-BE49-F238E27FC236}">
                <a16:creationId xmlns:a16="http://schemas.microsoft.com/office/drawing/2014/main" id="{7E7B69CB-250B-0EDE-4999-91AC470BDF88}"/>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49506" name="Text Box 3">
            <a:extLst>
              <a:ext uri="{FF2B5EF4-FFF2-40B4-BE49-F238E27FC236}">
                <a16:creationId xmlns:a16="http://schemas.microsoft.com/office/drawing/2014/main" id="{18FECDAC-0F4A-7884-6261-6C4E6C82786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C90D62C-1339-4011-A613-97ED4937D7EF}" type="slidenum">
              <a:rPr lang="en-US" altLang="en-US" sz="1200" b="1">
                <a:solidFill>
                  <a:srgbClr val="1C1C1C"/>
                </a:solidFill>
              </a:rPr>
              <a:pPr eaLnBrk="1" hangingPunct="1">
                <a:spcBef>
                  <a:spcPct val="0"/>
                </a:spcBef>
                <a:buClrTx/>
                <a:buFontTx/>
                <a:buNone/>
              </a:pPr>
              <a:t>107</a:t>
            </a:fld>
            <a:endParaRPr lang="en-US" altLang="en-US" sz="1200" b="1">
              <a:solidFill>
                <a:srgbClr val="1C1C1C"/>
              </a:solidFill>
            </a:endParaRPr>
          </a:p>
        </p:txBody>
      </p:sp>
      <p:sp>
        <p:nvSpPr>
          <p:cNvPr id="149507" name="Rectangle 4">
            <a:extLst>
              <a:ext uri="{FF2B5EF4-FFF2-40B4-BE49-F238E27FC236}">
                <a16:creationId xmlns:a16="http://schemas.microsoft.com/office/drawing/2014/main" id="{6696B4FC-4165-58AC-2ABD-BF635D8113B2}"/>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3c</a:t>
            </a:r>
          </a:p>
          <a:p>
            <a:pPr algn="ctr" eaLnBrk="1" hangingPunct="1">
              <a:buClr>
                <a:schemeClr val="bg2"/>
              </a:buClr>
              <a:buFontTx/>
              <a:buNone/>
            </a:pPr>
            <a:endParaRPr lang="en-US" altLang="en-US" b="1"/>
          </a:p>
          <a:p>
            <a:pPr algn="ctr" eaLnBrk="1" hangingPunct="1">
              <a:buClr>
                <a:schemeClr val="bg2"/>
              </a:buClr>
              <a:buFontTx/>
              <a:buNone/>
            </a:pPr>
            <a:r>
              <a:rPr lang="en-US" altLang="en-US" b="1"/>
              <a:t>Indentures</a:t>
            </a:r>
            <a:endParaRPr lang="en-US" altLang="en-US" b="1">
              <a:solidFill>
                <a:schemeClr val="bg2"/>
              </a:solidFill>
            </a:endParaRPr>
          </a:p>
        </p:txBody>
      </p:sp>
      <p:sp>
        <p:nvSpPr>
          <p:cNvPr id="149508" name="TextBox 4">
            <a:extLst>
              <a:ext uri="{FF2B5EF4-FFF2-40B4-BE49-F238E27FC236}">
                <a16:creationId xmlns:a16="http://schemas.microsoft.com/office/drawing/2014/main" id="{1FD564D1-B1EE-8AB5-9B99-56C325C9D906}"/>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29" name="Rectangle 2">
            <a:extLst>
              <a:ext uri="{FF2B5EF4-FFF2-40B4-BE49-F238E27FC236}">
                <a16:creationId xmlns:a16="http://schemas.microsoft.com/office/drawing/2014/main" id="{ADF0DFEC-D783-9707-969F-212E728D30A3}"/>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50530" name="Text Box 3">
            <a:extLst>
              <a:ext uri="{FF2B5EF4-FFF2-40B4-BE49-F238E27FC236}">
                <a16:creationId xmlns:a16="http://schemas.microsoft.com/office/drawing/2014/main" id="{68150245-046A-2262-4FE3-F5A7A1A1E7D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0058482-4033-46CE-9079-7743D9620752}" type="slidenum">
              <a:rPr lang="en-US" altLang="en-US" sz="1200" b="1">
                <a:solidFill>
                  <a:srgbClr val="1C1C1C"/>
                </a:solidFill>
              </a:rPr>
              <a:pPr eaLnBrk="1" hangingPunct="1">
                <a:spcBef>
                  <a:spcPct val="0"/>
                </a:spcBef>
                <a:buClrTx/>
                <a:buFontTx/>
                <a:buNone/>
              </a:pPr>
              <a:t>108</a:t>
            </a:fld>
            <a:endParaRPr lang="en-US" altLang="en-US" sz="1200" b="1">
              <a:solidFill>
                <a:srgbClr val="1C1C1C"/>
              </a:solidFill>
            </a:endParaRPr>
          </a:p>
        </p:txBody>
      </p:sp>
      <p:sp>
        <p:nvSpPr>
          <p:cNvPr id="150531" name="Rectangle 4">
            <a:extLst>
              <a:ext uri="{FF2B5EF4-FFF2-40B4-BE49-F238E27FC236}">
                <a16:creationId xmlns:a16="http://schemas.microsoft.com/office/drawing/2014/main" id="{A782FC29-CC59-1FFE-31B2-9EEB19525C5E}"/>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Indentures</a:t>
            </a:r>
          </a:p>
        </p:txBody>
      </p:sp>
      <p:sp>
        <p:nvSpPr>
          <p:cNvPr id="150532" name="Rectangle 5">
            <a:extLst>
              <a:ext uri="{FF2B5EF4-FFF2-40B4-BE49-F238E27FC236}">
                <a16:creationId xmlns:a16="http://schemas.microsoft.com/office/drawing/2014/main" id="{E500DCF0-2136-E38D-A2E4-A55B97E261AF}"/>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150533" name="Rectangle 6">
            <a:extLst>
              <a:ext uri="{FF2B5EF4-FFF2-40B4-BE49-F238E27FC236}">
                <a16:creationId xmlns:a16="http://schemas.microsoft.com/office/drawing/2014/main" id="{8BFB9AA0-04C7-9E01-DF24-AC6F2BC196E8}"/>
              </a:ext>
            </a:extLst>
          </p:cNvPr>
          <p:cNvSpPr>
            <a:spLocks noChangeArrowheads="1"/>
          </p:cNvSpPr>
          <p:nvPr/>
        </p:nvSpPr>
        <p:spPr bwMode="auto">
          <a:xfrm>
            <a:off x="647700" y="146050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Defines indenture chains and indenture levels</a:t>
            </a:r>
          </a:p>
          <a:p>
            <a:pPr eaLnBrk="1" hangingPunct="1">
              <a:buClr>
                <a:schemeClr val="bg2"/>
              </a:buClr>
              <a:buFontTx/>
              <a:buChar char="•"/>
            </a:pPr>
            <a:endParaRPr lang="en-US" altLang="en-US" sz="2400"/>
          </a:p>
          <a:p>
            <a:pPr eaLnBrk="1" hangingPunct="1">
              <a:buClr>
                <a:schemeClr val="bg2"/>
              </a:buClr>
              <a:buFontTx/>
              <a:buChar char="•"/>
            </a:pPr>
            <a:r>
              <a:rPr lang="en-US" altLang="en-US" sz="2400"/>
              <a:t> Explains how indenture structure relates to the IPB</a:t>
            </a:r>
          </a:p>
          <a:p>
            <a:pPr eaLnBrk="1" hangingPunct="1">
              <a:buClr>
                <a:schemeClr val="bg2"/>
              </a:buClr>
              <a:buFontTx/>
              <a:buChar char="•"/>
            </a:pPr>
            <a:endParaRPr lang="en-US" altLang="en-US" sz="2400"/>
          </a:p>
          <a:p>
            <a:pPr eaLnBrk="1" hangingPunct="1">
              <a:buClr>
                <a:schemeClr val="bg2"/>
              </a:buClr>
              <a:buFontTx/>
              <a:buChar char="•"/>
            </a:pPr>
            <a:r>
              <a:rPr lang="en-US" altLang="en-US" sz="2400"/>
              <a:t> Describes ES responsibilities for maintaining indenture structures</a:t>
            </a:r>
          </a:p>
        </p:txBody>
      </p:sp>
      <p:sp>
        <p:nvSpPr>
          <p:cNvPr id="150534" name="TextBox 6">
            <a:extLst>
              <a:ext uri="{FF2B5EF4-FFF2-40B4-BE49-F238E27FC236}">
                <a16:creationId xmlns:a16="http://schemas.microsoft.com/office/drawing/2014/main" id="{CA8719C4-1C8B-BAF2-C890-824AD04069EF}"/>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1553" name="Rectangle 2">
            <a:extLst>
              <a:ext uri="{FF2B5EF4-FFF2-40B4-BE49-F238E27FC236}">
                <a16:creationId xmlns:a16="http://schemas.microsoft.com/office/drawing/2014/main" id="{0B137905-42FE-E1C1-E10A-895F27055FC4}"/>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51554" name="Text Box 3">
            <a:extLst>
              <a:ext uri="{FF2B5EF4-FFF2-40B4-BE49-F238E27FC236}">
                <a16:creationId xmlns:a16="http://schemas.microsoft.com/office/drawing/2014/main" id="{EEF3809B-95B1-B4AD-A296-D92D9D6C6601}"/>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A4CE8E5-75DB-4A60-8D69-F78387E2104A}" type="slidenum">
              <a:rPr lang="en-US" altLang="en-US" sz="1200" b="1">
                <a:solidFill>
                  <a:srgbClr val="1C1C1C"/>
                </a:solidFill>
              </a:rPr>
              <a:pPr eaLnBrk="1" hangingPunct="1">
                <a:spcBef>
                  <a:spcPct val="0"/>
                </a:spcBef>
                <a:buClrTx/>
                <a:buFontTx/>
                <a:buNone/>
              </a:pPr>
              <a:t>109</a:t>
            </a:fld>
            <a:endParaRPr lang="en-US" altLang="en-US" sz="1200" b="1">
              <a:solidFill>
                <a:srgbClr val="1C1C1C"/>
              </a:solidFill>
            </a:endParaRPr>
          </a:p>
        </p:txBody>
      </p:sp>
      <p:sp>
        <p:nvSpPr>
          <p:cNvPr id="151555" name="Rectangle 4">
            <a:extLst>
              <a:ext uri="{FF2B5EF4-FFF2-40B4-BE49-F238E27FC236}">
                <a16:creationId xmlns:a16="http://schemas.microsoft.com/office/drawing/2014/main" id="{0EB02DD6-F067-0432-8762-23A6B131CB1F}"/>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Indentures</a:t>
            </a:r>
          </a:p>
        </p:txBody>
      </p:sp>
      <p:sp>
        <p:nvSpPr>
          <p:cNvPr id="151556" name="Rectangle 5">
            <a:extLst>
              <a:ext uri="{FF2B5EF4-FFF2-40B4-BE49-F238E27FC236}">
                <a16:creationId xmlns:a16="http://schemas.microsoft.com/office/drawing/2014/main" id="{E552D37E-1C0C-5A63-030B-F6326F3DEDAE}"/>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 Chain</a:t>
            </a:r>
            <a:endParaRPr lang="en-US" altLang="en-US" sz="2200" b="1">
              <a:solidFill>
                <a:schemeClr val="bg2"/>
              </a:solidFill>
            </a:endParaRPr>
          </a:p>
        </p:txBody>
      </p:sp>
      <p:sp>
        <p:nvSpPr>
          <p:cNvPr id="151557" name="Rectangle 6">
            <a:extLst>
              <a:ext uri="{FF2B5EF4-FFF2-40B4-BE49-F238E27FC236}">
                <a16:creationId xmlns:a16="http://schemas.microsoft.com/office/drawing/2014/main" id="{D4855606-0E24-5649-8B0E-39807516BCFD}"/>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One or more indenture relationships showing an end item’s relationship to the smallest component</a:t>
            </a:r>
          </a:p>
          <a:p>
            <a:pPr eaLnBrk="1" hangingPunct="1">
              <a:buClr>
                <a:schemeClr val="bg2"/>
              </a:buClr>
              <a:buFontTx/>
              <a:buChar char="•"/>
            </a:pPr>
            <a:endParaRPr lang="en-US" altLang="en-US" sz="2400"/>
          </a:p>
          <a:p>
            <a:pPr eaLnBrk="1" hangingPunct="1">
              <a:buClr>
                <a:schemeClr val="bg2"/>
              </a:buClr>
              <a:buFontTx/>
              <a:buChar char="•"/>
            </a:pPr>
            <a:r>
              <a:rPr lang="en-US" altLang="en-US" sz="2400"/>
              <a:t> Allows users to trace NHA or lower assembly components and link NHA 	components together</a:t>
            </a:r>
          </a:p>
          <a:p>
            <a:pPr eaLnBrk="1" hangingPunct="1">
              <a:buClr>
                <a:schemeClr val="bg2"/>
              </a:buClr>
              <a:buFontTx/>
              <a:buChar char="•"/>
            </a:pPr>
            <a:endParaRPr lang="en-US" altLang="en-US" sz="2400"/>
          </a:p>
          <a:p>
            <a:pPr eaLnBrk="1" hangingPunct="1">
              <a:buClr>
                <a:schemeClr val="bg2"/>
              </a:buClr>
              <a:buFontTx/>
              <a:buChar char="•"/>
            </a:pPr>
            <a:r>
              <a:rPr lang="en-US" altLang="en-US" sz="2400"/>
              <a:t> Building a full indenture chain may require several ES’s at different ALCs</a:t>
            </a:r>
          </a:p>
          <a:p>
            <a:pPr eaLnBrk="1" hangingPunct="1">
              <a:buClr>
                <a:schemeClr val="bg2"/>
              </a:buClr>
              <a:buFontTx/>
              <a:buChar char="•"/>
            </a:pPr>
            <a:endParaRPr lang="en-US" altLang="en-US" sz="2400"/>
          </a:p>
          <a:p>
            <a:pPr eaLnBrk="1" hangingPunct="1">
              <a:buClr>
                <a:schemeClr val="bg2"/>
              </a:buClr>
              <a:buFontTx/>
              <a:buChar char="•"/>
            </a:pPr>
            <a:r>
              <a:rPr lang="en-US" altLang="en-US" sz="2400"/>
              <a:t> No limit to number of indentures that can form an indenture chain</a:t>
            </a:r>
          </a:p>
        </p:txBody>
      </p:sp>
      <p:sp>
        <p:nvSpPr>
          <p:cNvPr id="151558" name="TextBox 6">
            <a:extLst>
              <a:ext uri="{FF2B5EF4-FFF2-40B4-BE49-F238E27FC236}">
                <a16:creationId xmlns:a16="http://schemas.microsoft.com/office/drawing/2014/main" id="{B4FADC9E-4371-2C81-7B60-03AF9382147B}"/>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2577" name="Rectangle 2">
            <a:extLst>
              <a:ext uri="{FF2B5EF4-FFF2-40B4-BE49-F238E27FC236}">
                <a16:creationId xmlns:a16="http://schemas.microsoft.com/office/drawing/2014/main" id="{DFE32D67-93EB-B4A0-72AD-A606BEC3D4B0}"/>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52578" name="Text Box 3">
            <a:extLst>
              <a:ext uri="{FF2B5EF4-FFF2-40B4-BE49-F238E27FC236}">
                <a16:creationId xmlns:a16="http://schemas.microsoft.com/office/drawing/2014/main" id="{7CF46DCE-5FDF-0519-86A6-E8AAB0BC797B}"/>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34E529E-A448-4CDD-B54E-1F4DE5796A47}" type="slidenum">
              <a:rPr lang="en-US" altLang="en-US" sz="1200" b="1">
                <a:solidFill>
                  <a:srgbClr val="1C1C1C"/>
                </a:solidFill>
              </a:rPr>
              <a:pPr eaLnBrk="1" hangingPunct="1">
                <a:spcBef>
                  <a:spcPct val="0"/>
                </a:spcBef>
                <a:buClrTx/>
                <a:buFontTx/>
                <a:buNone/>
              </a:pPr>
              <a:t>110</a:t>
            </a:fld>
            <a:endParaRPr lang="en-US" altLang="en-US" sz="1200" b="1">
              <a:solidFill>
                <a:srgbClr val="1C1C1C"/>
              </a:solidFill>
            </a:endParaRPr>
          </a:p>
        </p:txBody>
      </p:sp>
      <p:sp>
        <p:nvSpPr>
          <p:cNvPr id="152579" name="Rectangle 4">
            <a:extLst>
              <a:ext uri="{FF2B5EF4-FFF2-40B4-BE49-F238E27FC236}">
                <a16:creationId xmlns:a16="http://schemas.microsoft.com/office/drawing/2014/main" id="{915E221B-FC7C-8C58-79C2-B3B6CA22C9BE}"/>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Indentures</a:t>
            </a:r>
          </a:p>
        </p:txBody>
      </p:sp>
      <p:sp>
        <p:nvSpPr>
          <p:cNvPr id="152580" name="Rectangle 5">
            <a:extLst>
              <a:ext uri="{FF2B5EF4-FFF2-40B4-BE49-F238E27FC236}">
                <a16:creationId xmlns:a16="http://schemas.microsoft.com/office/drawing/2014/main" id="{F54A579A-0F98-F188-23F5-8AC40FCEA31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 Level</a:t>
            </a:r>
            <a:endParaRPr lang="en-US" altLang="en-US" sz="2200" b="1">
              <a:solidFill>
                <a:schemeClr val="bg2"/>
              </a:solidFill>
            </a:endParaRPr>
          </a:p>
        </p:txBody>
      </p:sp>
      <p:sp>
        <p:nvSpPr>
          <p:cNvPr id="152581" name="Rectangle 6">
            <a:extLst>
              <a:ext uri="{FF2B5EF4-FFF2-40B4-BE49-F238E27FC236}">
                <a16:creationId xmlns:a16="http://schemas.microsoft.com/office/drawing/2014/main" id="{696AB982-B7C3-555A-88D1-2C2061D98B02}"/>
              </a:ext>
            </a:extLst>
          </p:cNvPr>
          <p:cNvSpPr>
            <a:spLocks noChangeArrowheads="1"/>
          </p:cNvSpPr>
          <p:nvPr/>
        </p:nvSpPr>
        <p:spPr bwMode="auto">
          <a:xfrm>
            <a:off x="647700" y="1460500"/>
            <a:ext cx="7734300"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400"/>
              <a:t> Level of the component or assembly (highest level is system, lowest is component)</a:t>
            </a:r>
          </a:p>
          <a:p>
            <a:pPr eaLnBrk="1" hangingPunct="1">
              <a:buClr>
                <a:schemeClr val="bg2"/>
              </a:buClr>
              <a:buFontTx/>
              <a:buChar char="•"/>
            </a:pPr>
            <a:endParaRPr lang="en-US" altLang="en-US" sz="2400"/>
          </a:p>
          <a:p>
            <a:pPr eaLnBrk="1" hangingPunct="1">
              <a:buClr>
                <a:schemeClr val="bg2"/>
              </a:buClr>
              <a:buFontTx/>
              <a:buChar char="•"/>
            </a:pPr>
            <a:r>
              <a:rPr lang="en-US" altLang="en-US" sz="2400"/>
              <a:t> Used within an indenture chain to denote distance of items</a:t>
            </a:r>
          </a:p>
        </p:txBody>
      </p:sp>
      <p:sp>
        <p:nvSpPr>
          <p:cNvPr id="152582" name="TextBox 6">
            <a:extLst>
              <a:ext uri="{FF2B5EF4-FFF2-40B4-BE49-F238E27FC236}">
                <a16:creationId xmlns:a16="http://schemas.microsoft.com/office/drawing/2014/main" id="{4C1D40EC-686C-865C-23AC-DC604FDBF616}"/>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153601" name="Rectangle 2">
            <a:extLst>
              <a:ext uri="{FF2B5EF4-FFF2-40B4-BE49-F238E27FC236}">
                <a16:creationId xmlns:a16="http://schemas.microsoft.com/office/drawing/2014/main" id="{13D6B840-DD09-9A37-98DD-C1ACAA78B8CD}"/>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53602" name="Text Box 3">
            <a:extLst>
              <a:ext uri="{FF2B5EF4-FFF2-40B4-BE49-F238E27FC236}">
                <a16:creationId xmlns:a16="http://schemas.microsoft.com/office/drawing/2014/main" id="{C691690F-890B-5F34-20E5-D872439D3A1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16A189E-58EC-4BA7-9F42-C4DF2FE4310A}" type="slidenum">
              <a:rPr lang="en-US" altLang="en-US" sz="1200" b="1">
                <a:solidFill>
                  <a:srgbClr val="1C1C1C"/>
                </a:solidFill>
              </a:rPr>
              <a:pPr eaLnBrk="1" hangingPunct="1">
                <a:spcBef>
                  <a:spcPct val="0"/>
                </a:spcBef>
                <a:buClrTx/>
                <a:buFontTx/>
                <a:buNone/>
              </a:pPr>
              <a:t>111</a:t>
            </a:fld>
            <a:endParaRPr lang="en-US" altLang="en-US" sz="1200" b="1">
              <a:solidFill>
                <a:srgbClr val="1C1C1C"/>
              </a:solidFill>
            </a:endParaRPr>
          </a:p>
        </p:txBody>
      </p:sp>
      <p:sp>
        <p:nvSpPr>
          <p:cNvPr id="153603" name="Rectangle 4">
            <a:extLst>
              <a:ext uri="{FF2B5EF4-FFF2-40B4-BE49-F238E27FC236}">
                <a16:creationId xmlns:a16="http://schemas.microsoft.com/office/drawing/2014/main" id="{67F1AC34-4B5A-5F53-9375-1035987B998E}"/>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Indentures</a:t>
            </a:r>
          </a:p>
        </p:txBody>
      </p:sp>
      <p:sp>
        <p:nvSpPr>
          <p:cNvPr id="153604" name="Rectangle 5">
            <a:extLst>
              <a:ext uri="{FF2B5EF4-FFF2-40B4-BE49-F238E27FC236}">
                <a16:creationId xmlns:a16="http://schemas.microsoft.com/office/drawing/2014/main" id="{DF416E45-4055-FB30-57A2-C82C0BDE5EE3}"/>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 Example</a:t>
            </a:r>
            <a:endParaRPr lang="en-US" altLang="en-US" sz="2200" b="1">
              <a:solidFill>
                <a:schemeClr val="bg2"/>
              </a:solidFill>
            </a:endParaRPr>
          </a:p>
        </p:txBody>
      </p:sp>
      <p:pic>
        <p:nvPicPr>
          <p:cNvPr id="153605" name="Picture 7" descr="IndentureChain">
            <a:extLst>
              <a:ext uri="{FF2B5EF4-FFF2-40B4-BE49-F238E27FC236}">
                <a16:creationId xmlns:a16="http://schemas.microsoft.com/office/drawing/2014/main" id="{FDB18E32-5DC3-935E-6212-98C15C73A7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 y="2049463"/>
            <a:ext cx="8686800" cy="41227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588808" name="Rectangle 8">
            <a:extLst>
              <a:ext uri="{FF2B5EF4-FFF2-40B4-BE49-F238E27FC236}">
                <a16:creationId xmlns:a16="http://schemas.microsoft.com/office/drawing/2014/main" id="{2631AE3C-AB58-8128-1E45-BBE0C80A71FA}"/>
              </a:ext>
            </a:extLst>
          </p:cNvPr>
          <p:cNvSpPr>
            <a:spLocks noChangeArrowheads="1"/>
          </p:cNvSpPr>
          <p:nvPr/>
        </p:nvSpPr>
        <p:spPr bwMode="auto">
          <a:xfrm>
            <a:off x="1905000" y="3276600"/>
            <a:ext cx="6934200" cy="3048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88809" name="Rectangle 9">
            <a:extLst>
              <a:ext uri="{FF2B5EF4-FFF2-40B4-BE49-F238E27FC236}">
                <a16:creationId xmlns:a16="http://schemas.microsoft.com/office/drawing/2014/main" id="{CBCE5236-E2F4-5CD6-1488-D489F09B7BBF}"/>
              </a:ext>
            </a:extLst>
          </p:cNvPr>
          <p:cNvSpPr>
            <a:spLocks noChangeArrowheads="1"/>
          </p:cNvSpPr>
          <p:nvPr/>
        </p:nvSpPr>
        <p:spPr bwMode="auto">
          <a:xfrm>
            <a:off x="8534400" y="3276600"/>
            <a:ext cx="304800" cy="114300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588810" name="Rectangle 10">
            <a:extLst>
              <a:ext uri="{FF2B5EF4-FFF2-40B4-BE49-F238E27FC236}">
                <a16:creationId xmlns:a16="http://schemas.microsoft.com/office/drawing/2014/main" id="{19BB16C1-D57F-D8AD-0F10-BE0F049377FF}"/>
              </a:ext>
            </a:extLst>
          </p:cNvPr>
          <p:cNvSpPr>
            <a:spLocks noChangeArrowheads="1"/>
          </p:cNvSpPr>
          <p:nvPr/>
        </p:nvSpPr>
        <p:spPr bwMode="auto">
          <a:xfrm rot="2160721">
            <a:off x="4173538" y="4294188"/>
            <a:ext cx="317500" cy="1951037"/>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grpSp>
        <p:nvGrpSpPr>
          <p:cNvPr id="2" name="Group 16">
            <a:extLst>
              <a:ext uri="{FF2B5EF4-FFF2-40B4-BE49-F238E27FC236}">
                <a16:creationId xmlns:a16="http://schemas.microsoft.com/office/drawing/2014/main" id="{085797BC-AF3E-03EA-E433-967F03F59C08}"/>
              </a:ext>
            </a:extLst>
          </p:cNvPr>
          <p:cNvGrpSpPr>
            <a:grpSpLocks/>
          </p:cNvGrpSpPr>
          <p:nvPr/>
        </p:nvGrpSpPr>
        <p:grpSpPr bwMode="auto">
          <a:xfrm>
            <a:off x="3522663" y="2554288"/>
            <a:ext cx="2514600" cy="4021137"/>
            <a:chOff x="2219" y="1609"/>
            <a:chExt cx="1584" cy="2533"/>
          </a:xfrm>
        </p:grpSpPr>
        <p:sp>
          <p:nvSpPr>
            <p:cNvPr id="153611" name="Rectangle 11">
              <a:extLst>
                <a:ext uri="{FF2B5EF4-FFF2-40B4-BE49-F238E27FC236}">
                  <a16:creationId xmlns:a16="http://schemas.microsoft.com/office/drawing/2014/main" id="{078EB764-1F38-503C-570F-ECD8CC3546F1}"/>
                </a:ext>
              </a:extLst>
            </p:cNvPr>
            <p:cNvSpPr>
              <a:spLocks noChangeArrowheads="1"/>
            </p:cNvSpPr>
            <p:nvPr/>
          </p:nvSpPr>
          <p:spPr bwMode="auto">
            <a:xfrm rot="-2134708">
              <a:off x="2940" y="1802"/>
              <a:ext cx="247" cy="2340"/>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3612" name="Rectangle 12">
              <a:extLst>
                <a:ext uri="{FF2B5EF4-FFF2-40B4-BE49-F238E27FC236}">
                  <a16:creationId xmlns:a16="http://schemas.microsoft.com/office/drawing/2014/main" id="{2F54A209-ECD6-3207-1A6E-A983762BB790}"/>
                </a:ext>
              </a:extLst>
            </p:cNvPr>
            <p:cNvSpPr>
              <a:spLocks noChangeArrowheads="1"/>
            </p:cNvSpPr>
            <p:nvPr/>
          </p:nvSpPr>
          <p:spPr bwMode="auto">
            <a:xfrm rot="3251804">
              <a:off x="2867" y="961"/>
              <a:ext cx="288" cy="1584"/>
            </a:xfrm>
            <a:prstGeom prst="rect">
              <a:avLst/>
            </a:prstGeom>
            <a:noFill/>
            <a:ln w="25400">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3613" name="Line 14">
              <a:extLst>
                <a:ext uri="{FF2B5EF4-FFF2-40B4-BE49-F238E27FC236}">
                  <a16:creationId xmlns:a16="http://schemas.microsoft.com/office/drawing/2014/main" id="{AE635560-9DD1-70ED-5AC5-0160BC57B47B}"/>
                </a:ext>
              </a:extLst>
            </p:cNvPr>
            <p:cNvSpPr>
              <a:spLocks noChangeShapeType="1"/>
            </p:cNvSpPr>
            <p:nvPr/>
          </p:nvSpPr>
          <p:spPr bwMode="auto">
            <a:xfrm>
              <a:off x="2488" y="1960"/>
              <a:ext cx="164" cy="224"/>
            </a:xfrm>
            <a:prstGeom prst="line">
              <a:avLst/>
            </a:prstGeom>
            <a:noFill/>
            <a:ln w="635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53614" name="Line 15">
              <a:extLst>
                <a:ext uri="{FF2B5EF4-FFF2-40B4-BE49-F238E27FC236}">
                  <a16:creationId xmlns:a16="http://schemas.microsoft.com/office/drawing/2014/main" id="{83DD5922-CB0C-DC14-4F6E-C5C354D4A9DB}"/>
                </a:ext>
              </a:extLst>
            </p:cNvPr>
            <p:cNvSpPr>
              <a:spLocks noChangeShapeType="1"/>
            </p:cNvSpPr>
            <p:nvPr/>
          </p:nvSpPr>
          <p:spPr bwMode="auto">
            <a:xfrm flipH="1">
              <a:off x="2452" y="2196"/>
              <a:ext cx="188" cy="124"/>
            </a:xfrm>
            <a:prstGeom prst="line">
              <a:avLst/>
            </a:prstGeom>
            <a:noFill/>
            <a:ln w="63500">
              <a:solidFill>
                <a:schemeClr val="bg1"/>
              </a:solidFill>
              <a:round/>
              <a:headEnd/>
              <a:tailEnd/>
            </a:ln>
            <a:extLst>
              <a:ext uri="{909E8E84-426E-40DD-AFC4-6F175D3DCCD1}">
                <a14:hiddenFill xmlns:a14="http://schemas.microsoft.com/office/drawing/2010/main">
                  <a:noFill/>
                </a14:hiddenFill>
              </a:ext>
            </a:extLst>
          </p:spPr>
          <p:txBody>
            <a:bodyPr/>
            <a:lstStyle/>
            <a:p>
              <a:endParaRPr lang="en-US"/>
            </a:p>
          </p:txBody>
        </p:sp>
      </p:grpSp>
      <p:sp>
        <p:nvSpPr>
          <p:cNvPr id="153610" name="TextBox 14">
            <a:extLst>
              <a:ext uri="{FF2B5EF4-FFF2-40B4-BE49-F238E27FC236}">
                <a16:creationId xmlns:a16="http://schemas.microsoft.com/office/drawing/2014/main" id="{79896FC9-9E10-CB59-234A-8848227850BF}"/>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588808"/>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53" presetClass="exit" presetSubtype="0" fill="hold" nodeType="clickEffect">
                                  <p:stCondLst>
                                    <p:cond delay="0"/>
                                  </p:stCondLst>
                                  <p:childTnLst>
                                    <p:anim calcmode="lin" valueType="num">
                                      <p:cBhvr>
                                        <p:cTn id="10" dur="500"/>
                                        <p:tgtEl>
                                          <p:spTgt spid="588808"/>
                                        </p:tgtEl>
                                        <p:attrNameLst>
                                          <p:attrName>ppt_w</p:attrName>
                                        </p:attrNameLst>
                                      </p:cBhvr>
                                      <p:tavLst>
                                        <p:tav tm="0">
                                          <p:val>
                                            <p:strVal val="ppt_w"/>
                                          </p:val>
                                        </p:tav>
                                        <p:tav tm="100000">
                                          <p:val>
                                            <p:fltVal val="0"/>
                                          </p:val>
                                        </p:tav>
                                      </p:tavLst>
                                    </p:anim>
                                    <p:anim calcmode="lin" valueType="num">
                                      <p:cBhvr>
                                        <p:cTn id="11" dur="500"/>
                                        <p:tgtEl>
                                          <p:spTgt spid="588808"/>
                                        </p:tgtEl>
                                        <p:attrNameLst>
                                          <p:attrName>ppt_h</p:attrName>
                                        </p:attrNameLst>
                                      </p:cBhvr>
                                      <p:tavLst>
                                        <p:tav tm="0">
                                          <p:val>
                                            <p:strVal val="ppt_h"/>
                                          </p:val>
                                        </p:tav>
                                        <p:tav tm="100000">
                                          <p:val>
                                            <p:fltVal val="0"/>
                                          </p:val>
                                        </p:tav>
                                      </p:tavLst>
                                    </p:anim>
                                    <p:animEffect transition="out" filter="fade">
                                      <p:cBhvr>
                                        <p:cTn id="12" dur="500"/>
                                        <p:tgtEl>
                                          <p:spTgt spid="588808"/>
                                        </p:tgtEl>
                                      </p:cBhvr>
                                    </p:animEffect>
                                    <p:set>
                                      <p:cBhvr>
                                        <p:cTn id="13" dur="1" fill="hold">
                                          <p:stCondLst>
                                            <p:cond delay="499"/>
                                          </p:stCondLst>
                                        </p:cTn>
                                        <p:tgtEl>
                                          <p:spTgt spid="588808"/>
                                        </p:tgtEl>
                                        <p:attrNameLst>
                                          <p:attrName>style.visibility</p:attrName>
                                        </p:attrNameLst>
                                      </p:cBhvr>
                                      <p:to>
                                        <p:strVal val="hidden"/>
                                      </p:to>
                                    </p:set>
                                  </p:childTnLst>
                                </p:cTn>
                              </p:par>
                            </p:childTnLst>
                          </p:cTn>
                        </p:par>
                      </p:childTnLst>
                    </p:cTn>
                  </p:par>
                  <p:par>
                    <p:cTn id="14" fill="hold" nodeType="clickPar">
                      <p:stCondLst>
                        <p:cond delay="indefinite"/>
                      </p:stCondLst>
                      <p:childTnLst>
                        <p:par>
                          <p:cTn id="15" fill="hold" nodeType="withGroup">
                            <p:stCondLst>
                              <p:cond delay="0"/>
                            </p:stCondLst>
                            <p:childTnLst>
                              <p:par>
                                <p:cTn id="16" presetID="1" presetClass="entr" presetSubtype="0" fill="hold" nodeType="clickEffect">
                                  <p:stCondLst>
                                    <p:cond delay="0"/>
                                  </p:stCondLst>
                                  <p:childTnLst>
                                    <p:set>
                                      <p:cBhvr>
                                        <p:cTn id="17" dur="1" fill="hold">
                                          <p:stCondLst>
                                            <p:cond delay="0"/>
                                          </p:stCondLst>
                                        </p:cTn>
                                        <p:tgtEl>
                                          <p:spTgt spid="588809"/>
                                        </p:tgtEl>
                                        <p:attrNameLst>
                                          <p:attrName>style.visibility</p:attrName>
                                        </p:attrNameLst>
                                      </p:cBhvr>
                                      <p:to>
                                        <p:strVal val="visible"/>
                                      </p:to>
                                    </p:set>
                                  </p:childTnLst>
                                </p:cTn>
                              </p:par>
                            </p:childTnLst>
                          </p:cTn>
                        </p:par>
                      </p:childTnLst>
                    </p:cTn>
                  </p:par>
                  <p:par>
                    <p:cTn id="18" fill="hold" nodeType="clickPar">
                      <p:stCondLst>
                        <p:cond delay="indefinite"/>
                      </p:stCondLst>
                      <p:childTnLst>
                        <p:par>
                          <p:cTn id="19" fill="hold" nodeType="withGroup">
                            <p:stCondLst>
                              <p:cond delay="0"/>
                            </p:stCondLst>
                            <p:childTnLst>
                              <p:par>
                                <p:cTn id="20" presetID="53" presetClass="exit" presetSubtype="0" fill="hold" nodeType="clickEffect">
                                  <p:stCondLst>
                                    <p:cond delay="0"/>
                                  </p:stCondLst>
                                  <p:childTnLst>
                                    <p:anim calcmode="lin" valueType="num">
                                      <p:cBhvr>
                                        <p:cTn id="21" dur="500"/>
                                        <p:tgtEl>
                                          <p:spTgt spid="588809"/>
                                        </p:tgtEl>
                                        <p:attrNameLst>
                                          <p:attrName>ppt_w</p:attrName>
                                        </p:attrNameLst>
                                      </p:cBhvr>
                                      <p:tavLst>
                                        <p:tav tm="0">
                                          <p:val>
                                            <p:strVal val="ppt_w"/>
                                          </p:val>
                                        </p:tav>
                                        <p:tav tm="100000">
                                          <p:val>
                                            <p:fltVal val="0"/>
                                          </p:val>
                                        </p:tav>
                                      </p:tavLst>
                                    </p:anim>
                                    <p:anim calcmode="lin" valueType="num">
                                      <p:cBhvr>
                                        <p:cTn id="22" dur="500"/>
                                        <p:tgtEl>
                                          <p:spTgt spid="588809"/>
                                        </p:tgtEl>
                                        <p:attrNameLst>
                                          <p:attrName>ppt_h</p:attrName>
                                        </p:attrNameLst>
                                      </p:cBhvr>
                                      <p:tavLst>
                                        <p:tav tm="0">
                                          <p:val>
                                            <p:strVal val="ppt_h"/>
                                          </p:val>
                                        </p:tav>
                                        <p:tav tm="100000">
                                          <p:val>
                                            <p:fltVal val="0"/>
                                          </p:val>
                                        </p:tav>
                                      </p:tavLst>
                                    </p:anim>
                                    <p:animEffect transition="out" filter="fade">
                                      <p:cBhvr>
                                        <p:cTn id="23" dur="500"/>
                                        <p:tgtEl>
                                          <p:spTgt spid="588809"/>
                                        </p:tgtEl>
                                      </p:cBhvr>
                                    </p:animEffect>
                                    <p:set>
                                      <p:cBhvr>
                                        <p:cTn id="24" dur="1" fill="hold">
                                          <p:stCondLst>
                                            <p:cond delay="499"/>
                                          </p:stCondLst>
                                        </p:cTn>
                                        <p:tgtEl>
                                          <p:spTgt spid="588809"/>
                                        </p:tgtEl>
                                        <p:attrNameLst>
                                          <p:attrName>style.visibility</p:attrName>
                                        </p:attrNameLst>
                                      </p:cBhvr>
                                      <p:to>
                                        <p:strVal val="hidden"/>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nodeType="clickEffect">
                                  <p:stCondLst>
                                    <p:cond delay="0"/>
                                  </p:stCondLst>
                                  <p:childTnLst>
                                    <p:set>
                                      <p:cBhvr>
                                        <p:cTn id="28" dur="1" fill="hold">
                                          <p:stCondLst>
                                            <p:cond delay="0"/>
                                          </p:stCondLst>
                                        </p:cTn>
                                        <p:tgtEl>
                                          <p:spTgt spid="588810"/>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53" presetClass="exit" presetSubtype="0" fill="hold" nodeType="clickEffect">
                                  <p:stCondLst>
                                    <p:cond delay="0"/>
                                  </p:stCondLst>
                                  <p:childTnLst>
                                    <p:anim calcmode="lin" valueType="num">
                                      <p:cBhvr>
                                        <p:cTn id="32" dur="500"/>
                                        <p:tgtEl>
                                          <p:spTgt spid="588810"/>
                                        </p:tgtEl>
                                        <p:attrNameLst>
                                          <p:attrName>ppt_w</p:attrName>
                                        </p:attrNameLst>
                                      </p:cBhvr>
                                      <p:tavLst>
                                        <p:tav tm="0">
                                          <p:val>
                                            <p:strVal val="ppt_w"/>
                                          </p:val>
                                        </p:tav>
                                        <p:tav tm="100000">
                                          <p:val>
                                            <p:fltVal val="0"/>
                                          </p:val>
                                        </p:tav>
                                      </p:tavLst>
                                    </p:anim>
                                    <p:anim calcmode="lin" valueType="num">
                                      <p:cBhvr>
                                        <p:cTn id="33" dur="500"/>
                                        <p:tgtEl>
                                          <p:spTgt spid="588810"/>
                                        </p:tgtEl>
                                        <p:attrNameLst>
                                          <p:attrName>ppt_h</p:attrName>
                                        </p:attrNameLst>
                                      </p:cBhvr>
                                      <p:tavLst>
                                        <p:tav tm="0">
                                          <p:val>
                                            <p:strVal val="ppt_h"/>
                                          </p:val>
                                        </p:tav>
                                        <p:tav tm="100000">
                                          <p:val>
                                            <p:fltVal val="0"/>
                                          </p:val>
                                        </p:tav>
                                      </p:tavLst>
                                    </p:anim>
                                    <p:animEffect transition="out" filter="fade">
                                      <p:cBhvr>
                                        <p:cTn id="34" dur="500"/>
                                        <p:tgtEl>
                                          <p:spTgt spid="588810"/>
                                        </p:tgtEl>
                                      </p:cBhvr>
                                    </p:animEffect>
                                    <p:set>
                                      <p:cBhvr>
                                        <p:cTn id="35" dur="1" fill="hold">
                                          <p:stCondLst>
                                            <p:cond delay="499"/>
                                          </p:stCondLst>
                                        </p:cTn>
                                        <p:tgtEl>
                                          <p:spTgt spid="588810"/>
                                        </p:tgtEl>
                                        <p:attrNameLst>
                                          <p:attrName>style.visibility</p:attrName>
                                        </p:attrNameLst>
                                      </p:cBhvr>
                                      <p:to>
                                        <p:strVal val="hidden"/>
                                      </p:to>
                                    </p:set>
                                  </p:childTnLst>
                                </p:cTn>
                              </p:par>
                            </p:childTnLst>
                          </p:cTn>
                        </p:par>
                      </p:childTnLst>
                    </p:cTn>
                  </p:par>
                  <p:par>
                    <p:cTn id="36" fill="hold" nodeType="clickPar">
                      <p:stCondLst>
                        <p:cond delay="indefinite"/>
                      </p:stCondLst>
                      <p:childTnLst>
                        <p:par>
                          <p:cTn id="37" fill="hold" nodeType="withGroup">
                            <p:stCondLst>
                              <p:cond delay="0"/>
                            </p:stCondLst>
                            <p:childTnLst>
                              <p:par>
                                <p:cTn id="38" presetID="1" presetClass="entr" presetSubtype="0"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childTnLst>
                                </p:cTn>
                              </p:par>
                            </p:childTnLst>
                          </p:cTn>
                        </p:par>
                      </p:childTnLst>
                    </p:cTn>
                  </p:par>
                  <p:par>
                    <p:cTn id="40" fill="hold" nodeType="clickPar">
                      <p:stCondLst>
                        <p:cond delay="indefinite"/>
                      </p:stCondLst>
                      <p:childTnLst>
                        <p:par>
                          <p:cTn id="41" fill="hold" nodeType="withGroup">
                            <p:stCondLst>
                              <p:cond delay="0"/>
                            </p:stCondLst>
                            <p:childTnLst>
                              <p:par>
                                <p:cTn id="42" presetID="53" presetClass="exit" presetSubtype="0" fill="hold" nodeType="clickEffect">
                                  <p:stCondLst>
                                    <p:cond delay="0"/>
                                  </p:stCondLst>
                                  <p:childTnLst>
                                    <p:anim calcmode="lin" valueType="num">
                                      <p:cBhvr>
                                        <p:cTn id="43" dur="500"/>
                                        <p:tgtEl>
                                          <p:spTgt spid="2"/>
                                        </p:tgtEl>
                                        <p:attrNameLst>
                                          <p:attrName>ppt_w</p:attrName>
                                        </p:attrNameLst>
                                      </p:cBhvr>
                                      <p:tavLst>
                                        <p:tav tm="0">
                                          <p:val>
                                            <p:strVal val="ppt_w"/>
                                          </p:val>
                                        </p:tav>
                                        <p:tav tm="100000">
                                          <p:val>
                                            <p:fltVal val="0"/>
                                          </p:val>
                                        </p:tav>
                                      </p:tavLst>
                                    </p:anim>
                                    <p:anim calcmode="lin" valueType="num">
                                      <p:cBhvr>
                                        <p:cTn id="44" dur="500"/>
                                        <p:tgtEl>
                                          <p:spTgt spid="2"/>
                                        </p:tgtEl>
                                        <p:attrNameLst>
                                          <p:attrName>ppt_h</p:attrName>
                                        </p:attrNameLst>
                                      </p:cBhvr>
                                      <p:tavLst>
                                        <p:tav tm="0">
                                          <p:val>
                                            <p:strVal val="ppt_h"/>
                                          </p:val>
                                        </p:tav>
                                        <p:tav tm="100000">
                                          <p:val>
                                            <p:fltVal val="0"/>
                                          </p:val>
                                        </p:tav>
                                      </p:tavLst>
                                    </p:anim>
                                    <p:animEffect transition="out" filter="fade">
                                      <p:cBhvr>
                                        <p:cTn id="45" dur="500"/>
                                        <p:tgtEl>
                                          <p:spTgt spid="2"/>
                                        </p:tgtEl>
                                      </p:cBhvr>
                                    </p:animEffect>
                                    <p:set>
                                      <p:cBhvr>
                                        <p:cTn id="46" dur="1" fill="hold">
                                          <p:stCondLst>
                                            <p:cond delay="499"/>
                                          </p:stCondLst>
                                        </p:cTn>
                                        <p:tgtEl>
                                          <p:spTgt spid="2"/>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88808" grpId="0" animBg="1"/>
      <p:bldP spid="588808" grpId="1" animBg="1"/>
      <p:bldP spid="588809" grpId="0" animBg="1"/>
      <p:bldP spid="588809" grpId="1" animBg="1"/>
      <p:bldP spid="588810" grpId="0" animBg="1"/>
      <p:bldP spid="588810" grpId="1" animBg="1"/>
    </p:bldLst>
  </p:timing>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4625" name="Rectangle 2">
            <a:extLst>
              <a:ext uri="{FF2B5EF4-FFF2-40B4-BE49-F238E27FC236}">
                <a16:creationId xmlns:a16="http://schemas.microsoft.com/office/drawing/2014/main" id="{6C3A5931-395F-1EF1-C892-CDB6FFDA8A58}"/>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54626" name="Text Box 3">
            <a:extLst>
              <a:ext uri="{FF2B5EF4-FFF2-40B4-BE49-F238E27FC236}">
                <a16:creationId xmlns:a16="http://schemas.microsoft.com/office/drawing/2014/main" id="{D8A24CE3-693A-87D4-2051-427580ECEB11}"/>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44385CD-C585-4BD2-BA28-8DF1F6B19BEB}" type="slidenum">
              <a:rPr lang="en-US" altLang="en-US" sz="1200" b="1">
                <a:solidFill>
                  <a:srgbClr val="1C1C1C"/>
                </a:solidFill>
              </a:rPr>
              <a:pPr eaLnBrk="1" hangingPunct="1">
                <a:spcBef>
                  <a:spcPct val="0"/>
                </a:spcBef>
                <a:buClrTx/>
                <a:buFontTx/>
                <a:buNone/>
              </a:pPr>
              <a:t>112</a:t>
            </a:fld>
            <a:endParaRPr lang="en-US" altLang="en-US" sz="1200" b="1">
              <a:solidFill>
                <a:srgbClr val="1C1C1C"/>
              </a:solidFill>
            </a:endParaRPr>
          </a:p>
        </p:txBody>
      </p:sp>
      <p:sp>
        <p:nvSpPr>
          <p:cNvPr id="154627" name="Rectangle 4">
            <a:extLst>
              <a:ext uri="{FF2B5EF4-FFF2-40B4-BE49-F238E27FC236}">
                <a16:creationId xmlns:a16="http://schemas.microsoft.com/office/drawing/2014/main" id="{754654ED-7BD1-CA88-F06B-CD661580AAE5}"/>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Indentures</a:t>
            </a:r>
          </a:p>
        </p:txBody>
      </p:sp>
      <p:sp>
        <p:nvSpPr>
          <p:cNvPr id="154628" name="Rectangle 5">
            <a:extLst>
              <a:ext uri="{FF2B5EF4-FFF2-40B4-BE49-F238E27FC236}">
                <a16:creationId xmlns:a16="http://schemas.microsoft.com/office/drawing/2014/main" id="{DA30FB29-F034-C480-E28B-A9BDEF3AD228}"/>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Indentures and IPBs</a:t>
            </a:r>
            <a:endParaRPr lang="en-US" altLang="en-US" sz="2200" b="1">
              <a:solidFill>
                <a:schemeClr val="bg2"/>
              </a:solidFill>
            </a:endParaRPr>
          </a:p>
        </p:txBody>
      </p:sp>
      <p:sp>
        <p:nvSpPr>
          <p:cNvPr id="154629" name="Rectangle 6">
            <a:extLst>
              <a:ext uri="{FF2B5EF4-FFF2-40B4-BE49-F238E27FC236}">
                <a16:creationId xmlns:a16="http://schemas.microsoft.com/office/drawing/2014/main" id="{8A83AFD6-4108-A691-6CFA-9DDC4E8E2D26}"/>
              </a:ext>
            </a:extLst>
          </p:cNvPr>
          <p:cNvSpPr>
            <a:spLocks noChangeArrowheads="1"/>
          </p:cNvSpPr>
          <p:nvPr/>
        </p:nvSpPr>
        <p:spPr bwMode="auto">
          <a:xfrm>
            <a:off x="647700" y="1460500"/>
            <a:ext cx="7734300" cy="2349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Indentures should reflect the IPBs in the -4 series of TOs</a:t>
            </a:r>
          </a:p>
          <a:p>
            <a:pPr eaLnBrk="1" hangingPunct="1">
              <a:buClr>
                <a:schemeClr val="bg2"/>
              </a:buClr>
              <a:buFontTx/>
              <a:buChar char="•"/>
            </a:pPr>
            <a:endParaRPr lang="en-US" altLang="en-US" sz="2400"/>
          </a:p>
          <a:p>
            <a:pPr eaLnBrk="1" hangingPunct="1">
              <a:buClr>
                <a:schemeClr val="bg2"/>
              </a:buClr>
              <a:buFontTx/>
              <a:buChar char="•"/>
            </a:pPr>
            <a:r>
              <a:rPr lang="en-US" altLang="en-US" sz="2400"/>
              <a:t> IPB provides instructions for identifying and requisitioning parts and illustrates assembly and disassembly</a:t>
            </a:r>
          </a:p>
          <a:p>
            <a:pPr eaLnBrk="1" hangingPunct="1">
              <a:buClr>
                <a:schemeClr val="bg2"/>
              </a:buClr>
              <a:buFontTx/>
              <a:buChar char="•"/>
            </a:pPr>
            <a:endParaRPr lang="en-US" altLang="en-US" sz="2400"/>
          </a:p>
          <a:p>
            <a:pPr eaLnBrk="1" hangingPunct="1">
              <a:buClr>
                <a:schemeClr val="bg2"/>
              </a:buClr>
              <a:buFontTx/>
              <a:buChar char="•"/>
            </a:pPr>
            <a:r>
              <a:rPr lang="en-US" altLang="en-US" sz="2400"/>
              <a:t> Indenture structure is like IPB structure</a:t>
            </a:r>
          </a:p>
        </p:txBody>
      </p:sp>
      <p:sp>
        <p:nvSpPr>
          <p:cNvPr id="154630" name="TextBox 6">
            <a:extLst>
              <a:ext uri="{FF2B5EF4-FFF2-40B4-BE49-F238E27FC236}">
                <a16:creationId xmlns:a16="http://schemas.microsoft.com/office/drawing/2014/main" id="{CF4DBBC0-74A8-5230-9598-EF1A543F425C}"/>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5649" name="Rectangle 2">
            <a:extLst>
              <a:ext uri="{FF2B5EF4-FFF2-40B4-BE49-F238E27FC236}">
                <a16:creationId xmlns:a16="http://schemas.microsoft.com/office/drawing/2014/main" id="{8EBC71CD-D524-C097-2AE1-4E09597C4E9F}"/>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55650" name="Text Box 3">
            <a:extLst>
              <a:ext uri="{FF2B5EF4-FFF2-40B4-BE49-F238E27FC236}">
                <a16:creationId xmlns:a16="http://schemas.microsoft.com/office/drawing/2014/main" id="{16223E4A-3B60-190B-0045-0022BB7B341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A5D7B04-9F67-4FA5-AC0A-27E90DF24DD2}" type="slidenum">
              <a:rPr lang="en-US" altLang="en-US" sz="1200" b="1">
                <a:solidFill>
                  <a:srgbClr val="1C1C1C"/>
                </a:solidFill>
              </a:rPr>
              <a:pPr eaLnBrk="1" hangingPunct="1">
                <a:spcBef>
                  <a:spcPct val="0"/>
                </a:spcBef>
                <a:buClrTx/>
                <a:buFontTx/>
                <a:buNone/>
              </a:pPr>
              <a:t>113</a:t>
            </a:fld>
            <a:endParaRPr lang="en-US" altLang="en-US" sz="1200" b="1">
              <a:solidFill>
                <a:srgbClr val="1C1C1C"/>
              </a:solidFill>
            </a:endParaRPr>
          </a:p>
        </p:txBody>
      </p:sp>
      <p:sp>
        <p:nvSpPr>
          <p:cNvPr id="155651" name="Rectangle 4">
            <a:extLst>
              <a:ext uri="{FF2B5EF4-FFF2-40B4-BE49-F238E27FC236}">
                <a16:creationId xmlns:a16="http://schemas.microsoft.com/office/drawing/2014/main" id="{441C9021-6B23-DC22-C8BE-A2575FF21059}"/>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Indentures</a:t>
            </a:r>
          </a:p>
        </p:txBody>
      </p:sp>
      <p:sp>
        <p:nvSpPr>
          <p:cNvPr id="155652" name="Rectangle 5">
            <a:extLst>
              <a:ext uri="{FF2B5EF4-FFF2-40B4-BE49-F238E27FC236}">
                <a16:creationId xmlns:a16="http://schemas.microsoft.com/office/drawing/2014/main" id="{7ED55866-860A-8798-CDE3-97F20CFF5DEA}"/>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 and IBP structure example</a:t>
            </a:r>
            <a:endParaRPr lang="en-US" altLang="en-US" sz="2200" b="1">
              <a:solidFill>
                <a:schemeClr val="bg2"/>
              </a:solidFill>
            </a:endParaRPr>
          </a:p>
        </p:txBody>
      </p:sp>
      <p:pic>
        <p:nvPicPr>
          <p:cNvPr id="155653" name="Picture 8" descr="IPBStructure">
            <a:extLst>
              <a:ext uri="{FF2B5EF4-FFF2-40B4-BE49-F238E27FC236}">
                <a16:creationId xmlns:a16="http://schemas.microsoft.com/office/drawing/2014/main" id="{7944974C-6289-3EA9-23D2-FCF4283D34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178675" y="1130300"/>
            <a:ext cx="1203325" cy="4495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55654" name="Picture 9" descr="IndStructure">
            <a:extLst>
              <a:ext uri="{FF2B5EF4-FFF2-40B4-BE49-F238E27FC236}">
                <a16:creationId xmlns:a16="http://schemas.microsoft.com/office/drawing/2014/main" id="{19F18200-92F1-965C-2C72-409FD9460CD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4800" y="2805113"/>
            <a:ext cx="6019800" cy="27574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55655" name="Rectangle 10">
            <a:extLst>
              <a:ext uri="{FF2B5EF4-FFF2-40B4-BE49-F238E27FC236}">
                <a16:creationId xmlns:a16="http://schemas.microsoft.com/office/drawing/2014/main" id="{D51559E8-85EA-1AD8-4481-9901B1BDA433}"/>
              </a:ext>
            </a:extLst>
          </p:cNvPr>
          <p:cNvSpPr>
            <a:spLocks noChangeArrowheads="1"/>
          </p:cNvSpPr>
          <p:nvPr/>
        </p:nvSpPr>
        <p:spPr bwMode="auto">
          <a:xfrm>
            <a:off x="552450" y="55626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1800"/>
              <a:t>                                   Indenture 				   IPB (-4 TO)</a:t>
            </a:r>
            <a:endParaRPr lang="en-US" altLang="en-US" sz="1800" b="1">
              <a:solidFill>
                <a:schemeClr val="bg2"/>
              </a:solidFill>
            </a:endParaRPr>
          </a:p>
        </p:txBody>
      </p:sp>
      <p:grpSp>
        <p:nvGrpSpPr>
          <p:cNvPr id="155656" name="Group 22">
            <a:extLst>
              <a:ext uri="{FF2B5EF4-FFF2-40B4-BE49-F238E27FC236}">
                <a16:creationId xmlns:a16="http://schemas.microsoft.com/office/drawing/2014/main" id="{D0C882C1-C299-C311-E208-6B8215FADB31}"/>
              </a:ext>
            </a:extLst>
          </p:cNvPr>
          <p:cNvGrpSpPr>
            <a:grpSpLocks/>
          </p:cNvGrpSpPr>
          <p:nvPr/>
        </p:nvGrpSpPr>
        <p:grpSpPr bwMode="auto">
          <a:xfrm>
            <a:off x="7315200" y="1295400"/>
            <a:ext cx="914400" cy="4140200"/>
            <a:chOff x="4608" y="816"/>
            <a:chExt cx="576" cy="2608"/>
          </a:xfrm>
        </p:grpSpPr>
        <p:sp>
          <p:nvSpPr>
            <p:cNvPr id="155658" name="Rectangle 11">
              <a:extLst>
                <a:ext uri="{FF2B5EF4-FFF2-40B4-BE49-F238E27FC236}">
                  <a16:creationId xmlns:a16="http://schemas.microsoft.com/office/drawing/2014/main" id="{7FB353EC-9FAF-8D4A-FB0B-1C06EEED66CF}"/>
                </a:ext>
              </a:extLst>
            </p:cNvPr>
            <p:cNvSpPr>
              <a:spLocks noChangeArrowheads="1"/>
            </p:cNvSpPr>
            <p:nvPr/>
          </p:nvSpPr>
          <p:spPr bwMode="auto">
            <a:xfrm>
              <a:off x="4608" y="816"/>
              <a:ext cx="576" cy="144"/>
            </a:xfrm>
            <a:prstGeom prst="rect">
              <a:avLst/>
            </a:prstGeom>
            <a:solidFill>
              <a:srgbClr val="0080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5659" name="Rectangle 12">
              <a:extLst>
                <a:ext uri="{FF2B5EF4-FFF2-40B4-BE49-F238E27FC236}">
                  <a16:creationId xmlns:a16="http://schemas.microsoft.com/office/drawing/2014/main" id="{FCC3AF2E-2EE6-378A-DD66-024F96B933C0}"/>
                </a:ext>
              </a:extLst>
            </p:cNvPr>
            <p:cNvSpPr>
              <a:spLocks noChangeArrowheads="1"/>
            </p:cNvSpPr>
            <p:nvPr/>
          </p:nvSpPr>
          <p:spPr bwMode="auto">
            <a:xfrm>
              <a:off x="4608" y="976"/>
              <a:ext cx="576" cy="144"/>
            </a:xfrm>
            <a:prstGeom prst="rect">
              <a:avLst/>
            </a:prstGeom>
            <a:solidFill>
              <a:srgbClr val="0080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5660" name="Rectangle 13">
              <a:extLst>
                <a:ext uri="{FF2B5EF4-FFF2-40B4-BE49-F238E27FC236}">
                  <a16:creationId xmlns:a16="http://schemas.microsoft.com/office/drawing/2014/main" id="{5C4F614E-70A3-B628-2DD8-F686D728C4D2}"/>
                </a:ext>
              </a:extLst>
            </p:cNvPr>
            <p:cNvSpPr>
              <a:spLocks noChangeArrowheads="1"/>
            </p:cNvSpPr>
            <p:nvPr/>
          </p:nvSpPr>
          <p:spPr bwMode="auto">
            <a:xfrm>
              <a:off x="4608" y="1792"/>
              <a:ext cx="576" cy="648"/>
            </a:xfrm>
            <a:prstGeom prst="rect">
              <a:avLst/>
            </a:prstGeom>
            <a:solidFill>
              <a:srgbClr val="0080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5661" name="Rectangle 14">
              <a:extLst>
                <a:ext uri="{FF2B5EF4-FFF2-40B4-BE49-F238E27FC236}">
                  <a16:creationId xmlns:a16="http://schemas.microsoft.com/office/drawing/2014/main" id="{8BA082A6-985B-795C-8B24-945EF4380963}"/>
                </a:ext>
              </a:extLst>
            </p:cNvPr>
            <p:cNvSpPr>
              <a:spLocks noChangeArrowheads="1"/>
            </p:cNvSpPr>
            <p:nvPr/>
          </p:nvSpPr>
          <p:spPr bwMode="auto">
            <a:xfrm>
              <a:off x="4608" y="1136"/>
              <a:ext cx="576" cy="640"/>
            </a:xfrm>
            <a:prstGeom prst="rect">
              <a:avLst/>
            </a:prstGeom>
            <a:solidFill>
              <a:srgbClr val="0080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5662" name="Rectangle 15">
              <a:extLst>
                <a:ext uri="{FF2B5EF4-FFF2-40B4-BE49-F238E27FC236}">
                  <a16:creationId xmlns:a16="http://schemas.microsoft.com/office/drawing/2014/main" id="{804A5317-9CD8-65E4-C06F-7959B44389F5}"/>
                </a:ext>
              </a:extLst>
            </p:cNvPr>
            <p:cNvSpPr>
              <a:spLocks noChangeArrowheads="1"/>
            </p:cNvSpPr>
            <p:nvPr/>
          </p:nvSpPr>
          <p:spPr bwMode="auto">
            <a:xfrm>
              <a:off x="4608" y="2464"/>
              <a:ext cx="576" cy="472"/>
            </a:xfrm>
            <a:prstGeom prst="rect">
              <a:avLst/>
            </a:prstGeom>
            <a:solidFill>
              <a:srgbClr val="0080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5663" name="Rectangle 16">
              <a:extLst>
                <a:ext uri="{FF2B5EF4-FFF2-40B4-BE49-F238E27FC236}">
                  <a16:creationId xmlns:a16="http://schemas.microsoft.com/office/drawing/2014/main" id="{14A430FE-A16B-9226-343D-EABA076A1B19}"/>
                </a:ext>
              </a:extLst>
            </p:cNvPr>
            <p:cNvSpPr>
              <a:spLocks noChangeArrowheads="1"/>
            </p:cNvSpPr>
            <p:nvPr/>
          </p:nvSpPr>
          <p:spPr bwMode="auto">
            <a:xfrm>
              <a:off x="4608" y="3280"/>
              <a:ext cx="576" cy="144"/>
            </a:xfrm>
            <a:prstGeom prst="rect">
              <a:avLst/>
            </a:prstGeom>
            <a:solidFill>
              <a:srgbClr val="0080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5664" name="Rectangle 17">
              <a:extLst>
                <a:ext uri="{FF2B5EF4-FFF2-40B4-BE49-F238E27FC236}">
                  <a16:creationId xmlns:a16="http://schemas.microsoft.com/office/drawing/2014/main" id="{9E0D9A8A-1BEC-CFC9-D815-4064AEADA437}"/>
                </a:ext>
              </a:extLst>
            </p:cNvPr>
            <p:cNvSpPr>
              <a:spLocks noChangeArrowheads="1"/>
            </p:cNvSpPr>
            <p:nvPr/>
          </p:nvSpPr>
          <p:spPr bwMode="auto">
            <a:xfrm>
              <a:off x="4608" y="2936"/>
              <a:ext cx="576" cy="336"/>
            </a:xfrm>
            <a:prstGeom prst="rect">
              <a:avLst/>
            </a:prstGeom>
            <a:solidFill>
              <a:srgbClr val="0080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5665" name="Rectangle 18">
              <a:extLst>
                <a:ext uri="{FF2B5EF4-FFF2-40B4-BE49-F238E27FC236}">
                  <a16:creationId xmlns:a16="http://schemas.microsoft.com/office/drawing/2014/main" id="{A4596685-ACB8-BF77-04B7-EBC225083A5A}"/>
                </a:ext>
              </a:extLst>
            </p:cNvPr>
            <p:cNvSpPr>
              <a:spLocks noChangeArrowheads="1"/>
            </p:cNvSpPr>
            <p:nvPr/>
          </p:nvSpPr>
          <p:spPr bwMode="auto">
            <a:xfrm>
              <a:off x="4608" y="976"/>
              <a:ext cx="576" cy="144"/>
            </a:xfrm>
            <a:prstGeom prst="rect">
              <a:avLst/>
            </a:prstGeom>
            <a:solidFill>
              <a:srgbClr val="FF66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5666" name="Rectangle 19">
              <a:extLst>
                <a:ext uri="{FF2B5EF4-FFF2-40B4-BE49-F238E27FC236}">
                  <a16:creationId xmlns:a16="http://schemas.microsoft.com/office/drawing/2014/main" id="{106AF04E-67FA-3453-B914-573BC6B9D7EC}"/>
                </a:ext>
              </a:extLst>
            </p:cNvPr>
            <p:cNvSpPr>
              <a:spLocks noChangeArrowheads="1"/>
            </p:cNvSpPr>
            <p:nvPr/>
          </p:nvSpPr>
          <p:spPr bwMode="auto">
            <a:xfrm>
              <a:off x="4608" y="2296"/>
              <a:ext cx="576" cy="144"/>
            </a:xfrm>
            <a:prstGeom prst="rect">
              <a:avLst/>
            </a:prstGeom>
            <a:solidFill>
              <a:srgbClr val="FF66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155667" name="Rectangle 20">
              <a:extLst>
                <a:ext uri="{FF2B5EF4-FFF2-40B4-BE49-F238E27FC236}">
                  <a16:creationId xmlns:a16="http://schemas.microsoft.com/office/drawing/2014/main" id="{C88165CB-6537-4C56-19B8-30B279CF9988}"/>
                </a:ext>
              </a:extLst>
            </p:cNvPr>
            <p:cNvSpPr>
              <a:spLocks noChangeArrowheads="1"/>
            </p:cNvSpPr>
            <p:nvPr/>
          </p:nvSpPr>
          <p:spPr bwMode="auto">
            <a:xfrm>
              <a:off x="4608" y="2784"/>
              <a:ext cx="576" cy="144"/>
            </a:xfrm>
            <a:prstGeom prst="rect">
              <a:avLst/>
            </a:prstGeom>
            <a:solidFill>
              <a:srgbClr val="FF6600">
                <a:alpha val="25882"/>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grpSp>
      <p:sp>
        <p:nvSpPr>
          <p:cNvPr id="155657" name="TextBox 19">
            <a:extLst>
              <a:ext uri="{FF2B5EF4-FFF2-40B4-BE49-F238E27FC236}">
                <a16:creationId xmlns:a16="http://schemas.microsoft.com/office/drawing/2014/main" id="{2C1C05AF-0737-52CB-3A4C-A2446299930C}"/>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3" name="Rectangle 2">
            <a:extLst>
              <a:ext uri="{FF2B5EF4-FFF2-40B4-BE49-F238E27FC236}">
                <a16:creationId xmlns:a16="http://schemas.microsoft.com/office/drawing/2014/main" id="{1811446D-F1DE-5393-8631-883A50B48E4D}"/>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56674" name="Text Box 3">
            <a:extLst>
              <a:ext uri="{FF2B5EF4-FFF2-40B4-BE49-F238E27FC236}">
                <a16:creationId xmlns:a16="http://schemas.microsoft.com/office/drawing/2014/main" id="{F1447733-CD65-A96B-3EDF-D5DD89B0760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9A47B00-50BB-4A52-8D67-76649751488A}" type="slidenum">
              <a:rPr lang="en-US" altLang="en-US" sz="1200" b="1">
                <a:solidFill>
                  <a:srgbClr val="1C1C1C"/>
                </a:solidFill>
              </a:rPr>
              <a:pPr eaLnBrk="1" hangingPunct="1">
                <a:spcBef>
                  <a:spcPct val="0"/>
                </a:spcBef>
                <a:buClrTx/>
                <a:buFontTx/>
                <a:buNone/>
              </a:pPr>
              <a:t>114</a:t>
            </a:fld>
            <a:endParaRPr lang="en-US" altLang="en-US" sz="1200" b="1">
              <a:solidFill>
                <a:srgbClr val="1C1C1C"/>
              </a:solidFill>
            </a:endParaRPr>
          </a:p>
        </p:txBody>
      </p:sp>
      <p:sp>
        <p:nvSpPr>
          <p:cNvPr id="156675" name="Rectangle 4">
            <a:extLst>
              <a:ext uri="{FF2B5EF4-FFF2-40B4-BE49-F238E27FC236}">
                <a16:creationId xmlns:a16="http://schemas.microsoft.com/office/drawing/2014/main" id="{676571DF-F3D6-CD04-26ED-63FAD7B952AB}"/>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Indentures</a:t>
            </a:r>
          </a:p>
        </p:txBody>
      </p:sp>
      <p:sp>
        <p:nvSpPr>
          <p:cNvPr id="156676" name="Rectangle 5">
            <a:extLst>
              <a:ext uri="{FF2B5EF4-FFF2-40B4-BE49-F238E27FC236}">
                <a16:creationId xmlns:a16="http://schemas.microsoft.com/office/drawing/2014/main" id="{FD4FD928-5F26-F0BB-A492-61DC44F6463F}"/>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 Relationships Maintained by the ES</a:t>
            </a:r>
            <a:endParaRPr lang="en-US" altLang="en-US" sz="2200" b="1">
              <a:solidFill>
                <a:schemeClr val="bg2"/>
              </a:solidFill>
            </a:endParaRPr>
          </a:p>
        </p:txBody>
      </p:sp>
      <p:sp>
        <p:nvSpPr>
          <p:cNvPr id="156677" name="Rectangle 6">
            <a:extLst>
              <a:ext uri="{FF2B5EF4-FFF2-40B4-BE49-F238E27FC236}">
                <a16:creationId xmlns:a16="http://schemas.microsoft.com/office/drawing/2014/main" id="{A0A73B53-E8F6-5126-3EF5-971C724147C6}"/>
              </a:ext>
            </a:extLst>
          </p:cNvPr>
          <p:cNvSpPr>
            <a:spLocks noChangeArrowheads="1"/>
          </p:cNvSpPr>
          <p:nvPr/>
        </p:nvSpPr>
        <p:spPr bwMode="auto">
          <a:xfrm>
            <a:off x="647700" y="1460500"/>
            <a:ext cx="77343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Indenture integrity must be maintained</a:t>
            </a:r>
          </a:p>
          <a:p>
            <a:pPr eaLnBrk="1" hangingPunct="1">
              <a:buClr>
                <a:schemeClr val="bg2"/>
              </a:buClr>
              <a:buFontTx/>
              <a:buChar char="•"/>
            </a:pPr>
            <a:endParaRPr lang="en-US" altLang="en-US" sz="1800"/>
          </a:p>
          <a:p>
            <a:pPr eaLnBrk="1" hangingPunct="1">
              <a:buClr>
                <a:schemeClr val="bg2"/>
              </a:buClr>
              <a:buFontTx/>
              <a:buChar char="•"/>
            </a:pPr>
            <a:r>
              <a:rPr lang="en-US" altLang="en-US" sz="1800"/>
              <a:t> Indenture records through automated API interface and manual input</a:t>
            </a:r>
          </a:p>
          <a:p>
            <a:pPr eaLnBrk="1" hangingPunct="1">
              <a:buClr>
                <a:schemeClr val="bg2"/>
              </a:buClr>
              <a:buFontTx/>
              <a:buChar char="•"/>
            </a:pPr>
            <a:endParaRPr lang="en-US" altLang="en-US" sz="1800"/>
          </a:p>
          <a:p>
            <a:pPr eaLnBrk="1" hangingPunct="1">
              <a:buClr>
                <a:schemeClr val="bg2"/>
              </a:buClr>
              <a:buFontTx/>
              <a:buChar char="•"/>
            </a:pPr>
            <a:r>
              <a:rPr lang="en-US" altLang="en-US" sz="1800"/>
              <a:t> ESs, ALC OPRs, and HQ AFMC analysts may update indenture records</a:t>
            </a:r>
          </a:p>
          <a:p>
            <a:pPr eaLnBrk="1" hangingPunct="1">
              <a:buClr>
                <a:schemeClr val="bg2"/>
              </a:buClr>
              <a:buFontTx/>
              <a:buChar char="•"/>
            </a:pPr>
            <a:endParaRPr lang="en-US" altLang="en-US" sz="1800"/>
          </a:p>
          <a:p>
            <a:pPr eaLnBrk="1" hangingPunct="1">
              <a:buClr>
                <a:schemeClr val="bg2"/>
              </a:buClr>
              <a:buFontTx/>
              <a:buChar char="•"/>
            </a:pPr>
            <a:r>
              <a:rPr lang="en-US" altLang="en-US" sz="1800"/>
              <a:t> Only responsible ES may add, change, or delete data for specific 	component or subassembly</a:t>
            </a:r>
          </a:p>
          <a:p>
            <a:pPr eaLnBrk="1" hangingPunct="1">
              <a:buClr>
                <a:schemeClr val="bg2"/>
              </a:buClr>
              <a:buFontTx/>
              <a:buChar char="•"/>
            </a:pPr>
            <a:endParaRPr lang="en-US" altLang="en-US" sz="1800"/>
          </a:p>
          <a:p>
            <a:pPr eaLnBrk="1" hangingPunct="1">
              <a:buClr>
                <a:schemeClr val="bg2"/>
              </a:buClr>
              <a:buFontTx/>
              <a:buChar char="•"/>
            </a:pPr>
            <a:r>
              <a:rPr lang="en-US" altLang="en-US" sz="1800"/>
              <a:t> ESs must ensure changes to indenture structures are reflected in API</a:t>
            </a:r>
          </a:p>
          <a:p>
            <a:pPr eaLnBrk="1" hangingPunct="1">
              <a:buClr>
                <a:schemeClr val="bg2"/>
              </a:buClr>
              <a:buFontTx/>
              <a:buChar char="•"/>
            </a:pPr>
            <a:endParaRPr lang="en-US" altLang="en-US" sz="1800"/>
          </a:p>
          <a:p>
            <a:pPr eaLnBrk="1" hangingPunct="1">
              <a:buClr>
                <a:schemeClr val="bg2"/>
              </a:buClr>
              <a:buFontTx/>
              <a:buChar char="•"/>
            </a:pPr>
            <a:r>
              <a:rPr lang="en-US" altLang="en-US" sz="1800"/>
              <a:t> ESs must correct inaccurate indenture structures</a:t>
            </a:r>
          </a:p>
        </p:txBody>
      </p:sp>
      <p:sp>
        <p:nvSpPr>
          <p:cNvPr id="156678" name="TextBox 6">
            <a:extLst>
              <a:ext uri="{FF2B5EF4-FFF2-40B4-BE49-F238E27FC236}">
                <a16:creationId xmlns:a16="http://schemas.microsoft.com/office/drawing/2014/main" id="{7D952726-E1C7-4506-78B4-C6C323F95ABF}"/>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697" name="Rectangle 2">
            <a:extLst>
              <a:ext uri="{FF2B5EF4-FFF2-40B4-BE49-F238E27FC236}">
                <a16:creationId xmlns:a16="http://schemas.microsoft.com/office/drawing/2014/main" id="{19B09351-DDBC-57C4-FD46-010FD2A015BE}"/>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57698" name="Text Box 3">
            <a:extLst>
              <a:ext uri="{FF2B5EF4-FFF2-40B4-BE49-F238E27FC236}">
                <a16:creationId xmlns:a16="http://schemas.microsoft.com/office/drawing/2014/main" id="{DC17AF4F-DB5F-D67F-4445-B0BCB1076A9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16CD8C5-5E29-402B-A3E9-969D0E994B2F}" type="slidenum">
              <a:rPr lang="en-US" altLang="en-US" sz="1200" b="1">
                <a:solidFill>
                  <a:srgbClr val="1C1C1C"/>
                </a:solidFill>
              </a:rPr>
              <a:pPr eaLnBrk="1" hangingPunct="1">
                <a:spcBef>
                  <a:spcPct val="0"/>
                </a:spcBef>
                <a:buClrTx/>
                <a:buFontTx/>
                <a:buNone/>
              </a:pPr>
              <a:t>115</a:t>
            </a:fld>
            <a:endParaRPr lang="en-US" altLang="en-US" sz="1200" b="1">
              <a:solidFill>
                <a:srgbClr val="1C1C1C"/>
              </a:solidFill>
            </a:endParaRPr>
          </a:p>
        </p:txBody>
      </p:sp>
      <p:sp>
        <p:nvSpPr>
          <p:cNvPr id="157699" name="Rectangle 4">
            <a:extLst>
              <a:ext uri="{FF2B5EF4-FFF2-40B4-BE49-F238E27FC236}">
                <a16:creationId xmlns:a16="http://schemas.microsoft.com/office/drawing/2014/main" id="{046CAEAB-F089-FA9F-00D9-1EF3752B3B4C}"/>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3c</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157700" name="Rectangle 5">
            <a:extLst>
              <a:ext uri="{FF2B5EF4-FFF2-40B4-BE49-F238E27FC236}">
                <a16:creationId xmlns:a16="http://schemas.microsoft.com/office/drawing/2014/main" id="{47E699EE-7C50-AD52-EA11-B275C359EF4F}"/>
              </a:ext>
            </a:extLst>
          </p:cNvPr>
          <p:cNvSpPr>
            <a:spLocks noChangeArrowheads="1"/>
          </p:cNvSpPr>
          <p:nvPr/>
        </p:nvSpPr>
        <p:spPr bwMode="auto">
          <a:xfrm>
            <a:off x="139700" y="469900"/>
            <a:ext cx="63373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r>
              <a:rPr lang="en-US" altLang="en-US" sz="1400" b="1"/>
              <a:t>Indentures</a:t>
            </a:r>
          </a:p>
        </p:txBody>
      </p:sp>
      <p:sp>
        <p:nvSpPr>
          <p:cNvPr id="157701" name="TextBox 5">
            <a:extLst>
              <a:ext uri="{FF2B5EF4-FFF2-40B4-BE49-F238E27FC236}">
                <a16:creationId xmlns:a16="http://schemas.microsoft.com/office/drawing/2014/main" id="{A703FD23-CCD2-CCF0-D109-4CAA2DBDB8DB}"/>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8721" name="Rectangle 2">
            <a:extLst>
              <a:ext uri="{FF2B5EF4-FFF2-40B4-BE49-F238E27FC236}">
                <a16:creationId xmlns:a16="http://schemas.microsoft.com/office/drawing/2014/main" id="{0A286739-9A01-B09E-D3DD-F84D1749F3DE}"/>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58722" name="Text Box 3">
            <a:extLst>
              <a:ext uri="{FF2B5EF4-FFF2-40B4-BE49-F238E27FC236}">
                <a16:creationId xmlns:a16="http://schemas.microsoft.com/office/drawing/2014/main" id="{13923BB9-FFA8-62ED-75D1-177011C6BAC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30EE1EC-9626-428B-8306-71F184F073E3}" type="slidenum">
              <a:rPr lang="en-US" altLang="en-US" sz="1200" b="1">
                <a:solidFill>
                  <a:srgbClr val="1C1C1C"/>
                </a:solidFill>
              </a:rPr>
              <a:pPr eaLnBrk="1" hangingPunct="1">
                <a:spcBef>
                  <a:spcPct val="0"/>
                </a:spcBef>
                <a:buClrTx/>
                <a:buFontTx/>
                <a:buNone/>
              </a:pPr>
              <a:t>116</a:t>
            </a:fld>
            <a:endParaRPr lang="en-US" altLang="en-US" sz="1200" b="1">
              <a:solidFill>
                <a:srgbClr val="1C1C1C"/>
              </a:solidFill>
            </a:endParaRPr>
          </a:p>
        </p:txBody>
      </p:sp>
      <p:sp>
        <p:nvSpPr>
          <p:cNvPr id="158723" name="Rectangle 4">
            <a:extLst>
              <a:ext uri="{FF2B5EF4-FFF2-40B4-BE49-F238E27FC236}">
                <a16:creationId xmlns:a16="http://schemas.microsoft.com/office/drawing/2014/main" id="{18817EEA-7632-6ECD-1CD0-081304B4EB30}"/>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2400" b="1"/>
              <a:t>Lesson 3d</a:t>
            </a:r>
          </a:p>
          <a:p>
            <a:pPr algn="ctr" eaLnBrk="1" hangingPunct="1">
              <a:buClr>
                <a:schemeClr val="bg2"/>
              </a:buClr>
              <a:buFontTx/>
              <a:buNone/>
            </a:pPr>
            <a:endParaRPr lang="en-US" altLang="en-US" sz="2400" b="1"/>
          </a:p>
          <a:p>
            <a:pPr algn="ctr" eaLnBrk="1" hangingPunct="1">
              <a:buClr>
                <a:schemeClr val="bg2"/>
              </a:buClr>
              <a:buFontTx/>
              <a:buNone/>
            </a:pPr>
            <a:r>
              <a:rPr lang="en-US" altLang="en-US" sz="2600"/>
              <a:t>The Illustrated Parts Breakdown (IPB)</a:t>
            </a:r>
            <a:endParaRPr lang="en-US" altLang="en-US" sz="2600" b="1">
              <a:solidFill>
                <a:schemeClr val="bg2"/>
              </a:solidFill>
            </a:endParaRPr>
          </a:p>
        </p:txBody>
      </p:sp>
      <p:sp>
        <p:nvSpPr>
          <p:cNvPr id="158724" name="TextBox 4">
            <a:extLst>
              <a:ext uri="{FF2B5EF4-FFF2-40B4-BE49-F238E27FC236}">
                <a16:creationId xmlns:a16="http://schemas.microsoft.com/office/drawing/2014/main" id="{D691FF4C-C253-9887-037A-A5A0136A30A7}"/>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9745" name="Rectangle 2">
            <a:extLst>
              <a:ext uri="{FF2B5EF4-FFF2-40B4-BE49-F238E27FC236}">
                <a16:creationId xmlns:a16="http://schemas.microsoft.com/office/drawing/2014/main" id="{A767F0D5-7DF9-625C-8AEF-F02C81BCE79C}"/>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59746" name="Text Box 3">
            <a:extLst>
              <a:ext uri="{FF2B5EF4-FFF2-40B4-BE49-F238E27FC236}">
                <a16:creationId xmlns:a16="http://schemas.microsoft.com/office/drawing/2014/main" id="{F5360BE5-0BD6-C817-E8C7-F6053E80DE62}"/>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4A028F3-A680-4061-9324-DEDF6E4A2B1D}" type="slidenum">
              <a:rPr lang="en-US" altLang="en-US" sz="1200" b="1">
                <a:solidFill>
                  <a:srgbClr val="1C1C1C"/>
                </a:solidFill>
              </a:rPr>
              <a:pPr eaLnBrk="1" hangingPunct="1">
                <a:spcBef>
                  <a:spcPct val="0"/>
                </a:spcBef>
                <a:buClrTx/>
                <a:buFontTx/>
                <a:buNone/>
              </a:pPr>
              <a:t>117</a:t>
            </a:fld>
            <a:endParaRPr lang="en-US" altLang="en-US" sz="1200" b="1">
              <a:solidFill>
                <a:srgbClr val="1C1C1C"/>
              </a:solidFill>
            </a:endParaRPr>
          </a:p>
        </p:txBody>
      </p:sp>
      <p:sp>
        <p:nvSpPr>
          <p:cNvPr id="159747" name="Rectangle 5">
            <a:extLst>
              <a:ext uri="{FF2B5EF4-FFF2-40B4-BE49-F238E27FC236}">
                <a16:creationId xmlns:a16="http://schemas.microsoft.com/office/drawing/2014/main" id="{40911873-AF49-0680-BDC3-89BA48C63AB9}"/>
              </a:ext>
            </a:extLst>
          </p:cNvPr>
          <p:cNvSpPr>
            <a:spLocks noChangeArrowheads="1"/>
          </p:cNvSpPr>
          <p:nvPr/>
        </p:nvSpPr>
        <p:spPr bwMode="auto">
          <a:xfrm>
            <a:off x="400050" y="14319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159748" name="Rectangle 6">
            <a:extLst>
              <a:ext uri="{FF2B5EF4-FFF2-40B4-BE49-F238E27FC236}">
                <a16:creationId xmlns:a16="http://schemas.microsoft.com/office/drawing/2014/main" id="{C310062E-D132-F00D-00D6-9A0E53CB1DD3}"/>
              </a:ext>
            </a:extLst>
          </p:cNvPr>
          <p:cNvSpPr>
            <a:spLocks noChangeArrowheads="1"/>
          </p:cNvSpPr>
          <p:nvPr/>
        </p:nvSpPr>
        <p:spPr bwMode="auto">
          <a:xfrm>
            <a:off x="647700" y="1776413"/>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Looks at IPB as authoritative source for indenture information</a:t>
            </a:r>
          </a:p>
        </p:txBody>
      </p:sp>
      <p:sp>
        <p:nvSpPr>
          <p:cNvPr id="159749" name="TextBox 6">
            <a:extLst>
              <a:ext uri="{FF2B5EF4-FFF2-40B4-BE49-F238E27FC236}">
                <a16:creationId xmlns:a16="http://schemas.microsoft.com/office/drawing/2014/main" id="{BDD04AD6-83E7-0103-07D6-909A0910C93F}"/>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69" name="Rectangle 2">
            <a:extLst>
              <a:ext uri="{FF2B5EF4-FFF2-40B4-BE49-F238E27FC236}">
                <a16:creationId xmlns:a16="http://schemas.microsoft.com/office/drawing/2014/main" id="{D1B4FBCF-3667-2F22-C1BC-7AB7E4B30A21}"/>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60770" name="Text Box 3">
            <a:extLst>
              <a:ext uri="{FF2B5EF4-FFF2-40B4-BE49-F238E27FC236}">
                <a16:creationId xmlns:a16="http://schemas.microsoft.com/office/drawing/2014/main" id="{574D3575-4A0E-43AA-A5B0-A57A4A156D4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C5A2973-73DF-40DB-9C6D-A3822CC6A6DE}" type="slidenum">
              <a:rPr lang="en-US" altLang="en-US" sz="1200" b="1">
                <a:solidFill>
                  <a:srgbClr val="1C1C1C"/>
                </a:solidFill>
              </a:rPr>
              <a:pPr eaLnBrk="1" hangingPunct="1">
                <a:spcBef>
                  <a:spcPct val="0"/>
                </a:spcBef>
                <a:buClrTx/>
                <a:buFontTx/>
                <a:buNone/>
              </a:pPr>
              <a:t>118</a:t>
            </a:fld>
            <a:endParaRPr lang="en-US" altLang="en-US" sz="1200" b="1">
              <a:solidFill>
                <a:srgbClr val="1C1C1C"/>
              </a:solidFill>
            </a:endParaRPr>
          </a:p>
        </p:txBody>
      </p:sp>
      <p:sp>
        <p:nvSpPr>
          <p:cNvPr id="160771" name="Rectangle 5">
            <a:extLst>
              <a:ext uri="{FF2B5EF4-FFF2-40B4-BE49-F238E27FC236}">
                <a16:creationId xmlns:a16="http://schemas.microsoft.com/office/drawing/2014/main" id="{7747C7BE-B191-92DF-5982-8523D19B3FA8}"/>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Illustrated Parts Breakdown (IPB)</a:t>
            </a:r>
            <a:endParaRPr lang="en-US" altLang="en-US" sz="2200" b="1">
              <a:solidFill>
                <a:schemeClr val="bg2"/>
              </a:solidFill>
            </a:endParaRPr>
          </a:p>
        </p:txBody>
      </p:sp>
      <p:sp>
        <p:nvSpPr>
          <p:cNvPr id="160772" name="Rectangle 6">
            <a:extLst>
              <a:ext uri="{FF2B5EF4-FFF2-40B4-BE49-F238E27FC236}">
                <a16:creationId xmlns:a16="http://schemas.microsoft.com/office/drawing/2014/main" id="{75EFE8AD-643B-A674-BCAE-9EDEAAB176FC}"/>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Part - component relationships</a:t>
            </a:r>
          </a:p>
          <a:p>
            <a:pPr eaLnBrk="1" hangingPunct="1">
              <a:buClr>
                <a:schemeClr val="bg2"/>
              </a:buClr>
              <a:buFontTx/>
              <a:buChar char="•"/>
            </a:pPr>
            <a:endParaRPr lang="en-US" altLang="en-US" sz="2400"/>
          </a:p>
          <a:p>
            <a:pPr eaLnBrk="1" hangingPunct="1">
              <a:buClr>
                <a:schemeClr val="bg2"/>
              </a:buClr>
              <a:buFontTx/>
              <a:buChar char="•"/>
            </a:pPr>
            <a:r>
              <a:rPr lang="en-US" altLang="en-US" sz="2400"/>
              <a:t> Identification and requisitioning of parts</a:t>
            </a:r>
          </a:p>
          <a:p>
            <a:pPr eaLnBrk="1" hangingPunct="1">
              <a:buClr>
                <a:schemeClr val="bg2"/>
              </a:buClr>
              <a:buFontTx/>
              <a:buChar char="•"/>
            </a:pPr>
            <a:endParaRPr lang="en-US" altLang="en-US" sz="2400"/>
          </a:p>
          <a:p>
            <a:pPr eaLnBrk="1" hangingPunct="1">
              <a:buClr>
                <a:schemeClr val="bg2"/>
              </a:buClr>
              <a:buFontTx/>
              <a:buChar char="•"/>
            </a:pPr>
            <a:r>
              <a:rPr lang="en-US" altLang="en-US" sz="2400"/>
              <a:t> Identification of item management methods, shipping requirements, etc.</a:t>
            </a:r>
          </a:p>
          <a:p>
            <a:pPr eaLnBrk="1" hangingPunct="1">
              <a:buClr>
                <a:schemeClr val="bg2"/>
              </a:buClr>
              <a:buFontTx/>
              <a:buChar char="•"/>
            </a:pPr>
            <a:endParaRPr lang="en-US" altLang="en-US" sz="2400"/>
          </a:p>
          <a:p>
            <a:pPr eaLnBrk="1" hangingPunct="1">
              <a:buClr>
                <a:schemeClr val="bg2"/>
              </a:buClr>
              <a:buFontTx/>
              <a:buChar char="•"/>
            </a:pPr>
            <a:r>
              <a:rPr lang="en-US" altLang="en-US" sz="2400"/>
              <a:t> Defines types of stock</a:t>
            </a:r>
          </a:p>
          <a:p>
            <a:pPr eaLnBrk="1" hangingPunct="1">
              <a:buClr>
                <a:schemeClr val="bg2"/>
              </a:buClr>
              <a:buFontTx/>
              <a:buChar char="•"/>
            </a:pPr>
            <a:endParaRPr lang="en-US" altLang="en-US" sz="2400"/>
          </a:p>
          <a:p>
            <a:pPr eaLnBrk="1" hangingPunct="1">
              <a:buClr>
                <a:schemeClr val="bg2"/>
              </a:buClr>
              <a:buFontTx/>
              <a:buChar char="•"/>
            </a:pPr>
            <a:r>
              <a:rPr lang="en-US" altLang="en-US" sz="2400"/>
              <a:t> Does </a:t>
            </a:r>
            <a:r>
              <a:rPr lang="en-US" altLang="en-US" sz="2400" i="1"/>
              <a:t>not</a:t>
            </a:r>
            <a:r>
              <a:rPr lang="en-US" altLang="en-US" sz="2400"/>
              <a:t> provide maintenance or assembly instructions</a:t>
            </a:r>
          </a:p>
        </p:txBody>
      </p:sp>
      <p:sp>
        <p:nvSpPr>
          <p:cNvPr id="160773" name="TextBox 6">
            <a:extLst>
              <a:ext uri="{FF2B5EF4-FFF2-40B4-BE49-F238E27FC236}">
                <a16:creationId xmlns:a16="http://schemas.microsoft.com/office/drawing/2014/main" id="{8D181611-0AAD-C2A7-A335-E0D84206426B}"/>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1793" name="Picture 22" descr="IPBexample">
            <a:extLst>
              <a:ext uri="{FF2B5EF4-FFF2-40B4-BE49-F238E27FC236}">
                <a16:creationId xmlns:a16="http://schemas.microsoft.com/office/drawing/2014/main" id="{EA306A57-B30D-F067-E2E4-6DA9D3F6AB5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1000" y="1090613"/>
            <a:ext cx="8458200" cy="4724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794" name="Rectangle 2">
            <a:extLst>
              <a:ext uri="{FF2B5EF4-FFF2-40B4-BE49-F238E27FC236}">
                <a16:creationId xmlns:a16="http://schemas.microsoft.com/office/drawing/2014/main" id="{864AE290-A33F-B788-D6B4-FCB0DE691D3D}"/>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61795" name="Text Box 3">
            <a:extLst>
              <a:ext uri="{FF2B5EF4-FFF2-40B4-BE49-F238E27FC236}">
                <a16:creationId xmlns:a16="http://schemas.microsoft.com/office/drawing/2014/main" id="{67EF950D-6AE8-CA6B-673F-F84BBD83B4B0}"/>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817E82E-4C1B-4940-A6B7-6D1037E18C36}" type="slidenum">
              <a:rPr lang="en-US" altLang="en-US" sz="1200" b="1">
                <a:solidFill>
                  <a:srgbClr val="1C1C1C"/>
                </a:solidFill>
              </a:rPr>
              <a:pPr eaLnBrk="1" hangingPunct="1">
                <a:spcBef>
                  <a:spcPct val="0"/>
                </a:spcBef>
                <a:buClrTx/>
                <a:buFontTx/>
                <a:buNone/>
              </a:pPr>
              <a:t>119</a:t>
            </a:fld>
            <a:endParaRPr lang="en-US" altLang="en-US" sz="1200" b="1">
              <a:solidFill>
                <a:srgbClr val="1C1C1C"/>
              </a:solidFill>
            </a:endParaRPr>
          </a:p>
        </p:txBody>
      </p:sp>
      <p:pic>
        <p:nvPicPr>
          <p:cNvPr id="405525" name="Picture 21" descr="IPBexample_1">
            <a:extLst>
              <a:ext uri="{FF2B5EF4-FFF2-40B4-BE49-F238E27FC236}">
                <a16:creationId xmlns:a16="http://schemas.microsoft.com/office/drawing/2014/main" id="{3179597B-4ABB-7D93-71AC-9E139707A54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96875" y="1128713"/>
            <a:ext cx="8455025" cy="4692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5528" name="Picture 24" descr="IPBexample_2">
            <a:extLst>
              <a:ext uri="{FF2B5EF4-FFF2-40B4-BE49-F238E27FC236}">
                <a16:creationId xmlns:a16="http://schemas.microsoft.com/office/drawing/2014/main" id="{035E53E5-DABD-50DF-5018-920872C5752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9738" y="1171575"/>
            <a:ext cx="8455025" cy="46434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5529" name="Picture 25" descr="IPBexample_3">
            <a:extLst>
              <a:ext uri="{FF2B5EF4-FFF2-40B4-BE49-F238E27FC236}">
                <a16:creationId xmlns:a16="http://schemas.microsoft.com/office/drawing/2014/main" id="{3D7737F1-FC27-F9B4-9F34-3F386ED89B5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81000" y="1174750"/>
            <a:ext cx="8455025" cy="4627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5530" name="Picture 26" descr="IPBexample_4">
            <a:extLst>
              <a:ext uri="{FF2B5EF4-FFF2-40B4-BE49-F238E27FC236}">
                <a16:creationId xmlns:a16="http://schemas.microsoft.com/office/drawing/2014/main" id="{9AED5B9B-0395-019A-497A-C0D3EEA905D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90525" y="1096963"/>
            <a:ext cx="8455025" cy="4702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5531" name="Picture 27" descr="IPBexample_5">
            <a:extLst>
              <a:ext uri="{FF2B5EF4-FFF2-40B4-BE49-F238E27FC236}">
                <a16:creationId xmlns:a16="http://schemas.microsoft.com/office/drawing/2014/main" id="{2A05548A-5CE9-BC4F-9A66-464ABDD670E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8300" y="1166813"/>
            <a:ext cx="8455025" cy="4648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5532" name="Picture 28" descr="IPBexample_6">
            <a:extLst>
              <a:ext uri="{FF2B5EF4-FFF2-40B4-BE49-F238E27FC236}">
                <a16:creationId xmlns:a16="http://schemas.microsoft.com/office/drawing/2014/main" id="{177CF3D2-3EC2-E0AB-3831-78D5FBBD6F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74650" y="1128713"/>
            <a:ext cx="8470900" cy="4637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05527" name="Picture 23" descr="IPBexample_7">
            <a:extLst>
              <a:ext uri="{FF2B5EF4-FFF2-40B4-BE49-F238E27FC236}">
                <a16:creationId xmlns:a16="http://schemas.microsoft.com/office/drawing/2014/main" id="{779A00D2-B56B-EF3E-54F1-2C4B9D6360E5}"/>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5438" y="938213"/>
            <a:ext cx="8497887" cy="55292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61803" name="TextBox 6">
            <a:extLst>
              <a:ext uri="{FF2B5EF4-FFF2-40B4-BE49-F238E27FC236}">
                <a16:creationId xmlns:a16="http://schemas.microsoft.com/office/drawing/2014/main" id="{4F3B3149-8F38-0EA8-EB95-C8876A1B4B84}"/>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nodeType="clickEffect">
                                  <p:stCondLst>
                                    <p:cond delay="0"/>
                                  </p:stCondLst>
                                  <p:childTnLst>
                                    <p:set>
                                      <p:cBhvr>
                                        <p:cTn id="6" dur="1" fill="hold">
                                          <p:stCondLst>
                                            <p:cond delay="0"/>
                                          </p:stCondLst>
                                        </p:cTn>
                                        <p:tgtEl>
                                          <p:spTgt spid="405525"/>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nodeType="clickEffect">
                                  <p:stCondLst>
                                    <p:cond delay="0"/>
                                  </p:stCondLst>
                                  <p:childTnLst>
                                    <p:set>
                                      <p:cBhvr>
                                        <p:cTn id="10" dur="1" fill="hold">
                                          <p:stCondLst>
                                            <p:cond delay="0"/>
                                          </p:stCondLst>
                                        </p:cTn>
                                        <p:tgtEl>
                                          <p:spTgt spid="40552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 presetClass="entr" presetSubtype="0" fill="hold" nodeType="clickEffect">
                                  <p:stCondLst>
                                    <p:cond delay="0"/>
                                  </p:stCondLst>
                                  <p:childTnLst>
                                    <p:set>
                                      <p:cBhvr>
                                        <p:cTn id="14" dur="1" fill="hold">
                                          <p:stCondLst>
                                            <p:cond delay="0"/>
                                          </p:stCondLst>
                                        </p:cTn>
                                        <p:tgtEl>
                                          <p:spTgt spid="405529"/>
                                        </p:tgtEl>
                                        <p:attrNameLst>
                                          <p:attrName>style.visibility</p:attrName>
                                        </p:attrNameLst>
                                      </p:cBhvr>
                                      <p:to>
                                        <p:strVal val="visible"/>
                                      </p:to>
                                    </p:set>
                                  </p:childTnLst>
                                </p:cTn>
                              </p:par>
                            </p:childTnLst>
                          </p:cTn>
                        </p:par>
                      </p:childTnLst>
                    </p:cTn>
                  </p:par>
                  <p:par>
                    <p:cTn id="15" fill="hold" nodeType="clickPar">
                      <p:stCondLst>
                        <p:cond delay="indefinite"/>
                      </p:stCondLst>
                      <p:childTnLst>
                        <p:par>
                          <p:cTn id="16" fill="hold" nodeType="withGroup">
                            <p:stCondLst>
                              <p:cond delay="0"/>
                            </p:stCondLst>
                            <p:childTnLst>
                              <p:par>
                                <p:cTn id="17" presetID="1" presetClass="entr" presetSubtype="0" fill="hold" nodeType="clickEffect">
                                  <p:stCondLst>
                                    <p:cond delay="0"/>
                                  </p:stCondLst>
                                  <p:childTnLst>
                                    <p:set>
                                      <p:cBhvr>
                                        <p:cTn id="18" dur="1" fill="hold">
                                          <p:stCondLst>
                                            <p:cond delay="0"/>
                                          </p:stCondLst>
                                        </p:cTn>
                                        <p:tgtEl>
                                          <p:spTgt spid="405530"/>
                                        </p:tgtEl>
                                        <p:attrNameLst>
                                          <p:attrName>style.visibility</p:attrName>
                                        </p:attrNameLst>
                                      </p:cBhvr>
                                      <p:to>
                                        <p:strVal val="visible"/>
                                      </p:to>
                                    </p:set>
                                  </p:childTnLst>
                                </p:cTn>
                              </p:par>
                            </p:childTnLst>
                          </p:cTn>
                        </p:par>
                      </p:childTnLst>
                    </p:cTn>
                  </p:par>
                  <p:par>
                    <p:cTn id="19" fill="hold" nodeType="clickPar">
                      <p:stCondLst>
                        <p:cond delay="indefinite"/>
                      </p:stCondLst>
                      <p:childTnLst>
                        <p:par>
                          <p:cTn id="20" fill="hold" nodeType="withGroup">
                            <p:stCondLst>
                              <p:cond delay="0"/>
                            </p:stCondLst>
                            <p:childTnLst>
                              <p:par>
                                <p:cTn id="21" presetID="1" presetClass="entr" presetSubtype="0" fill="hold" nodeType="clickEffect">
                                  <p:stCondLst>
                                    <p:cond delay="0"/>
                                  </p:stCondLst>
                                  <p:childTnLst>
                                    <p:set>
                                      <p:cBhvr>
                                        <p:cTn id="22" dur="1" fill="hold">
                                          <p:stCondLst>
                                            <p:cond delay="0"/>
                                          </p:stCondLst>
                                        </p:cTn>
                                        <p:tgtEl>
                                          <p:spTgt spid="405531"/>
                                        </p:tgtEl>
                                        <p:attrNameLst>
                                          <p:attrName>style.visibility</p:attrName>
                                        </p:attrNameLst>
                                      </p:cBhvr>
                                      <p:to>
                                        <p:strVal val="visible"/>
                                      </p:to>
                                    </p:set>
                                  </p:childTnLst>
                                </p:cTn>
                              </p:par>
                            </p:childTnLst>
                          </p:cTn>
                        </p:par>
                      </p:childTnLst>
                    </p:cTn>
                  </p:par>
                  <p:par>
                    <p:cTn id="23" fill="hold" nodeType="clickPar">
                      <p:stCondLst>
                        <p:cond delay="indefinite"/>
                      </p:stCondLst>
                      <p:childTnLst>
                        <p:par>
                          <p:cTn id="24" fill="hold" nodeType="withGroup">
                            <p:stCondLst>
                              <p:cond delay="0"/>
                            </p:stCondLst>
                            <p:childTnLst>
                              <p:par>
                                <p:cTn id="25" presetID="1" presetClass="entr" presetSubtype="0" fill="hold" nodeType="clickEffect">
                                  <p:stCondLst>
                                    <p:cond delay="0"/>
                                  </p:stCondLst>
                                  <p:childTnLst>
                                    <p:set>
                                      <p:cBhvr>
                                        <p:cTn id="26" dur="1" fill="hold">
                                          <p:stCondLst>
                                            <p:cond delay="0"/>
                                          </p:stCondLst>
                                        </p:cTn>
                                        <p:tgtEl>
                                          <p:spTgt spid="405532"/>
                                        </p:tgtEl>
                                        <p:attrNameLst>
                                          <p:attrName>style.visibility</p:attrName>
                                        </p:attrNameLst>
                                      </p:cBhvr>
                                      <p:to>
                                        <p:strVal val="visible"/>
                                      </p:to>
                                    </p:set>
                                  </p:childTnLst>
                                </p:cTn>
                              </p:par>
                            </p:childTnLst>
                          </p:cTn>
                        </p:par>
                      </p:childTnLst>
                    </p:cTn>
                  </p:par>
                  <p:par>
                    <p:cTn id="27" fill="hold" nodeType="clickPar">
                      <p:stCondLst>
                        <p:cond delay="indefinite"/>
                      </p:stCondLst>
                      <p:childTnLst>
                        <p:par>
                          <p:cTn id="28" fill="hold" nodeType="withGroup">
                            <p:stCondLst>
                              <p:cond delay="0"/>
                            </p:stCondLst>
                            <p:childTnLst>
                              <p:par>
                                <p:cTn id="29" presetID="1" presetClass="entr" presetSubtype="0" fill="hold" nodeType="clickEffect">
                                  <p:stCondLst>
                                    <p:cond delay="0"/>
                                  </p:stCondLst>
                                  <p:childTnLst>
                                    <p:set>
                                      <p:cBhvr>
                                        <p:cTn id="30" dur="1" fill="hold">
                                          <p:stCondLst>
                                            <p:cond delay="0"/>
                                          </p:stCondLst>
                                        </p:cTn>
                                        <p:tgtEl>
                                          <p:spTgt spid="40552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7" name="Rectangle 2">
            <a:extLst>
              <a:ext uri="{FF2B5EF4-FFF2-40B4-BE49-F238E27FC236}">
                <a16:creationId xmlns:a16="http://schemas.microsoft.com/office/drawing/2014/main" id="{25EED698-292A-567C-25CD-70CB271A5F58}"/>
              </a:ext>
            </a:extLst>
          </p:cNvPr>
          <p:cNvSpPr>
            <a:spLocks noGrp="1" noChangeArrowheads="1"/>
          </p:cNvSpPr>
          <p:nvPr>
            <p:ph type="title"/>
          </p:nvPr>
        </p:nvSpPr>
        <p:spPr>
          <a:xfrm>
            <a:off x="1981200" y="12700"/>
            <a:ext cx="5181600" cy="317500"/>
          </a:xfrm>
        </p:spPr>
        <p:txBody>
          <a:bodyPr/>
          <a:lstStyle/>
          <a:p>
            <a:pPr eaLnBrk="1" hangingPunct="1"/>
            <a:r>
              <a:rPr lang="en-US" altLang="en-US" sz="1600">
                <a:solidFill>
                  <a:srgbClr val="FFFFFF"/>
                </a:solidFill>
                <a:latin typeface="Arial Unicode MS" panose="020B0604020202020204" pitchFamily="34" charset="-128"/>
              </a:rPr>
              <a:t>Module 3 – Applications, Programs, and Indentures</a:t>
            </a:r>
          </a:p>
        </p:txBody>
      </p:sp>
      <p:sp>
        <p:nvSpPr>
          <p:cNvPr id="162818" name="Text Box 3">
            <a:extLst>
              <a:ext uri="{FF2B5EF4-FFF2-40B4-BE49-F238E27FC236}">
                <a16:creationId xmlns:a16="http://schemas.microsoft.com/office/drawing/2014/main" id="{3DF0C991-03CE-AD89-269F-CC45F50F9AD3}"/>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81AC4BC-5DB4-4EF6-8E9A-4E59D836D724}" type="slidenum">
              <a:rPr lang="en-US" altLang="en-US" sz="1200" b="1">
                <a:solidFill>
                  <a:srgbClr val="1C1C1C"/>
                </a:solidFill>
              </a:rPr>
              <a:pPr eaLnBrk="1" hangingPunct="1">
                <a:spcBef>
                  <a:spcPct val="0"/>
                </a:spcBef>
                <a:buClrTx/>
                <a:buFontTx/>
                <a:buNone/>
              </a:pPr>
              <a:t>120</a:t>
            </a:fld>
            <a:endParaRPr lang="en-US" altLang="en-US" sz="1200" b="1">
              <a:solidFill>
                <a:srgbClr val="1C1C1C"/>
              </a:solidFill>
            </a:endParaRPr>
          </a:p>
        </p:txBody>
      </p:sp>
      <p:sp>
        <p:nvSpPr>
          <p:cNvPr id="162819" name="Rectangle 4">
            <a:extLst>
              <a:ext uri="{FF2B5EF4-FFF2-40B4-BE49-F238E27FC236}">
                <a16:creationId xmlns:a16="http://schemas.microsoft.com/office/drawing/2014/main" id="{65FE801D-6EF5-8218-3938-218F18B46F6D}"/>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3d</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162820" name="TextBox 5">
            <a:extLst>
              <a:ext uri="{FF2B5EF4-FFF2-40B4-BE49-F238E27FC236}">
                <a16:creationId xmlns:a16="http://schemas.microsoft.com/office/drawing/2014/main" id="{ECD59EB1-F8EE-F334-3DDE-31AD017D6EB6}"/>
              </a:ext>
            </a:extLst>
          </p:cNvPr>
          <p:cNvSpPr txBox="1">
            <a:spLocks noChangeArrowheads="1"/>
          </p:cNvSpPr>
          <p:nvPr/>
        </p:nvSpPr>
        <p:spPr bwMode="auto">
          <a:xfrm>
            <a:off x="1169988" y="49213"/>
            <a:ext cx="6842125" cy="10779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Applications, Programs and Indentures</a:t>
            </a:r>
          </a:p>
        </p:txBody>
      </p:sp>
    </p:spTree>
  </p:cSld>
  <p:clrMapOvr>
    <a:masterClrMapping/>
  </p:clrMapOvr>
  <p:transition/>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41" name="Rectangle 2">
            <a:extLst>
              <a:ext uri="{FF2B5EF4-FFF2-40B4-BE49-F238E27FC236}">
                <a16:creationId xmlns:a16="http://schemas.microsoft.com/office/drawing/2014/main" id="{2E591A5D-8233-6864-1E04-2F5DFCE21A2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63842" name="Text Box 3">
            <a:extLst>
              <a:ext uri="{FF2B5EF4-FFF2-40B4-BE49-F238E27FC236}">
                <a16:creationId xmlns:a16="http://schemas.microsoft.com/office/drawing/2014/main" id="{9414E509-16A7-6B0B-FD7A-23CD38FECA0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3C54DEC-DA3C-4BCA-A496-D4C1AA4F879E}" type="slidenum">
              <a:rPr lang="en-US" altLang="en-US" sz="1200" b="1">
                <a:solidFill>
                  <a:srgbClr val="1C1C1C"/>
                </a:solidFill>
              </a:rPr>
              <a:pPr eaLnBrk="1" hangingPunct="1">
                <a:spcBef>
                  <a:spcPct val="0"/>
                </a:spcBef>
                <a:buClrTx/>
                <a:buFontTx/>
                <a:buNone/>
              </a:pPr>
              <a:t>121</a:t>
            </a:fld>
            <a:endParaRPr lang="en-US" altLang="en-US" sz="1200" b="1">
              <a:solidFill>
                <a:srgbClr val="1C1C1C"/>
              </a:solidFill>
            </a:endParaRPr>
          </a:p>
        </p:txBody>
      </p:sp>
      <p:sp>
        <p:nvSpPr>
          <p:cNvPr id="163843" name="Rectangle 4">
            <a:extLst>
              <a:ext uri="{FF2B5EF4-FFF2-40B4-BE49-F238E27FC236}">
                <a16:creationId xmlns:a16="http://schemas.microsoft.com/office/drawing/2014/main" id="{BD222165-2D51-1463-2036-3826CB116477}"/>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4a</a:t>
            </a:r>
          </a:p>
          <a:p>
            <a:pPr algn="ctr" eaLnBrk="1" hangingPunct="1">
              <a:buClr>
                <a:schemeClr val="bg2"/>
              </a:buClr>
              <a:buFontTx/>
              <a:buNone/>
            </a:pPr>
            <a:endParaRPr lang="en-US" altLang="en-US" b="1"/>
          </a:p>
          <a:p>
            <a:pPr algn="ctr" eaLnBrk="1" hangingPunct="1">
              <a:buClr>
                <a:schemeClr val="bg2"/>
              </a:buClr>
              <a:buFontTx/>
              <a:buNone/>
            </a:pPr>
            <a:r>
              <a:rPr lang="en-US" altLang="en-US" b="1"/>
              <a:t>Application Data</a:t>
            </a:r>
            <a:endParaRPr lang="en-US" altLang="en-US" b="1">
              <a:solidFill>
                <a:schemeClr val="bg2"/>
              </a:solidFill>
            </a:endParaRPr>
          </a:p>
        </p:txBody>
      </p:sp>
      <p:sp>
        <p:nvSpPr>
          <p:cNvPr id="163844" name="TextBox 4">
            <a:extLst>
              <a:ext uri="{FF2B5EF4-FFF2-40B4-BE49-F238E27FC236}">
                <a16:creationId xmlns:a16="http://schemas.microsoft.com/office/drawing/2014/main" id="{DB40625A-1E58-E11A-B0EB-F1C02F3524BC}"/>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5" name="Rectangle 2">
            <a:extLst>
              <a:ext uri="{FF2B5EF4-FFF2-40B4-BE49-F238E27FC236}">
                <a16:creationId xmlns:a16="http://schemas.microsoft.com/office/drawing/2014/main" id="{02A6D2D1-CF01-051B-CB02-70E19DAD8A67}"/>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64866" name="Text Box 3">
            <a:extLst>
              <a:ext uri="{FF2B5EF4-FFF2-40B4-BE49-F238E27FC236}">
                <a16:creationId xmlns:a16="http://schemas.microsoft.com/office/drawing/2014/main" id="{D9BEAB6C-A970-EFE7-7E50-C3E3434CA524}"/>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00396B9-198D-431D-8F24-07EFAAEFB93A}" type="slidenum">
              <a:rPr lang="en-US" altLang="en-US" sz="1200" b="1">
                <a:solidFill>
                  <a:srgbClr val="1C1C1C"/>
                </a:solidFill>
              </a:rPr>
              <a:pPr eaLnBrk="1" hangingPunct="1">
                <a:spcBef>
                  <a:spcPct val="0"/>
                </a:spcBef>
                <a:buClrTx/>
                <a:buFontTx/>
                <a:buNone/>
              </a:pPr>
              <a:t>122</a:t>
            </a:fld>
            <a:endParaRPr lang="en-US" altLang="en-US" sz="1200" b="1">
              <a:solidFill>
                <a:srgbClr val="1C1C1C"/>
              </a:solidFill>
            </a:endParaRPr>
          </a:p>
        </p:txBody>
      </p:sp>
      <p:sp>
        <p:nvSpPr>
          <p:cNvPr id="164867" name="Rectangle 5">
            <a:extLst>
              <a:ext uri="{FF2B5EF4-FFF2-40B4-BE49-F238E27FC236}">
                <a16:creationId xmlns:a16="http://schemas.microsoft.com/office/drawing/2014/main" id="{E9C6CAC6-EF5A-7729-8150-9C977AFDA663}"/>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164868" name="Rectangle 6">
            <a:extLst>
              <a:ext uri="{FF2B5EF4-FFF2-40B4-BE49-F238E27FC236}">
                <a16:creationId xmlns:a16="http://schemas.microsoft.com/office/drawing/2014/main" id="{4C3D8012-485E-BCA1-2ECD-A5080F38BD11}"/>
              </a:ext>
            </a:extLst>
          </p:cNvPr>
          <p:cNvSpPr>
            <a:spLocks noChangeArrowheads="1"/>
          </p:cNvSpPr>
          <p:nvPr/>
        </p:nvSpPr>
        <p:spPr bwMode="auto">
          <a:xfrm>
            <a:off x="647700" y="146050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Defines various application data elements:</a:t>
            </a:r>
          </a:p>
          <a:p>
            <a:pPr eaLnBrk="1" hangingPunct="1">
              <a:buClr>
                <a:schemeClr val="bg2"/>
              </a:buClr>
              <a:buFontTx/>
              <a:buNone/>
            </a:pPr>
            <a:r>
              <a:rPr lang="en-US" altLang="en-US" sz="2400"/>
              <a:t>     </a:t>
            </a:r>
          </a:p>
          <a:p>
            <a:pPr lvl="1" eaLnBrk="1" hangingPunct="1">
              <a:buClr>
                <a:schemeClr val="bg2"/>
              </a:buClr>
              <a:buFontTx/>
              <a:buChar char="•"/>
            </a:pPr>
            <a:r>
              <a:rPr lang="en-US" altLang="en-US"/>
              <a:t>Standard Program Designator (SPD)</a:t>
            </a:r>
          </a:p>
          <a:p>
            <a:pPr lvl="1" eaLnBrk="1" hangingPunct="1">
              <a:buClr>
                <a:schemeClr val="bg2"/>
              </a:buClr>
              <a:buFontTx/>
              <a:buChar char="•"/>
            </a:pPr>
            <a:r>
              <a:rPr lang="en-US" altLang="en-US"/>
              <a:t>Program Select Code (PSC)</a:t>
            </a:r>
          </a:p>
          <a:p>
            <a:pPr lvl="1" eaLnBrk="1" hangingPunct="1">
              <a:buClr>
                <a:schemeClr val="bg2"/>
              </a:buClr>
              <a:buFontTx/>
              <a:buChar char="•"/>
            </a:pPr>
            <a:r>
              <a:rPr lang="en-US" altLang="en-US"/>
              <a:t>Program Development Code (PDC)</a:t>
            </a:r>
          </a:p>
          <a:p>
            <a:pPr lvl="1" eaLnBrk="1" hangingPunct="1">
              <a:buClr>
                <a:schemeClr val="bg2"/>
              </a:buClr>
              <a:buFontTx/>
              <a:buChar char="•"/>
            </a:pPr>
            <a:r>
              <a:rPr lang="en-US" altLang="en-US"/>
              <a:t>Program Begin Date (PBD)</a:t>
            </a:r>
          </a:p>
          <a:p>
            <a:pPr lvl="1" eaLnBrk="1" hangingPunct="1">
              <a:buClr>
                <a:schemeClr val="bg2"/>
              </a:buClr>
              <a:buFontTx/>
              <a:buChar char="•"/>
            </a:pPr>
            <a:r>
              <a:rPr lang="en-US" altLang="en-US"/>
              <a:t>Quantity Per Application (QPAPPL)</a:t>
            </a:r>
          </a:p>
          <a:p>
            <a:pPr lvl="1" eaLnBrk="1" hangingPunct="1">
              <a:buClr>
                <a:schemeClr val="bg2"/>
              </a:buClr>
              <a:buFontTx/>
              <a:buChar char="•"/>
            </a:pPr>
            <a:r>
              <a:rPr lang="en-US" altLang="en-US"/>
              <a:t>Application Percent (APPL%)</a:t>
            </a:r>
          </a:p>
        </p:txBody>
      </p:sp>
      <p:sp>
        <p:nvSpPr>
          <p:cNvPr id="164869" name="TextBox 6">
            <a:extLst>
              <a:ext uri="{FF2B5EF4-FFF2-40B4-BE49-F238E27FC236}">
                <a16:creationId xmlns:a16="http://schemas.microsoft.com/office/drawing/2014/main" id="{EE82EC58-4886-4242-AECF-CA8AF612F283}"/>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89" name="Rectangle 2">
            <a:extLst>
              <a:ext uri="{FF2B5EF4-FFF2-40B4-BE49-F238E27FC236}">
                <a16:creationId xmlns:a16="http://schemas.microsoft.com/office/drawing/2014/main" id="{90B5939E-3FCB-44A7-019A-472162BC754B}"/>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65890" name="Text Box 3">
            <a:extLst>
              <a:ext uri="{FF2B5EF4-FFF2-40B4-BE49-F238E27FC236}">
                <a16:creationId xmlns:a16="http://schemas.microsoft.com/office/drawing/2014/main" id="{92B7A49F-3A34-C949-64A5-B31CC0D6429A}"/>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27B9A6CF-7C13-460A-A9B1-8CE3780D1C86}" type="slidenum">
              <a:rPr lang="en-US" altLang="en-US" sz="1200" b="1">
                <a:solidFill>
                  <a:srgbClr val="1C1C1C"/>
                </a:solidFill>
              </a:rPr>
              <a:pPr eaLnBrk="1" hangingPunct="1">
                <a:spcBef>
                  <a:spcPct val="0"/>
                </a:spcBef>
                <a:buClrTx/>
                <a:buFontTx/>
                <a:buNone/>
              </a:pPr>
              <a:t>123</a:t>
            </a:fld>
            <a:endParaRPr lang="en-US" altLang="en-US" sz="1200" b="1">
              <a:solidFill>
                <a:srgbClr val="1C1C1C"/>
              </a:solidFill>
            </a:endParaRPr>
          </a:p>
        </p:txBody>
      </p:sp>
      <p:sp>
        <p:nvSpPr>
          <p:cNvPr id="165891" name="Rectangle 5">
            <a:extLst>
              <a:ext uri="{FF2B5EF4-FFF2-40B4-BE49-F238E27FC236}">
                <a16:creationId xmlns:a16="http://schemas.microsoft.com/office/drawing/2014/main" id="{4EC2E44E-66CD-CAA0-6F83-E5D7096274E8}"/>
              </a:ext>
            </a:extLst>
          </p:cNvPr>
          <p:cNvSpPr>
            <a:spLocks noChangeArrowheads="1"/>
          </p:cNvSpPr>
          <p:nvPr/>
        </p:nvSpPr>
        <p:spPr bwMode="auto">
          <a:xfrm>
            <a:off x="400050" y="10255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Application Data is Vital</a:t>
            </a:r>
            <a:endParaRPr lang="en-US" altLang="en-US" sz="2200" b="1">
              <a:solidFill>
                <a:schemeClr val="bg2"/>
              </a:solidFill>
            </a:endParaRPr>
          </a:p>
        </p:txBody>
      </p:sp>
      <p:sp>
        <p:nvSpPr>
          <p:cNvPr id="165892" name="Rectangle 6">
            <a:extLst>
              <a:ext uri="{FF2B5EF4-FFF2-40B4-BE49-F238E27FC236}">
                <a16:creationId xmlns:a16="http://schemas.microsoft.com/office/drawing/2014/main" id="{0B2A5C48-AE52-07F1-13BA-056BF978CC81}"/>
              </a:ext>
            </a:extLst>
          </p:cNvPr>
          <p:cNvSpPr>
            <a:spLocks noChangeArrowheads="1"/>
          </p:cNvSpPr>
          <p:nvPr/>
        </p:nvSpPr>
        <p:spPr bwMode="auto">
          <a:xfrm>
            <a:off x="647700" y="1166813"/>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dirty="0"/>
              <a:t> </a:t>
            </a:r>
          </a:p>
          <a:p>
            <a:pPr eaLnBrk="1" hangingPunct="1">
              <a:buClr>
                <a:schemeClr val="bg2"/>
              </a:buClr>
              <a:buFontTx/>
              <a:buChar char="•"/>
            </a:pPr>
            <a:r>
              <a:rPr lang="en-US" altLang="en-US" sz="1800" dirty="0"/>
              <a:t> </a:t>
            </a:r>
            <a:r>
              <a:rPr lang="en-US" altLang="en-US" sz="1900" dirty="0"/>
              <a:t>Application data is foundation of</a:t>
            </a:r>
          </a:p>
          <a:p>
            <a:pPr eaLnBrk="1" hangingPunct="1">
              <a:buClr>
                <a:schemeClr val="bg2"/>
              </a:buClr>
              <a:buFontTx/>
              <a:buNone/>
            </a:pPr>
            <a:r>
              <a:rPr lang="en-US" altLang="en-US" sz="1900" dirty="0"/>
              <a:t>Requirements planning</a:t>
            </a:r>
          </a:p>
          <a:p>
            <a:pPr eaLnBrk="1" hangingPunct="1">
              <a:buClr>
                <a:schemeClr val="bg2"/>
              </a:buClr>
              <a:buFontTx/>
              <a:buNone/>
            </a:pPr>
            <a:endParaRPr lang="en-US" altLang="en-US" sz="1900" dirty="0"/>
          </a:p>
          <a:p>
            <a:pPr eaLnBrk="1" hangingPunct="1">
              <a:buClr>
                <a:schemeClr val="bg2"/>
              </a:buClr>
              <a:buFontTx/>
              <a:buChar char="•"/>
            </a:pPr>
            <a:r>
              <a:rPr lang="en-US" altLang="en-US" sz="1900" dirty="0"/>
              <a:t> Application data is vital to conversion</a:t>
            </a:r>
          </a:p>
          <a:p>
            <a:pPr eaLnBrk="1" hangingPunct="1">
              <a:buClr>
                <a:schemeClr val="bg2"/>
              </a:buClr>
              <a:buFontTx/>
              <a:buNone/>
            </a:pPr>
            <a:r>
              <a:rPr lang="en-US" altLang="en-US" sz="1900" dirty="0"/>
              <a:t>  of application programs to item</a:t>
            </a:r>
          </a:p>
          <a:p>
            <a:pPr eaLnBrk="1" hangingPunct="1">
              <a:buClr>
                <a:schemeClr val="bg2"/>
              </a:buClr>
              <a:buFontTx/>
              <a:buNone/>
            </a:pPr>
            <a:r>
              <a:rPr lang="en-US" altLang="en-US" sz="1900" dirty="0"/>
              <a:t>  programs</a:t>
            </a:r>
          </a:p>
          <a:p>
            <a:pPr eaLnBrk="1" hangingPunct="1">
              <a:buClr>
                <a:schemeClr val="bg2"/>
              </a:buClr>
              <a:buFontTx/>
              <a:buNone/>
            </a:pPr>
            <a:endParaRPr lang="en-US" altLang="en-US" sz="1900" dirty="0"/>
          </a:p>
          <a:p>
            <a:pPr eaLnBrk="1" hangingPunct="1">
              <a:buClr>
                <a:schemeClr val="bg2"/>
              </a:buClr>
              <a:buFontTx/>
              <a:buChar char="•"/>
            </a:pPr>
            <a:r>
              <a:rPr lang="en-US" altLang="en-US" sz="1900" dirty="0"/>
              <a:t> Application data must be complete and accurate</a:t>
            </a:r>
          </a:p>
          <a:p>
            <a:pPr eaLnBrk="1" hangingPunct="1">
              <a:buClr>
                <a:schemeClr val="bg2"/>
              </a:buClr>
              <a:buFontTx/>
              <a:buChar char="•"/>
            </a:pPr>
            <a:endParaRPr lang="en-US" altLang="en-US" sz="1900" dirty="0"/>
          </a:p>
          <a:p>
            <a:pPr eaLnBrk="1" hangingPunct="1">
              <a:buClr>
                <a:schemeClr val="bg2"/>
              </a:buClr>
              <a:buFontTx/>
              <a:buChar char="•"/>
            </a:pPr>
            <a:r>
              <a:rPr lang="en-US" altLang="en-US" sz="1900" dirty="0"/>
              <a:t> Each application must be established in API</a:t>
            </a:r>
          </a:p>
          <a:p>
            <a:pPr eaLnBrk="1" hangingPunct="1">
              <a:buClr>
                <a:schemeClr val="bg2"/>
              </a:buClr>
              <a:buFontTx/>
              <a:buChar char="•"/>
            </a:pPr>
            <a:endParaRPr lang="en-US" altLang="en-US" sz="1900" dirty="0"/>
          </a:p>
          <a:p>
            <a:pPr eaLnBrk="1" hangingPunct="1">
              <a:buClr>
                <a:schemeClr val="bg2"/>
              </a:buClr>
              <a:buFontTx/>
              <a:buChar char="•"/>
            </a:pPr>
            <a:r>
              <a:rPr lang="en-US" altLang="en-US" sz="1900" dirty="0"/>
              <a:t> ES must file maintain application data</a:t>
            </a:r>
          </a:p>
          <a:p>
            <a:pPr eaLnBrk="1" hangingPunct="1">
              <a:buClr>
                <a:schemeClr val="bg2"/>
              </a:buClr>
              <a:buFontTx/>
              <a:buChar char="•"/>
            </a:pPr>
            <a:endParaRPr lang="en-US" altLang="en-US" sz="1900" dirty="0"/>
          </a:p>
          <a:p>
            <a:pPr eaLnBrk="1" hangingPunct="1">
              <a:buClr>
                <a:schemeClr val="bg2"/>
              </a:buClr>
              <a:buFontTx/>
              <a:buChar char="•"/>
            </a:pPr>
            <a:r>
              <a:rPr lang="en-US" altLang="en-US" sz="1900" dirty="0"/>
              <a:t> Accurate info can be obtained from historical records or TOs</a:t>
            </a:r>
          </a:p>
        </p:txBody>
      </p:sp>
      <p:pic>
        <p:nvPicPr>
          <p:cNvPr id="165893" name="Picture 7" descr="keyboard">
            <a:extLst>
              <a:ext uri="{FF2B5EF4-FFF2-40B4-BE49-F238E27FC236}">
                <a16:creationId xmlns:a16="http://schemas.microsoft.com/office/drawing/2014/main" id="{80C8A5D4-263D-25BA-7FE6-7DA2BD1AA49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102225" y="1371600"/>
            <a:ext cx="3508375" cy="2084388"/>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65894" name="TextBox 7">
            <a:extLst>
              <a:ext uri="{FF2B5EF4-FFF2-40B4-BE49-F238E27FC236}">
                <a16:creationId xmlns:a16="http://schemas.microsoft.com/office/drawing/2014/main" id="{6F35A5CA-3C72-60FE-CEE2-94A4CC8F86ED}"/>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3" name="Rectangle 2">
            <a:extLst>
              <a:ext uri="{FF2B5EF4-FFF2-40B4-BE49-F238E27FC236}">
                <a16:creationId xmlns:a16="http://schemas.microsoft.com/office/drawing/2014/main" id="{2FA5B53B-7CDC-5BD6-11C9-67AC88272AA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66914" name="Text Box 3">
            <a:extLst>
              <a:ext uri="{FF2B5EF4-FFF2-40B4-BE49-F238E27FC236}">
                <a16:creationId xmlns:a16="http://schemas.microsoft.com/office/drawing/2014/main" id="{E2842467-1105-5929-56A6-B96E4BFF35B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881BDB7-BE4C-4624-BCD4-C2466136DABA}" type="slidenum">
              <a:rPr lang="en-US" altLang="en-US" sz="1200" b="1">
                <a:solidFill>
                  <a:srgbClr val="1C1C1C"/>
                </a:solidFill>
              </a:rPr>
              <a:pPr eaLnBrk="1" hangingPunct="1">
                <a:spcBef>
                  <a:spcPct val="0"/>
                </a:spcBef>
                <a:buClrTx/>
                <a:buFontTx/>
                <a:buNone/>
              </a:pPr>
              <a:t>124</a:t>
            </a:fld>
            <a:endParaRPr lang="en-US" altLang="en-US" sz="1200" b="1">
              <a:solidFill>
                <a:srgbClr val="1C1C1C"/>
              </a:solidFill>
            </a:endParaRPr>
          </a:p>
        </p:txBody>
      </p:sp>
      <p:sp>
        <p:nvSpPr>
          <p:cNvPr id="166915" name="Rectangle 5">
            <a:extLst>
              <a:ext uri="{FF2B5EF4-FFF2-40B4-BE49-F238E27FC236}">
                <a16:creationId xmlns:a16="http://schemas.microsoft.com/office/drawing/2014/main" id="{6C96A776-3B1D-87BF-AF54-4F5C565EEAEB}"/>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Component Item Review List</a:t>
            </a:r>
            <a:endParaRPr lang="en-US" altLang="en-US" sz="2200" b="1">
              <a:solidFill>
                <a:schemeClr val="bg2"/>
              </a:solidFill>
            </a:endParaRPr>
          </a:p>
        </p:txBody>
      </p:sp>
      <p:sp>
        <p:nvSpPr>
          <p:cNvPr id="166916" name="Rectangle 6">
            <a:extLst>
              <a:ext uri="{FF2B5EF4-FFF2-40B4-BE49-F238E27FC236}">
                <a16:creationId xmlns:a16="http://schemas.microsoft.com/office/drawing/2014/main" id="{5119934E-4639-8908-4C88-E0541A12B78B}"/>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A source of application data</a:t>
            </a:r>
          </a:p>
          <a:p>
            <a:pPr eaLnBrk="1" hangingPunct="1">
              <a:buClr>
                <a:schemeClr val="bg2"/>
              </a:buClr>
              <a:buFontTx/>
              <a:buNone/>
            </a:pPr>
            <a:endParaRPr lang="en-US" altLang="en-US" sz="2000"/>
          </a:p>
          <a:p>
            <a:pPr eaLnBrk="1" hangingPunct="1">
              <a:buClr>
                <a:schemeClr val="bg2"/>
              </a:buClr>
              <a:buFontTx/>
              <a:buChar char="•"/>
            </a:pPr>
            <a:r>
              <a:rPr lang="en-US" altLang="en-US" sz="2000"/>
              <a:t> Information can be used to identify end item applications</a:t>
            </a:r>
          </a:p>
          <a:p>
            <a:pPr eaLnBrk="1" hangingPunct="1">
              <a:buClr>
                <a:schemeClr val="bg2"/>
              </a:buClr>
              <a:buFontTx/>
              <a:buChar char="•"/>
            </a:pPr>
            <a:endParaRPr lang="en-US" altLang="en-US" sz="2000"/>
          </a:p>
          <a:p>
            <a:pPr eaLnBrk="1" hangingPunct="1">
              <a:buClr>
                <a:schemeClr val="bg2"/>
              </a:buClr>
              <a:buFontTx/>
              <a:buChar char="•"/>
            </a:pPr>
            <a:r>
              <a:rPr lang="en-US" altLang="en-US" sz="2000"/>
              <a:t> Contains information from all ALCs</a:t>
            </a:r>
          </a:p>
          <a:p>
            <a:pPr eaLnBrk="1" hangingPunct="1">
              <a:buClr>
                <a:schemeClr val="bg2"/>
              </a:buClr>
              <a:buFontTx/>
              <a:buChar char="•"/>
            </a:pPr>
            <a:endParaRPr lang="en-US" altLang="en-US" sz="2000"/>
          </a:p>
          <a:p>
            <a:pPr eaLnBrk="1" hangingPunct="1">
              <a:buClr>
                <a:schemeClr val="bg2"/>
              </a:buClr>
              <a:buFontTx/>
              <a:buChar char="•"/>
            </a:pPr>
            <a:r>
              <a:rPr lang="en-US" altLang="en-US" sz="2000"/>
              <a:t> Can be verified with IPB, TO, or drawings</a:t>
            </a:r>
          </a:p>
          <a:p>
            <a:pPr eaLnBrk="1" hangingPunct="1">
              <a:buClr>
                <a:schemeClr val="bg2"/>
              </a:buClr>
              <a:buFontTx/>
              <a:buChar char="•"/>
            </a:pPr>
            <a:endParaRPr lang="en-US" altLang="en-US" sz="2000"/>
          </a:p>
          <a:p>
            <a:pPr eaLnBrk="1" hangingPunct="1">
              <a:buClr>
                <a:schemeClr val="bg2"/>
              </a:buClr>
              <a:buFontTx/>
              <a:buChar char="•"/>
            </a:pPr>
            <a:r>
              <a:rPr lang="en-US" altLang="en-US" sz="2000"/>
              <a:t> Requested by ES on an as needed basis</a:t>
            </a:r>
          </a:p>
          <a:p>
            <a:pPr eaLnBrk="1" hangingPunct="1">
              <a:buClr>
                <a:schemeClr val="bg2"/>
              </a:buClr>
              <a:buFontTx/>
              <a:buNone/>
            </a:pPr>
            <a:endParaRPr lang="en-US" altLang="en-US" sz="2000"/>
          </a:p>
        </p:txBody>
      </p:sp>
      <p:sp>
        <p:nvSpPr>
          <p:cNvPr id="166917" name="TextBox 6">
            <a:extLst>
              <a:ext uri="{FF2B5EF4-FFF2-40B4-BE49-F238E27FC236}">
                <a16:creationId xmlns:a16="http://schemas.microsoft.com/office/drawing/2014/main" id="{726BC445-A7AA-31AA-4DB5-AE209BCECA7C}"/>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7" name="Text Box 3">
            <a:extLst>
              <a:ext uri="{FF2B5EF4-FFF2-40B4-BE49-F238E27FC236}">
                <a16:creationId xmlns:a16="http://schemas.microsoft.com/office/drawing/2014/main" id="{F1435F7F-2914-3C7E-A3A5-E2AB4EDA424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B18348E-0026-4203-AD82-31B1128A94A3}" type="slidenum">
              <a:rPr lang="en-US" altLang="en-US" sz="1200" b="1">
                <a:solidFill>
                  <a:srgbClr val="1C1C1C"/>
                </a:solidFill>
              </a:rPr>
              <a:pPr eaLnBrk="1" hangingPunct="1">
                <a:spcBef>
                  <a:spcPct val="0"/>
                </a:spcBef>
                <a:buClrTx/>
                <a:buFontTx/>
                <a:buNone/>
              </a:pPr>
              <a:t>125</a:t>
            </a:fld>
            <a:endParaRPr lang="en-US" altLang="en-US" sz="1200" b="1">
              <a:solidFill>
                <a:srgbClr val="1C1C1C"/>
              </a:solidFill>
            </a:endParaRPr>
          </a:p>
        </p:txBody>
      </p:sp>
      <p:sp>
        <p:nvSpPr>
          <p:cNvPr id="167938" name="Rectangle 5">
            <a:extLst>
              <a:ext uri="{FF2B5EF4-FFF2-40B4-BE49-F238E27FC236}">
                <a16:creationId xmlns:a16="http://schemas.microsoft.com/office/drawing/2014/main" id="{9C93EAF9-7192-CFAE-EDFB-05775130442D}"/>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API Application Format</a:t>
            </a:r>
            <a:endParaRPr lang="en-US" altLang="en-US" sz="2200" b="1">
              <a:solidFill>
                <a:schemeClr val="bg2"/>
              </a:solidFill>
            </a:endParaRPr>
          </a:p>
        </p:txBody>
      </p:sp>
      <p:sp>
        <p:nvSpPr>
          <p:cNvPr id="167939" name="Rectangle 6">
            <a:extLst>
              <a:ext uri="{FF2B5EF4-FFF2-40B4-BE49-F238E27FC236}">
                <a16:creationId xmlns:a16="http://schemas.microsoft.com/office/drawing/2014/main" id="{5089FF26-B1E8-E2CB-2BB5-0921C88FD971}"/>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Must be typed onscreen exactly, including leading spaces</a:t>
            </a:r>
          </a:p>
          <a:p>
            <a:pPr eaLnBrk="1" hangingPunct="1">
              <a:buClr>
                <a:schemeClr val="bg2"/>
              </a:buClr>
              <a:buFontTx/>
              <a:buNone/>
            </a:pPr>
            <a:endParaRPr lang="en-US" altLang="en-US" sz="2000"/>
          </a:p>
          <a:p>
            <a:pPr eaLnBrk="1" hangingPunct="1">
              <a:buClr>
                <a:schemeClr val="bg2"/>
              </a:buClr>
              <a:buFontTx/>
              <a:buChar char="•"/>
            </a:pPr>
            <a:r>
              <a:rPr lang="en-US" altLang="en-US" sz="2000"/>
              <a:t> Unique combination of 25 letters, spaces, numbers assigned to NHA</a:t>
            </a:r>
          </a:p>
          <a:p>
            <a:pPr eaLnBrk="1" hangingPunct="1">
              <a:buClr>
                <a:schemeClr val="bg2"/>
              </a:buClr>
              <a:buFontTx/>
              <a:buNone/>
            </a:pPr>
            <a:r>
              <a:rPr lang="en-US" altLang="en-US" sz="2000"/>
              <a:t>     </a:t>
            </a:r>
          </a:p>
        </p:txBody>
      </p:sp>
      <p:graphicFrame>
        <p:nvGraphicFramePr>
          <p:cNvPr id="418584" name="Group 3864">
            <a:extLst>
              <a:ext uri="{FF2B5EF4-FFF2-40B4-BE49-F238E27FC236}">
                <a16:creationId xmlns:a16="http://schemas.microsoft.com/office/drawing/2014/main" id="{8D8A5847-AD79-4548-A314-E70B39A56B5B}"/>
              </a:ext>
            </a:extLst>
          </p:cNvPr>
          <p:cNvGraphicFramePr>
            <a:graphicFrameLocks noGrp="1"/>
          </p:cNvGraphicFramePr>
          <p:nvPr>
            <p:ph idx="1"/>
          </p:nvPr>
        </p:nvGraphicFramePr>
        <p:xfrm>
          <a:off x="541338" y="3303588"/>
          <a:ext cx="8069262" cy="2743200"/>
        </p:xfrm>
        <a:graphic>
          <a:graphicData uri="http://schemas.openxmlformats.org/drawingml/2006/table">
            <a:tbl>
              <a:tblPr/>
              <a:tblGrid>
                <a:gridCol w="754062">
                  <a:extLst>
                    <a:ext uri="{9D8B030D-6E8A-4147-A177-3AD203B41FA5}">
                      <a16:colId xmlns:a16="http://schemas.microsoft.com/office/drawing/2014/main" val="20000"/>
                    </a:ext>
                  </a:extLst>
                </a:gridCol>
                <a:gridCol w="304800">
                  <a:extLst>
                    <a:ext uri="{9D8B030D-6E8A-4147-A177-3AD203B41FA5}">
                      <a16:colId xmlns:a16="http://schemas.microsoft.com/office/drawing/2014/main" val="20001"/>
                    </a:ext>
                  </a:extLst>
                </a:gridCol>
                <a:gridCol w="304800">
                  <a:extLst>
                    <a:ext uri="{9D8B030D-6E8A-4147-A177-3AD203B41FA5}">
                      <a16:colId xmlns:a16="http://schemas.microsoft.com/office/drawing/2014/main" val="20002"/>
                    </a:ext>
                  </a:extLst>
                </a:gridCol>
                <a:gridCol w="304800">
                  <a:extLst>
                    <a:ext uri="{9D8B030D-6E8A-4147-A177-3AD203B41FA5}">
                      <a16:colId xmlns:a16="http://schemas.microsoft.com/office/drawing/2014/main" val="20003"/>
                    </a:ext>
                  </a:extLst>
                </a:gridCol>
                <a:gridCol w="304800">
                  <a:extLst>
                    <a:ext uri="{9D8B030D-6E8A-4147-A177-3AD203B41FA5}">
                      <a16:colId xmlns:a16="http://schemas.microsoft.com/office/drawing/2014/main" val="20004"/>
                    </a:ext>
                  </a:extLst>
                </a:gridCol>
                <a:gridCol w="304800">
                  <a:extLst>
                    <a:ext uri="{9D8B030D-6E8A-4147-A177-3AD203B41FA5}">
                      <a16:colId xmlns:a16="http://schemas.microsoft.com/office/drawing/2014/main" val="20005"/>
                    </a:ext>
                  </a:extLst>
                </a:gridCol>
                <a:gridCol w="304800">
                  <a:extLst>
                    <a:ext uri="{9D8B030D-6E8A-4147-A177-3AD203B41FA5}">
                      <a16:colId xmlns:a16="http://schemas.microsoft.com/office/drawing/2014/main" val="20006"/>
                    </a:ext>
                  </a:extLst>
                </a:gridCol>
                <a:gridCol w="304800">
                  <a:extLst>
                    <a:ext uri="{9D8B030D-6E8A-4147-A177-3AD203B41FA5}">
                      <a16:colId xmlns:a16="http://schemas.microsoft.com/office/drawing/2014/main" val="20007"/>
                    </a:ext>
                  </a:extLst>
                </a:gridCol>
                <a:gridCol w="304800">
                  <a:extLst>
                    <a:ext uri="{9D8B030D-6E8A-4147-A177-3AD203B41FA5}">
                      <a16:colId xmlns:a16="http://schemas.microsoft.com/office/drawing/2014/main" val="20008"/>
                    </a:ext>
                  </a:extLst>
                </a:gridCol>
                <a:gridCol w="304800">
                  <a:extLst>
                    <a:ext uri="{9D8B030D-6E8A-4147-A177-3AD203B41FA5}">
                      <a16:colId xmlns:a16="http://schemas.microsoft.com/office/drawing/2014/main" val="20009"/>
                    </a:ext>
                  </a:extLst>
                </a:gridCol>
                <a:gridCol w="381000">
                  <a:extLst>
                    <a:ext uri="{9D8B030D-6E8A-4147-A177-3AD203B41FA5}">
                      <a16:colId xmlns:a16="http://schemas.microsoft.com/office/drawing/2014/main" val="20010"/>
                    </a:ext>
                  </a:extLst>
                </a:gridCol>
                <a:gridCol w="381000">
                  <a:extLst>
                    <a:ext uri="{9D8B030D-6E8A-4147-A177-3AD203B41FA5}">
                      <a16:colId xmlns:a16="http://schemas.microsoft.com/office/drawing/2014/main" val="20011"/>
                    </a:ext>
                  </a:extLst>
                </a:gridCol>
                <a:gridCol w="381000">
                  <a:extLst>
                    <a:ext uri="{9D8B030D-6E8A-4147-A177-3AD203B41FA5}">
                      <a16:colId xmlns:a16="http://schemas.microsoft.com/office/drawing/2014/main" val="20012"/>
                    </a:ext>
                  </a:extLst>
                </a:gridCol>
                <a:gridCol w="381000">
                  <a:extLst>
                    <a:ext uri="{9D8B030D-6E8A-4147-A177-3AD203B41FA5}">
                      <a16:colId xmlns:a16="http://schemas.microsoft.com/office/drawing/2014/main" val="20013"/>
                    </a:ext>
                  </a:extLst>
                </a:gridCol>
                <a:gridCol w="381000">
                  <a:extLst>
                    <a:ext uri="{9D8B030D-6E8A-4147-A177-3AD203B41FA5}">
                      <a16:colId xmlns:a16="http://schemas.microsoft.com/office/drawing/2014/main" val="20014"/>
                    </a:ext>
                  </a:extLst>
                </a:gridCol>
                <a:gridCol w="381000">
                  <a:extLst>
                    <a:ext uri="{9D8B030D-6E8A-4147-A177-3AD203B41FA5}">
                      <a16:colId xmlns:a16="http://schemas.microsoft.com/office/drawing/2014/main" val="20015"/>
                    </a:ext>
                  </a:extLst>
                </a:gridCol>
                <a:gridCol w="381000">
                  <a:extLst>
                    <a:ext uri="{9D8B030D-6E8A-4147-A177-3AD203B41FA5}">
                      <a16:colId xmlns:a16="http://schemas.microsoft.com/office/drawing/2014/main" val="20016"/>
                    </a:ext>
                  </a:extLst>
                </a:gridCol>
                <a:gridCol w="381000">
                  <a:extLst>
                    <a:ext uri="{9D8B030D-6E8A-4147-A177-3AD203B41FA5}">
                      <a16:colId xmlns:a16="http://schemas.microsoft.com/office/drawing/2014/main" val="20017"/>
                    </a:ext>
                  </a:extLst>
                </a:gridCol>
                <a:gridCol w="381000">
                  <a:extLst>
                    <a:ext uri="{9D8B030D-6E8A-4147-A177-3AD203B41FA5}">
                      <a16:colId xmlns:a16="http://schemas.microsoft.com/office/drawing/2014/main" val="20018"/>
                    </a:ext>
                  </a:extLst>
                </a:gridCol>
                <a:gridCol w="381000">
                  <a:extLst>
                    <a:ext uri="{9D8B030D-6E8A-4147-A177-3AD203B41FA5}">
                      <a16:colId xmlns:a16="http://schemas.microsoft.com/office/drawing/2014/main" val="20019"/>
                    </a:ext>
                  </a:extLst>
                </a:gridCol>
                <a:gridCol w="381000">
                  <a:extLst>
                    <a:ext uri="{9D8B030D-6E8A-4147-A177-3AD203B41FA5}">
                      <a16:colId xmlns:a16="http://schemas.microsoft.com/office/drawing/2014/main" val="20020"/>
                    </a:ext>
                  </a:extLst>
                </a:gridCol>
                <a:gridCol w="381000">
                  <a:extLst>
                    <a:ext uri="{9D8B030D-6E8A-4147-A177-3AD203B41FA5}">
                      <a16:colId xmlns:a16="http://schemas.microsoft.com/office/drawing/2014/main" val="20021"/>
                    </a:ext>
                  </a:extLst>
                </a:gridCol>
              </a:tblGrid>
              <a:tr h="277813">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endParaRPr kumimoji="0" lang="en-US" sz="1000" b="0" i="0" u="none" strike="noStrike" cap="none" normalizeH="0" baseline="0">
                        <a:ln>
                          <a:noFill/>
                        </a:ln>
                        <a:solidFill>
                          <a:schemeClr val="tx1"/>
                        </a:solidFill>
                        <a:effectLst/>
                        <a:latin typeface="Arial" charset="0"/>
                      </a:endParaRP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11</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12</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13</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14</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15</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16</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17</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18</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19</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20</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MDS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K</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C</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TMS</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T</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Missile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G</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M</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Drone</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Q</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Trainer</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D</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NSN</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8</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7</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PEC</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6</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1</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180975">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200" b="1" i="0" u="none" strike="noStrike" cap="none" normalizeH="0" baseline="0">
                          <a:ln>
                            <a:noFill/>
                          </a:ln>
                          <a:solidFill>
                            <a:schemeClr val="tx1"/>
                          </a:solidFill>
                          <a:effectLst/>
                          <a:latin typeface="Arial" charset="0"/>
                        </a:rPr>
                        <a:t>MOD</a:t>
                      </a:r>
                    </a:p>
                  </a:txBody>
                  <a:tcPr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B</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0</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H</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R</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F</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5</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3</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2</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4</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0" i="0" u="none" strike="noStrike" cap="none" normalizeH="0" baseline="0">
                          <a:ln>
                            <a:noFill/>
                          </a:ln>
                          <a:solidFill>
                            <a:schemeClr val="tx1"/>
                          </a:solidFill>
                          <a:effectLst/>
                          <a:latin typeface="Arial" charset="0"/>
                        </a:rPr>
                        <a:t>A</a:t>
                      </a:r>
                    </a:p>
                  </a:txBody>
                  <a:tcPr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bl>
          </a:graphicData>
        </a:graphic>
      </p:graphicFrame>
      <p:sp>
        <p:nvSpPr>
          <p:cNvPr id="168172" name="Rectangle 3666">
            <a:extLst>
              <a:ext uri="{FF2B5EF4-FFF2-40B4-BE49-F238E27FC236}">
                <a16:creationId xmlns:a16="http://schemas.microsoft.com/office/drawing/2014/main" id="{D5AA97A8-00DC-AE4E-740E-527F9097F105}"/>
              </a:ext>
            </a:extLst>
          </p:cNvPr>
          <p:cNvSpPr>
            <a:spLocks noChangeArrowheads="1"/>
          </p:cNvSpPr>
          <p:nvPr/>
        </p:nvSpPr>
        <p:spPr bwMode="auto">
          <a:xfrm>
            <a:off x="1981200" y="12700"/>
            <a:ext cx="5181600" cy="317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eaLnBrk="1" hangingPunct="1">
              <a:spcBef>
                <a:spcPct val="0"/>
              </a:spcBef>
              <a:buClrTx/>
              <a:buFontTx/>
              <a:buNone/>
            </a:pPr>
            <a:r>
              <a:rPr lang="en-US" altLang="en-US" sz="1800">
                <a:solidFill>
                  <a:srgbClr val="FFFFFF"/>
                </a:solidFill>
                <a:latin typeface="Arial Unicode MS" panose="020B0604020202020204" pitchFamily="34" charset="-128"/>
              </a:rPr>
              <a:t>Module 4 – API Subsystem</a:t>
            </a:r>
          </a:p>
        </p:txBody>
      </p:sp>
      <p:sp>
        <p:nvSpPr>
          <p:cNvPr id="168173" name="TextBox 7">
            <a:extLst>
              <a:ext uri="{FF2B5EF4-FFF2-40B4-BE49-F238E27FC236}">
                <a16:creationId xmlns:a16="http://schemas.microsoft.com/office/drawing/2014/main" id="{F40F0D84-A603-306D-AB7D-475686C39A1C}"/>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1" name="Rectangle 2">
            <a:extLst>
              <a:ext uri="{FF2B5EF4-FFF2-40B4-BE49-F238E27FC236}">
                <a16:creationId xmlns:a16="http://schemas.microsoft.com/office/drawing/2014/main" id="{69EB061C-0959-2AE2-5EAA-C94B9D7E9547}"/>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68962" name="Text Box 3">
            <a:extLst>
              <a:ext uri="{FF2B5EF4-FFF2-40B4-BE49-F238E27FC236}">
                <a16:creationId xmlns:a16="http://schemas.microsoft.com/office/drawing/2014/main" id="{1997D854-2C4B-C13D-D806-C6B1B1344B7E}"/>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B24A1E96-232D-4F25-813D-BFB0595C80F2}" type="slidenum">
              <a:rPr lang="en-US" altLang="en-US" sz="1200" b="1">
                <a:solidFill>
                  <a:srgbClr val="1C1C1C"/>
                </a:solidFill>
              </a:rPr>
              <a:pPr eaLnBrk="1" hangingPunct="1">
                <a:spcBef>
                  <a:spcPct val="0"/>
                </a:spcBef>
                <a:buClrTx/>
                <a:buFontTx/>
                <a:buNone/>
              </a:pPr>
              <a:t>126</a:t>
            </a:fld>
            <a:endParaRPr lang="en-US" altLang="en-US" sz="1200" b="1">
              <a:solidFill>
                <a:srgbClr val="1C1C1C"/>
              </a:solidFill>
            </a:endParaRPr>
          </a:p>
        </p:txBody>
      </p:sp>
      <p:sp>
        <p:nvSpPr>
          <p:cNvPr id="168963" name="Rectangle 5">
            <a:extLst>
              <a:ext uri="{FF2B5EF4-FFF2-40B4-BE49-F238E27FC236}">
                <a16:creationId xmlns:a16="http://schemas.microsoft.com/office/drawing/2014/main" id="{F1A274BE-0F85-7F09-7F92-06E396AA25EC}"/>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Application Data Elements</a:t>
            </a:r>
            <a:endParaRPr lang="en-US" altLang="en-US" sz="2200" b="1">
              <a:solidFill>
                <a:schemeClr val="bg2"/>
              </a:solidFill>
            </a:endParaRPr>
          </a:p>
        </p:txBody>
      </p:sp>
      <p:sp>
        <p:nvSpPr>
          <p:cNvPr id="168964" name="Rectangle 6">
            <a:extLst>
              <a:ext uri="{FF2B5EF4-FFF2-40B4-BE49-F238E27FC236}">
                <a16:creationId xmlns:a16="http://schemas.microsoft.com/office/drawing/2014/main" id="{4B52A283-84DC-127C-88F1-C4C9B875290D}"/>
              </a:ext>
            </a:extLst>
          </p:cNvPr>
          <p:cNvSpPr>
            <a:spLocks noChangeArrowheads="1"/>
          </p:cNvSpPr>
          <p:nvPr/>
        </p:nvSpPr>
        <p:spPr bwMode="auto">
          <a:xfrm>
            <a:off x="647700" y="1460500"/>
            <a:ext cx="8115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b="1"/>
              <a:t> </a:t>
            </a:r>
          </a:p>
          <a:p>
            <a:pPr eaLnBrk="1" hangingPunct="1">
              <a:buClr>
                <a:schemeClr val="bg2"/>
              </a:buClr>
              <a:buFontTx/>
              <a:buChar char="•"/>
            </a:pPr>
            <a:r>
              <a:rPr lang="en-US" altLang="en-US" sz="1800" b="1"/>
              <a:t> </a:t>
            </a:r>
            <a:r>
              <a:rPr lang="en-US" altLang="en-US" sz="2000"/>
              <a:t>Standard Program Designator (SPD)</a:t>
            </a:r>
          </a:p>
          <a:p>
            <a:pPr eaLnBrk="1" hangingPunct="1">
              <a:buClr>
                <a:schemeClr val="bg2"/>
              </a:buClr>
              <a:buFontTx/>
              <a:buNone/>
            </a:pPr>
            <a:endParaRPr lang="en-US" altLang="en-US" sz="2000"/>
          </a:p>
          <a:p>
            <a:pPr eaLnBrk="1" hangingPunct="1">
              <a:buClr>
                <a:schemeClr val="bg2"/>
              </a:buClr>
              <a:buFontTx/>
              <a:buChar char="•"/>
            </a:pPr>
            <a:r>
              <a:rPr lang="en-US" altLang="en-US" sz="2000"/>
              <a:t> Program Select Code (PSC)</a:t>
            </a:r>
          </a:p>
          <a:p>
            <a:pPr eaLnBrk="1" hangingPunct="1">
              <a:buClr>
                <a:schemeClr val="bg2"/>
              </a:buClr>
              <a:buFontTx/>
              <a:buNone/>
            </a:pPr>
            <a:endParaRPr lang="en-US" altLang="en-US" sz="2000"/>
          </a:p>
          <a:p>
            <a:pPr eaLnBrk="1" hangingPunct="1">
              <a:buClr>
                <a:schemeClr val="bg2"/>
              </a:buClr>
              <a:buFontTx/>
              <a:buChar char="•"/>
            </a:pPr>
            <a:r>
              <a:rPr lang="en-US" altLang="en-US" sz="2000"/>
              <a:t> Program Development Code (PDC)</a:t>
            </a:r>
          </a:p>
          <a:p>
            <a:pPr eaLnBrk="1" hangingPunct="1">
              <a:buClr>
                <a:schemeClr val="bg2"/>
              </a:buClr>
              <a:buFontTx/>
              <a:buNone/>
            </a:pPr>
            <a:endParaRPr lang="en-US" altLang="en-US" sz="2000"/>
          </a:p>
          <a:p>
            <a:pPr eaLnBrk="1" hangingPunct="1">
              <a:buClr>
                <a:schemeClr val="bg2"/>
              </a:buClr>
              <a:buFontTx/>
              <a:buChar char="•"/>
            </a:pPr>
            <a:r>
              <a:rPr lang="en-US" altLang="en-US" sz="2000"/>
              <a:t> Program Begin Date (PBD)</a:t>
            </a:r>
          </a:p>
          <a:p>
            <a:pPr eaLnBrk="1" hangingPunct="1">
              <a:buClr>
                <a:schemeClr val="bg2"/>
              </a:buClr>
              <a:buFontTx/>
              <a:buNone/>
            </a:pPr>
            <a:endParaRPr lang="en-US" altLang="en-US" sz="2000"/>
          </a:p>
          <a:p>
            <a:pPr eaLnBrk="1" hangingPunct="1">
              <a:buClr>
                <a:schemeClr val="bg2"/>
              </a:buClr>
              <a:buFontTx/>
              <a:buChar char="•"/>
            </a:pPr>
            <a:r>
              <a:rPr lang="en-US" altLang="en-US" sz="2000"/>
              <a:t> Quantity Per Application (QPAPPL)</a:t>
            </a:r>
          </a:p>
          <a:p>
            <a:pPr eaLnBrk="1" hangingPunct="1">
              <a:buClr>
                <a:schemeClr val="bg2"/>
              </a:buClr>
              <a:buFontTx/>
              <a:buNone/>
            </a:pPr>
            <a:endParaRPr lang="en-US" altLang="en-US" sz="2000"/>
          </a:p>
          <a:p>
            <a:pPr eaLnBrk="1" hangingPunct="1">
              <a:buClr>
                <a:schemeClr val="bg2"/>
              </a:buClr>
              <a:buFontTx/>
              <a:buChar char="•"/>
            </a:pPr>
            <a:r>
              <a:rPr lang="en-US" altLang="en-US" sz="2000"/>
              <a:t> Application Percent (APPL%)</a:t>
            </a:r>
          </a:p>
          <a:p>
            <a:pPr eaLnBrk="1" hangingPunct="1">
              <a:buClr>
                <a:schemeClr val="bg2"/>
              </a:buClr>
              <a:buFontTx/>
              <a:buChar char="•"/>
            </a:pPr>
            <a:endParaRPr lang="en-US" altLang="en-US" sz="1800" b="1"/>
          </a:p>
          <a:p>
            <a:pPr eaLnBrk="1" hangingPunct="1">
              <a:buClr>
                <a:schemeClr val="bg2"/>
              </a:buClr>
              <a:buFontTx/>
              <a:buNone/>
            </a:pPr>
            <a:endParaRPr lang="en-US" altLang="en-US" sz="1800" b="1"/>
          </a:p>
          <a:p>
            <a:pPr eaLnBrk="1" hangingPunct="1">
              <a:buClr>
                <a:schemeClr val="bg2"/>
              </a:buClr>
              <a:buFontTx/>
              <a:buNone/>
            </a:pPr>
            <a:endParaRPr lang="en-US" altLang="en-US" sz="1800" b="1"/>
          </a:p>
        </p:txBody>
      </p:sp>
      <p:sp>
        <p:nvSpPr>
          <p:cNvPr id="168965" name="TextBox 6">
            <a:extLst>
              <a:ext uri="{FF2B5EF4-FFF2-40B4-BE49-F238E27FC236}">
                <a16:creationId xmlns:a16="http://schemas.microsoft.com/office/drawing/2014/main" id="{0F970BA1-D048-10F1-3977-D97CC6C95678}"/>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9985" name="Rectangle 2">
            <a:extLst>
              <a:ext uri="{FF2B5EF4-FFF2-40B4-BE49-F238E27FC236}">
                <a16:creationId xmlns:a16="http://schemas.microsoft.com/office/drawing/2014/main" id="{1F98F838-0B80-0D9A-317A-C863E868AA7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69986" name="Text Box 3">
            <a:extLst>
              <a:ext uri="{FF2B5EF4-FFF2-40B4-BE49-F238E27FC236}">
                <a16:creationId xmlns:a16="http://schemas.microsoft.com/office/drawing/2014/main" id="{4078C909-4AC8-7655-D11B-AFB92531DBD7}"/>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6B64A1C-2DC0-4462-A32A-A8E4D404ACBD}" type="slidenum">
              <a:rPr lang="en-US" altLang="en-US" sz="1200" b="1">
                <a:solidFill>
                  <a:srgbClr val="1C1C1C"/>
                </a:solidFill>
              </a:rPr>
              <a:pPr eaLnBrk="1" hangingPunct="1">
                <a:spcBef>
                  <a:spcPct val="0"/>
                </a:spcBef>
                <a:buClrTx/>
                <a:buFontTx/>
                <a:buNone/>
              </a:pPr>
              <a:t>127</a:t>
            </a:fld>
            <a:endParaRPr lang="en-US" altLang="en-US" sz="1200" b="1">
              <a:solidFill>
                <a:srgbClr val="1C1C1C"/>
              </a:solidFill>
            </a:endParaRPr>
          </a:p>
        </p:txBody>
      </p:sp>
      <p:sp>
        <p:nvSpPr>
          <p:cNvPr id="169987" name="Rectangle 5">
            <a:extLst>
              <a:ext uri="{FF2B5EF4-FFF2-40B4-BE49-F238E27FC236}">
                <a16:creationId xmlns:a16="http://schemas.microsoft.com/office/drawing/2014/main" id="{BF0D526A-B57D-817A-5D5E-4E78437CB300}"/>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Standard Program Designator (SPD)</a:t>
            </a:r>
            <a:endParaRPr lang="en-US" altLang="en-US" sz="2200" b="1">
              <a:solidFill>
                <a:schemeClr val="bg2"/>
              </a:solidFill>
            </a:endParaRPr>
          </a:p>
        </p:txBody>
      </p:sp>
      <p:sp>
        <p:nvSpPr>
          <p:cNvPr id="169988" name="Rectangle 6">
            <a:extLst>
              <a:ext uri="{FF2B5EF4-FFF2-40B4-BE49-F238E27FC236}">
                <a16:creationId xmlns:a16="http://schemas.microsoft.com/office/drawing/2014/main" id="{4E62ABF8-E208-6110-9069-9ED309073F21}"/>
              </a:ext>
            </a:extLst>
          </p:cNvPr>
          <p:cNvSpPr>
            <a:spLocks noChangeArrowheads="1"/>
          </p:cNvSpPr>
          <p:nvPr/>
        </p:nvSpPr>
        <p:spPr bwMode="auto">
          <a:xfrm>
            <a:off x="647700" y="1460500"/>
            <a:ext cx="8115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Application = SPD</a:t>
            </a:r>
          </a:p>
          <a:p>
            <a:pPr eaLnBrk="1" hangingPunct="1">
              <a:buClr>
                <a:schemeClr val="bg2"/>
              </a:buClr>
              <a:buFontTx/>
              <a:buNone/>
            </a:pPr>
            <a:endParaRPr lang="en-US" altLang="en-US" sz="2200"/>
          </a:p>
          <a:p>
            <a:pPr eaLnBrk="1" hangingPunct="1">
              <a:buClr>
                <a:schemeClr val="bg2"/>
              </a:buClr>
              <a:buFontTx/>
              <a:buChar char="•"/>
            </a:pPr>
            <a:r>
              <a:rPr lang="en-US" altLang="en-US" sz="2200"/>
              <a:t> SPD is end item or assembly that generates programs</a:t>
            </a:r>
          </a:p>
          <a:p>
            <a:pPr eaLnBrk="1" hangingPunct="1">
              <a:buClr>
                <a:schemeClr val="bg2"/>
              </a:buClr>
              <a:buFontTx/>
              <a:buNone/>
            </a:pPr>
            <a:endParaRPr lang="en-US" altLang="en-US" sz="2200"/>
          </a:p>
          <a:p>
            <a:pPr eaLnBrk="1" hangingPunct="1">
              <a:buClr>
                <a:schemeClr val="bg2"/>
              </a:buClr>
              <a:buFontTx/>
              <a:buChar char="•"/>
            </a:pPr>
            <a:r>
              <a:rPr lang="en-US" altLang="en-US" sz="2200"/>
              <a:t> SPD becomes application when one or more components have been selected to receive program data from that SPD</a:t>
            </a:r>
          </a:p>
          <a:p>
            <a:pPr eaLnBrk="1" hangingPunct="1">
              <a:buClr>
                <a:schemeClr val="bg2"/>
              </a:buClr>
              <a:buFontTx/>
              <a:buNone/>
            </a:pPr>
            <a:endParaRPr lang="en-US" altLang="en-US" sz="2200"/>
          </a:p>
          <a:p>
            <a:pPr eaLnBrk="1" hangingPunct="1">
              <a:buClr>
                <a:schemeClr val="bg2"/>
              </a:buClr>
              <a:buFontTx/>
              <a:buChar char="•"/>
            </a:pPr>
            <a:r>
              <a:rPr lang="en-US" altLang="en-US" sz="2200" b="1"/>
              <a:t> </a:t>
            </a:r>
            <a:r>
              <a:rPr lang="en-US" altLang="en-US" sz="2200"/>
              <a:t>Each application must be established in API as an SPD</a:t>
            </a:r>
          </a:p>
          <a:p>
            <a:pPr eaLnBrk="1" hangingPunct="1">
              <a:buClr>
                <a:schemeClr val="bg2"/>
              </a:buClr>
              <a:buFontTx/>
              <a:buNone/>
            </a:pPr>
            <a:endParaRPr lang="en-US" altLang="en-US" sz="2200"/>
          </a:p>
          <a:p>
            <a:pPr eaLnBrk="1" hangingPunct="1">
              <a:buClr>
                <a:schemeClr val="bg2"/>
              </a:buClr>
              <a:buFontTx/>
              <a:buChar char="•"/>
            </a:pPr>
            <a:r>
              <a:rPr lang="en-US" altLang="en-US" sz="2200"/>
              <a:t> SPD can be up to 25 characters long</a:t>
            </a:r>
            <a:endParaRPr lang="en-US" altLang="en-US" sz="2200" b="1"/>
          </a:p>
          <a:p>
            <a:pPr eaLnBrk="1" hangingPunct="1">
              <a:buClr>
                <a:schemeClr val="bg2"/>
              </a:buClr>
              <a:buFontTx/>
              <a:buChar char="•"/>
            </a:pPr>
            <a:endParaRPr lang="en-US" altLang="en-US" sz="2200" b="1"/>
          </a:p>
          <a:p>
            <a:pPr eaLnBrk="1" hangingPunct="1">
              <a:buClr>
                <a:schemeClr val="bg2"/>
              </a:buClr>
              <a:buFontTx/>
              <a:buNone/>
            </a:pPr>
            <a:endParaRPr lang="en-US" altLang="en-US" sz="1800"/>
          </a:p>
          <a:p>
            <a:pPr eaLnBrk="1" hangingPunct="1">
              <a:buClr>
                <a:schemeClr val="bg2"/>
              </a:buClr>
              <a:buFontTx/>
              <a:buNone/>
            </a:pPr>
            <a:endParaRPr lang="en-US" altLang="en-US" sz="1800"/>
          </a:p>
        </p:txBody>
      </p:sp>
      <p:sp>
        <p:nvSpPr>
          <p:cNvPr id="169989" name="TextBox 6">
            <a:extLst>
              <a:ext uri="{FF2B5EF4-FFF2-40B4-BE49-F238E27FC236}">
                <a16:creationId xmlns:a16="http://schemas.microsoft.com/office/drawing/2014/main" id="{307FDFCC-4333-A135-AD25-0C8D74828BC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1009" name="Rectangle 2">
            <a:extLst>
              <a:ext uri="{FF2B5EF4-FFF2-40B4-BE49-F238E27FC236}">
                <a16:creationId xmlns:a16="http://schemas.microsoft.com/office/drawing/2014/main" id="{FDBA81D8-44EA-A47A-AC1E-0FE04B94D7B2}"/>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71010" name="Text Box 3">
            <a:extLst>
              <a:ext uri="{FF2B5EF4-FFF2-40B4-BE49-F238E27FC236}">
                <a16:creationId xmlns:a16="http://schemas.microsoft.com/office/drawing/2014/main" id="{C4DE0CDA-8B50-9BFE-0BF2-A43A1EC119BA}"/>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A598D71-2BFE-4240-BB7F-FAF68E8DCF34}" type="slidenum">
              <a:rPr lang="en-US" altLang="en-US" sz="1200" b="1">
                <a:solidFill>
                  <a:srgbClr val="1C1C1C"/>
                </a:solidFill>
              </a:rPr>
              <a:pPr eaLnBrk="1" hangingPunct="1">
                <a:spcBef>
                  <a:spcPct val="0"/>
                </a:spcBef>
                <a:buClrTx/>
                <a:buFontTx/>
                <a:buNone/>
              </a:pPr>
              <a:t>128</a:t>
            </a:fld>
            <a:endParaRPr lang="en-US" altLang="en-US" sz="1200" b="1">
              <a:solidFill>
                <a:srgbClr val="1C1C1C"/>
              </a:solidFill>
            </a:endParaRPr>
          </a:p>
        </p:txBody>
      </p:sp>
      <p:sp>
        <p:nvSpPr>
          <p:cNvPr id="171011" name="Rectangle 5">
            <a:extLst>
              <a:ext uri="{FF2B5EF4-FFF2-40B4-BE49-F238E27FC236}">
                <a16:creationId xmlns:a16="http://schemas.microsoft.com/office/drawing/2014/main" id="{32984D22-02F9-EC22-681A-FE2D4D3C52D3}"/>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Types of SPDs</a:t>
            </a:r>
            <a:endParaRPr lang="en-US" altLang="en-US" sz="2200" b="1">
              <a:solidFill>
                <a:schemeClr val="bg2"/>
              </a:solidFill>
            </a:endParaRPr>
          </a:p>
        </p:txBody>
      </p:sp>
      <p:sp>
        <p:nvSpPr>
          <p:cNvPr id="171012" name="Rectangle 6">
            <a:extLst>
              <a:ext uri="{FF2B5EF4-FFF2-40B4-BE49-F238E27FC236}">
                <a16:creationId xmlns:a16="http://schemas.microsoft.com/office/drawing/2014/main" id="{39CA7256-42E3-422E-9844-09A8958DCE8F}"/>
              </a:ext>
            </a:extLst>
          </p:cNvPr>
          <p:cNvSpPr>
            <a:spLocks noChangeArrowheads="1"/>
          </p:cNvSpPr>
          <p:nvPr/>
        </p:nvSpPr>
        <p:spPr bwMode="auto">
          <a:xfrm>
            <a:off x="647700" y="1460500"/>
            <a:ext cx="8115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 = Aircraft</a:t>
            </a:r>
          </a:p>
          <a:p>
            <a:pPr eaLnBrk="1" hangingPunct="1">
              <a:buClr>
                <a:schemeClr val="bg2"/>
              </a:buClr>
              <a:buFontTx/>
              <a:buChar char="•"/>
            </a:pPr>
            <a:r>
              <a:rPr lang="en-US" altLang="en-US" sz="1800"/>
              <a:t> C = Communication/Electronic/Meteorological (CEM)</a:t>
            </a:r>
          </a:p>
          <a:p>
            <a:pPr eaLnBrk="1" hangingPunct="1">
              <a:buClr>
                <a:schemeClr val="bg2"/>
              </a:buClr>
              <a:buFontTx/>
              <a:buChar char="•"/>
            </a:pPr>
            <a:r>
              <a:rPr lang="en-US" altLang="en-US" sz="1800"/>
              <a:t> D = Engine Module</a:t>
            </a:r>
          </a:p>
          <a:p>
            <a:pPr eaLnBrk="1" hangingPunct="1">
              <a:buClr>
                <a:schemeClr val="bg2"/>
              </a:buClr>
              <a:buFontTx/>
              <a:buChar char="•"/>
            </a:pPr>
            <a:r>
              <a:rPr lang="en-US" altLang="en-US" sz="1800"/>
              <a:t> E = Engine </a:t>
            </a:r>
          </a:p>
          <a:p>
            <a:pPr eaLnBrk="1" hangingPunct="1">
              <a:buClr>
                <a:schemeClr val="bg2"/>
              </a:buClr>
              <a:buFontTx/>
              <a:buChar char="•"/>
            </a:pPr>
            <a:r>
              <a:rPr lang="en-US" altLang="en-US" sz="1800"/>
              <a:t> G = Gun</a:t>
            </a:r>
          </a:p>
          <a:p>
            <a:pPr eaLnBrk="1" hangingPunct="1">
              <a:buClr>
                <a:schemeClr val="bg2"/>
              </a:buClr>
              <a:buFontTx/>
              <a:buChar char="•"/>
            </a:pPr>
            <a:r>
              <a:rPr lang="en-US" altLang="en-US" sz="1800"/>
              <a:t> L = Communication/Electronic Network</a:t>
            </a:r>
          </a:p>
          <a:p>
            <a:pPr eaLnBrk="1" hangingPunct="1">
              <a:buClr>
                <a:schemeClr val="bg2"/>
              </a:buClr>
              <a:buFontTx/>
              <a:buChar char="•"/>
            </a:pPr>
            <a:r>
              <a:rPr lang="en-US" altLang="en-US" sz="1800"/>
              <a:t> M = Missile </a:t>
            </a:r>
          </a:p>
          <a:p>
            <a:pPr eaLnBrk="1" hangingPunct="1">
              <a:buClr>
                <a:schemeClr val="bg2"/>
              </a:buClr>
              <a:buFontTx/>
              <a:buChar char="•"/>
            </a:pPr>
            <a:r>
              <a:rPr lang="en-US" altLang="en-US" sz="1800"/>
              <a:t> P = Program Element Code</a:t>
            </a:r>
          </a:p>
          <a:p>
            <a:pPr eaLnBrk="1" hangingPunct="1">
              <a:buClr>
                <a:schemeClr val="bg2"/>
              </a:buClr>
              <a:buFontTx/>
              <a:buChar char="•"/>
            </a:pPr>
            <a:r>
              <a:rPr lang="en-US" altLang="en-US" sz="1800"/>
              <a:t> Q = Support Equipment </a:t>
            </a:r>
          </a:p>
          <a:p>
            <a:pPr eaLnBrk="1" hangingPunct="1">
              <a:buClr>
                <a:schemeClr val="bg2"/>
              </a:buClr>
              <a:buFontTx/>
              <a:buChar char="•"/>
            </a:pPr>
            <a:r>
              <a:rPr lang="en-US" altLang="en-US" sz="1800"/>
              <a:t> R = Drone</a:t>
            </a:r>
          </a:p>
          <a:p>
            <a:pPr eaLnBrk="1" hangingPunct="1">
              <a:buClr>
                <a:schemeClr val="bg2"/>
              </a:buClr>
              <a:buFontTx/>
              <a:buChar char="•"/>
            </a:pPr>
            <a:r>
              <a:rPr lang="en-US" altLang="en-US" sz="1800"/>
              <a:t> T = Trainer</a:t>
            </a:r>
          </a:p>
          <a:p>
            <a:pPr eaLnBrk="1" hangingPunct="1">
              <a:buClr>
                <a:schemeClr val="bg2"/>
              </a:buClr>
              <a:buFontTx/>
              <a:buChar char="•"/>
            </a:pPr>
            <a:r>
              <a:rPr lang="en-US" altLang="en-US" sz="1800"/>
              <a:t> V = Support Equipment (Vehicle)</a:t>
            </a:r>
          </a:p>
          <a:p>
            <a:pPr eaLnBrk="1" hangingPunct="1">
              <a:buClr>
                <a:schemeClr val="bg2"/>
              </a:buClr>
              <a:buFontTx/>
              <a:buChar char="•"/>
            </a:pPr>
            <a:r>
              <a:rPr lang="en-US" altLang="en-US" sz="1800"/>
              <a:t> X = Auxiliary Power Unit (APU)</a:t>
            </a:r>
          </a:p>
          <a:p>
            <a:pPr eaLnBrk="1" hangingPunct="1">
              <a:buClr>
                <a:schemeClr val="bg2"/>
              </a:buClr>
              <a:buFontTx/>
              <a:buChar char="•"/>
            </a:pPr>
            <a:r>
              <a:rPr lang="en-US" altLang="en-US" sz="1800"/>
              <a:t> Z = Modification Designation</a:t>
            </a:r>
          </a:p>
        </p:txBody>
      </p:sp>
      <p:pic>
        <p:nvPicPr>
          <p:cNvPr id="171013" name="Picture 8" descr="f16_2">
            <a:extLst>
              <a:ext uri="{FF2B5EF4-FFF2-40B4-BE49-F238E27FC236}">
                <a16:creationId xmlns:a16="http://schemas.microsoft.com/office/drawing/2014/main" id="{9C955F6F-5F34-B943-5A3F-15EEBBB270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0" y="2832100"/>
            <a:ext cx="3133725" cy="33337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71014" name="TextBox 7">
            <a:extLst>
              <a:ext uri="{FF2B5EF4-FFF2-40B4-BE49-F238E27FC236}">
                <a16:creationId xmlns:a16="http://schemas.microsoft.com/office/drawing/2014/main" id="{1C508A2B-264F-D935-34AD-24A74F4407C2}"/>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2033" name="Text Box 3">
            <a:extLst>
              <a:ext uri="{FF2B5EF4-FFF2-40B4-BE49-F238E27FC236}">
                <a16:creationId xmlns:a16="http://schemas.microsoft.com/office/drawing/2014/main" id="{4D281F3D-5DB3-6529-CD53-A3E21B7F79E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DB61F31-0211-43E7-B38E-F641E59A2140}" type="slidenum">
              <a:rPr lang="en-US" altLang="en-US" sz="1200" b="1">
                <a:solidFill>
                  <a:srgbClr val="1C1C1C"/>
                </a:solidFill>
              </a:rPr>
              <a:pPr eaLnBrk="1" hangingPunct="1">
                <a:spcBef>
                  <a:spcPct val="0"/>
                </a:spcBef>
                <a:buClrTx/>
                <a:buFontTx/>
                <a:buNone/>
              </a:pPr>
              <a:t>129</a:t>
            </a:fld>
            <a:endParaRPr lang="en-US" altLang="en-US" sz="1200" b="1">
              <a:solidFill>
                <a:srgbClr val="1C1C1C"/>
              </a:solidFill>
            </a:endParaRPr>
          </a:p>
        </p:txBody>
      </p:sp>
      <p:sp>
        <p:nvSpPr>
          <p:cNvPr id="172034" name="Rectangle 5">
            <a:extLst>
              <a:ext uri="{FF2B5EF4-FFF2-40B4-BE49-F238E27FC236}">
                <a16:creationId xmlns:a16="http://schemas.microsoft.com/office/drawing/2014/main" id="{04F77BE6-5AF8-D5F1-94FB-439DCDC0DC4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Select Code (PSC)</a:t>
            </a:r>
            <a:endParaRPr lang="en-US" altLang="en-US" sz="2200" b="1">
              <a:solidFill>
                <a:schemeClr val="bg2"/>
              </a:solidFill>
            </a:endParaRPr>
          </a:p>
        </p:txBody>
      </p:sp>
      <p:sp>
        <p:nvSpPr>
          <p:cNvPr id="172035" name="Rectangle 6">
            <a:extLst>
              <a:ext uri="{FF2B5EF4-FFF2-40B4-BE49-F238E27FC236}">
                <a16:creationId xmlns:a16="http://schemas.microsoft.com/office/drawing/2014/main" id="{FF484F3A-719D-D671-B374-C12FE5AADE6A}"/>
              </a:ext>
            </a:extLst>
          </p:cNvPr>
          <p:cNvSpPr>
            <a:spLocks noChangeArrowheads="1"/>
          </p:cNvSpPr>
          <p:nvPr/>
        </p:nvSpPr>
        <p:spPr bwMode="auto">
          <a:xfrm>
            <a:off x="647700" y="1347788"/>
            <a:ext cx="8115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Selects type of program used in requirements computations</a:t>
            </a:r>
          </a:p>
          <a:p>
            <a:pPr eaLnBrk="1" hangingPunct="1">
              <a:buClr>
                <a:schemeClr val="bg2"/>
              </a:buClr>
              <a:buFontTx/>
              <a:buNone/>
            </a:pPr>
            <a:endParaRPr lang="en-US" altLang="en-US" sz="2000"/>
          </a:p>
          <a:p>
            <a:pPr eaLnBrk="1" hangingPunct="1">
              <a:buClr>
                <a:schemeClr val="bg2"/>
              </a:buClr>
              <a:buFontTx/>
              <a:buChar char="•"/>
            </a:pPr>
            <a:r>
              <a:rPr lang="en-US" altLang="en-US" sz="2000"/>
              <a:t> Two position code</a:t>
            </a:r>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r>
              <a:rPr lang="en-US" altLang="en-US" sz="1800"/>
              <a:t> ES can file maintain one OIM, one DLM program type per application</a:t>
            </a:r>
          </a:p>
        </p:txBody>
      </p:sp>
      <p:graphicFrame>
        <p:nvGraphicFramePr>
          <p:cNvPr id="424311" name="Group 375">
            <a:extLst>
              <a:ext uri="{FF2B5EF4-FFF2-40B4-BE49-F238E27FC236}">
                <a16:creationId xmlns:a16="http://schemas.microsoft.com/office/drawing/2014/main" id="{60501833-5D2A-DF4B-91C8-7D35182CE7B2}"/>
              </a:ext>
            </a:extLst>
          </p:cNvPr>
          <p:cNvGraphicFramePr>
            <a:graphicFrameLocks noGrp="1"/>
          </p:cNvGraphicFramePr>
          <p:nvPr>
            <p:ph idx="1"/>
          </p:nvPr>
        </p:nvGraphicFramePr>
        <p:xfrm>
          <a:off x="838200" y="3200400"/>
          <a:ext cx="7467600" cy="2389212"/>
        </p:xfrm>
        <a:graphic>
          <a:graphicData uri="http://schemas.openxmlformats.org/drawingml/2006/table">
            <a:tbl>
              <a:tblPr/>
              <a:tblGrid>
                <a:gridCol w="3733800">
                  <a:extLst>
                    <a:ext uri="{9D8B030D-6E8A-4147-A177-3AD203B41FA5}">
                      <a16:colId xmlns:a16="http://schemas.microsoft.com/office/drawing/2014/main" val="20000"/>
                    </a:ext>
                  </a:extLst>
                </a:gridCol>
                <a:gridCol w="3733800">
                  <a:extLst>
                    <a:ext uri="{9D8B030D-6E8A-4147-A177-3AD203B41FA5}">
                      <a16:colId xmlns:a16="http://schemas.microsoft.com/office/drawing/2014/main" val="20001"/>
                    </a:ext>
                  </a:extLst>
                </a:gridCol>
              </a:tblGrid>
              <a:tr h="560766">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a:t>
                      </a:r>
                      <a:r>
                        <a:rPr kumimoji="0" lang="en-US" sz="1400" b="1" i="0" u="none" strike="noStrike" cap="none" normalizeH="0" baseline="30000">
                          <a:ln>
                            <a:noFill/>
                          </a:ln>
                          <a:solidFill>
                            <a:schemeClr val="tx1"/>
                          </a:solidFill>
                          <a:effectLst/>
                          <a:latin typeface="Arial" charset="0"/>
                        </a:rPr>
                        <a:t>st </a:t>
                      </a:r>
                      <a:r>
                        <a:rPr kumimoji="0" lang="en-US" sz="1400" b="1" i="0" u="none" strike="noStrike" cap="none" normalizeH="0" baseline="0">
                          <a:ln>
                            <a:noFill/>
                          </a:ln>
                          <a:solidFill>
                            <a:schemeClr val="tx1"/>
                          </a:solidFill>
                          <a:effectLst/>
                          <a:latin typeface="Arial" charset="0"/>
                        </a:rPr>
                        <a:t>Position</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(OIM)</a:t>
                      </a:r>
                    </a:p>
                  </a:txBody>
                  <a:tcPr marT="45690" marB="4569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2</a:t>
                      </a:r>
                      <a:r>
                        <a:rPr kumimoji="0" lang="en-US" sz="1400" b="1" i="0" u="none" strike="noStrike" cap="none" normalizeH="0" baseline="30000">
                          <a:ln>
                            <a:noFill/>
                          </a:ln>
                          <a:solidFill>
                            <a:schemeClr val="tx1"/>
                          </a:solidFill>
                          <a:effectLst/>
                          <a:latin typeface="Arial" charset="0"/>
                        </a:rPr>
                        <a:t>nd</a:t>
                      </a:r>
                      <a:r>
                        <a:rPr kumimoji="0" lang="en-US" sz="1400" b="1" i="0" u="none" strike="noStrike" cap="none" normalizeH="0" baseline="0">
                          <a:ln>
                            <a:noFill/>
                          </a:ln>
                          <a:solidFill>
                            <a:schemeClr val="tx1"/>
                          </a:solidFill>
                          <a:effectLst/>
                          <a:latin typeface="Arial" charset="0"/>
                        </a:rPr>
                        <a:t> Position</a:t>
                      </a:r>
                    </a:p>
                    <a:p>
                      <a:pPr marL="0" marR="0" lvl="0" indent="0" algn="ctr"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(DLM)</a:t>
                      </a:r>
                    </a:p>
                  </a:txBody>
                  <a:tcPr marT="45690" marB="4569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0473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0</a:t>
                      </a:r>
                      <a:r>
                        <a:rPr kumimoji="0" lang="en-US" sz="1400" b="0" i="0" u="none" strike="noStrike" cap="none" normalizeH="0" baseline="0">
                          <a:ln>
                            <a:noFill/>
                          </a:ln>
                          <a:solidFill>
                            <a:schemeClr val="tx1"/>
                          </a:solidFill>
                          <a:effectLst/>
                          <a:latin typeface="Arial" charset="0"/>
                        </a:rPr>
                        <a:t> – No OIM program</a:t>
                      </a:r>
                    </a:p>
                  </a:txBody>
                  <a:tcPr marT="45690" marB="456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0 </a:t>
                      </a:r>
                      <a:r>
                        <a:rPr kumimoji="0" lang="en-US" sz="1400" b="0" i="0" u="none" strike="noStrike" cap="none" normalizeH="0" baseline="0">
                          <a:ln>
                            <a:noFill/>
                          </a:ln>
                          <a:solidFill>
                            <a:schemeClr val="tx1"/>
                          </a:solidFill>
                          <a:effectLst/>
                          <a:latin typeface="Arial" charset="0"/>
                        </a:rPr>
                        <a:t>– No DLM program</a:t>
                      </a:r>
                      <a:endParaRPr kumimoji="0" lang="en-US" sz="1400" b="1" i="0" u="none" strike="noStrike" cap="none" normalizeH="0" baseline="0">
                        <a:ln>
                          <a:noFill/>
                        </a:ln>
                        <a:solidFill>
                          <a:schemeClr val="tx1"/>
                        </a:solidFill>
                        <a:effectLst/>
                        <a:latin typeface="Arial" charset="0"/>
                      </a:endParaRPr>
                    </a:p>
                  </a:txBody>
                  <a:tcPr marT="45690" marB="456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0473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1</a:t>
                      </a:r>
                      <a:r>
                        <a:rPr kumimoji="0" lang="en-US" sz="1400" b="0" i="0" u="none" strike="noStrike" cap="none" normalizeH="0" baseline="0">
                          <a:ln>
                            <a:noFill/>
                          </a:ln>
                          <a:solidFill>
                            <a:schemeClr val="tx1"/>
                          </a:solidFill>
                          <a:effectLst/>
                          <a:latin typeface="Arial" charset="0"/>
                        </a:rPr>
                        <a:t> – Operating hours</a:t>
                      </a:r>
                    </a:p>
                  </a:txBody>
                  <a:tcPr marT="45690" marB="456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4 </a:t>
                      </a:r>
                      <a:r>
                        <a:rPr kumimoji="0" lang="en-US" sz="1400" b="0" i="0" u="none" strike="noStrike" cap="none" normalizeH="0" baseline="0">
                          <a:ln>
                            <a:noFill/>
                          </a:ln>
                          <a:solidFill>
                            <a:schemeClr val="tx1"/>
                          </a:solidFill>
                          <a:effectLst/>
                          <a:latin typeface="Arial" charset="0"/>
                        </a:rPr>
                        <a:t>– Programmed Depot Maintenance (PDM)</a:t>
                      </a:r>
                      <a:endParaRPr kumimoji="0" lang="en-US" sz="1400" b="1" i="0" u="none" strike="noStrike" cap="none" normalizeH="0" baseline="0">
                        <a:ln>
                          <a:noFill/>
                        </a:ln>
                        <a:solidFill>
                          <a:schemeClr val="tx1"/>
                        </a:solidFill>
                        <a:effectLst/>
                        <a:latin typeface="Arial" charset="0"/>
                      </a:endParaRPr>
                    </a:p>
                  </a:txBody>
                  <a:tcPr marT="45690" marB="456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0473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3</a:t>
                      </a:r>
                      <a:r>
                        <a:rPr kumimoji="0" lang="en-US" sz="1400" b="0" i="0" u="none" strike="noStrike" cap="none" normalizeH="0" baseline="0">
                          <a:ln>
                            <a:noFill/>
                          </a:ln>
                          <a:solidFill>
                            <a:schemeClr val="tx1"/>
                          </a:solidFill>
                          <a:effectLst/>
                          <a:latin typeface="Arial" charset="0"/>
                        </a:rPr>
                        <a:t> – Equipment months</a:t>
                      </a:r>
                    </a:p>
                  </a:txBody>
                  <a:tcPr marT="45690" marB="456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6</a:t>
                      </a:r>
                      <a:r>
                        <a:rPr kumimoji="0" lang="en-US" sz="1400" b="0" i="0" u="none" strike="noStrike" cap="none" normalizeH="0" baseline="0">
                          <a:ln>
                            <a:noFill/>
                          </a:ln>
                          <a:solidFill>
                            <a:schemeClr val="tx1"/>
                          </a:solidFill>
                          <a:effectLst/>
                          <a:latin typeface="Arial" charset="0"/>
                        </a:rPr>
                        <a:t> – Engine Overhaul (EOH)</a:t>
                      </a:r>
                      <a:endParaRPr kumimoji="0" lang="en-US" sz="1400" b="1" i="0" u="none" strike="noStrike" cap="none" normalizeH="0" baseline="0">
                        <a:ln>
                          <a:noFill/>
                        </a:ln>
                        <a:solidFill>
                          <a:schemeClr val="tx1"/>
                        </a:solidFill>
                        <a:effectLst/>
                        <a:latin typeface="Arial" charset="0"/>
                      </a:endParaRPr>
                    </a:p>
                  </a:txBody>
                  <a:tcPr marT="45690" marB="456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0473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5</a:t>
                      </a:r>
                      <a:r>
                        <a:rPr kumimoji="0" lang="en-US" sz="1400" b="0" i="0" u="none" strike="noStrike" cap="none" normalizeH="0" baseline="0">
                          <a:ln>
                            <a:noFill/>
                          </a:ln>
                          <a:solidFill>
                            <a:schemeClr val="tx1"/>
                          </a:solidFill>
                          <a:effectLst/>
                          <a:latin typeface="Arial" charset="0"/>
                        </a:rPr>
                        <a:t> – Sorties </a:t>
                      </a:r>
                    </a:p>
                  </a:txBody>
                  <a:tcPr marT="45690" marB="456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9 </a:t>
                      </a:r>
                      <a:r>
                        <a:rPr kumimoji="0" lang="en-US" sz="1400" b="0" i="0" u="none" strike="noStrike" cap="none" normalizeH="0" baseline="0">
                          <a:ln>
                            <a:noFill/>
                          </a:ln>
                          <a:solidFill>
                            <a:schemeClr val="tx1"/>
                          </a:solidFill>
                          <a:effectLst/>
                          <a:latin typeface="Arial" charset="0"/>
                        </a:rPr>
                        <a:t>– NHA MISTR</a:t>
                      </a:r>
                      <a:endParaRPr kumimoji="0" lang="en-US" sz="1400" b="1" i="0" u="none" strike="noStrike" cap="none" normalizeH="0" baseline="0">
                        <a:ln>
                          <a:noFill/>
                        </a:ln>
                        <a:solidFill>
                          <a:schemeClr val="tx1"/>
                        </a:solidFill>
                        <a:effectLst/>
                        <a:latin typeface="Arial" charset="0"/>
                      </a:endParaRPr>
                    </a:p>
                  </a:txBody>
                  <a:tcPr marT="45690" marB="456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0473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7</a:t>
                      </a:r>
                      <a:r>
                        <a:rPr kumimoji="0" lang="en-US" sz="1400" b="0" i="0" u="none" strike="noStrike" cap="none" normalizeH="0" baseline="0">
                          <a:ln>
                            <a:noFill/>
                          </a:ln>
                          <a:solidFill>
                            <a:schemeClr val="tx1"/>
                          </a:solidFill>
                          <a:effectLst/>
                          <a:latin typeface="Arial" charset="0"/>
                        </a:rPr>
                        <a:t> – Drone recoveries</a:t>
                      </a:r>
                    </a:p>
                  </a:txBody>
                  <a:tcPr marT="45690" marB="456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marT="45690" marB="456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04737">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Arial" charset="0"/>
                        </a:rPr>
                        <a:t>8</a:t>
                      </a:r>
                      <a:r>
                        <a:rPr kumimoji="0" lang="en-US" sz="1400" b="0" i="0" u="none" strike="noStrike" cap="none" normalizeH="0" baseline="0">
                          <a:ln>
                            <a:noFill/>
                          </a:ln>
                          <a:solidFill>
                            <a:schemeClr val="tx1"/>
                          </a:solidFill>
                          <a:effectLst/>
                          <a:latin typeface="Arial" charset="0"/>
                        </a:rPr>
                        <a:t> – Ammunition expenditures</a:t>
                      </a:r>
                    </a:p>
                  </a:txBody>
                  <a:tcPr marT="45690" marB="45690"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endParaRPr kumimoji="0" lang="en-US" sz="1400" b="0" i="0" u="none" strike="noStrike" cap="none" normalizeH="0" baseline="0">
                        <a:ln>
                          <a:noFill/>
                        </a:ln>
                        <a:solidFill>
                          <a:schemeClr val="tx1"/>
                        </a:solidFill>
                        <a:effectLst/>
                        <a:latin typeface="Arial" charset="0"/>
                      </a:endParaRPr>
                    </a:p>
                  </a:txBody>
                  <a:tcPr marT="45690" marB="45690"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bl>
          </a:graphicData>
        </a:graphic>
      </p:graphicFrame>
      <p:sp>
        <p:nvSpPr>
          <p:cNvPr id="172062" name="Rectangle 379">
            <a:extLst>
              <a:ext uri="{FF2B5EF4-FFF2-40B4-BE49-F238E27FC236}">
                <a16:creationId xmlns:a16="http://schemas.microsoft.com/office/drawing/2014/main" id="{1BE66D67-2070-9274-C126-AB585C3409FA}"/>
              </a:ext>
            </a:extLst>
          </p:cNvPr>
          <p:cNvSpPr>
            <a:spLocks noGrp="1" noChangeArrowheads="1"/>
          </p:cNvSpPr>
          <p:nvPr>
            <p:ph type="title"/>
          </p:nvPr>
        </p:nvSpPr>
        <p:spPr>
          <a:xfrm>
            <a:off x="1981200" y="12700"/>
            <a:ext cx="5181600" cy="317500"/>
          </a:xfrm>
          <a:noFill/>
        </p:spPr>
        <p:txBody>
          <a:bodyPr/>
          <a:lstStyle/>
          <a:p>
            <a:pPr eaLnBrk="1" hangingPunct="1"/>
            <a:r>
              <a:rPr lang="en-US" altLang="en-US" sz="1800">
                <a:solidFill>
                  <a:schemeClr val="bg1"/>
                </a:solidFill>
                <a:latin typeface="Arial Unicode MS" panose="020B0604020202020204" pitchFamily="34" charset="-128"/>
              </a:rPr>
              <a:t>Module 4 – API </a:t>
            </a:r>
            <a:r>
              <a:rPr lang="en-US" altLang="en-US" sz="1800">
                <a:solidFill>
                  <a:srgbClr val="FFFFFF"/>
                </a:solidFill>
                <a:latin typeface="Arial Unicode MS" panose="020B0604020202020204" pitchFamily="34" charset="-128"/>
              </a:rPr>
              <a:t>Subsystem</a:t>
            </a:r>
          </a:p>
        </p:txBody>
      </p:sp>
      <p:sp>
        <p:nvSpPr>
          <p:cNvPr id="172063" name="TextBox 7">
            <a:extLst>
              <a:ext uri="{FF2B5EF4-FFF2-40B4-BE49-F238E27FC236}">
                <a16:creationId xmlns:a16="http://schemas.microsoft.com/office/drawing/2014/main" id="{69CA9E05-EB59-BAA7-33EB-1E343A69E42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3057" name="Text Box 2">
            <a:extLst>
              <a:ext uri="{FF2B5EF4-FFF2-40B4-BE49-F238E27FC236}">
                <a16:creationId xmlns:a16="http://schemas.microsoft.com/office/drawing/2014/main" id="{0432333E-826B-1E79-2BFA-EA67EAA8983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968803C-4E2B-4629-B026-0706ED9CBF2E}" type="slidenum">
              <a:rPr lang="en-US" altLang="en-US" sz="1200" b="1">
                <a:solidFill>
                  <a:srgbClr val="1C1C1C"/>
                </a:solidFill>
              </a:rPr>
              <a:pPr eaLnBrk="1" hangingPunct="1">
                <a:spcBef>
                  <a:spcPct val="0"/>
                </a:spcBef>
                <a:buClrTx/>
                <a:buFontTx/>
                <a:buNone/>
              </a:pPr>
              <a:t>130</a:t>
            </a:fld>
            <a:endParaRPr lang="en-US" altLang="en-US" sz="1200" b="1">
              <a:solidFill>
                <a:srgbClr val="1C1C1C"/>
              </a:solidFill>
            </a:endParaRPr>
          </a:p>
        </p:txBody>
      </p:sp>
      <p:sp>
        <p:nvSpPr>
          <p:cNvPr id="173058" name="Rectangle 4">
            <a:extLst>
              <a:ext uri="{FF2B5EF4-FFF2-40B4-BE49-F238E27FC236}">
                <a16:creationId xmlns:a16="http://schemas.microsoft.com/office/drawing/2014/main" id="{B1127745-B216-F207-CD00-0CBA8F68BC7C}"/>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Development Code (PDC)</a:t>
            </a:r>
            <a:endParaRPr lang="en-US" altLang="en-US" sz="2200" b="1">
              <a:solidFill>
                <a:schemeClr val="bg2"/>
              </a:solidFill>
            </a:endParaRPr>
          </a:p>
        </p:txBody>
      </p:sp>
      <p:sp>
        <p:nvSpPr>
          <p:cNvPr id="173059" name="Rectangle 5">
            <a:extLst>
              <a:ext uri="{FF2B5EF4-FFF2-40B4-BE49-F238E27FC236}">
                <a16:creationId xmlns:a16="http://schemas.microsoft.com/office/drawing/2014/main" id="{6A4711AE-F807-668C-10CE-D43C8C4D0CD5}"/>
              </a:ext>
            </a:extLst>
          </p:cNvPr>
          <p:cNvSpPr>
            <a:spLocks noChangeArrowheads="1"/>
          </p:cNvSpPr>
          <p:nvPr/>
        </p:nvSpPr>
        <p:spPr bwMode="auto">
          <a:xfrm>
            <a:off x="647700" y="1460500"/>
            <a:ext cx="8115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Manually file maintained in application data record</a:t>
            </a:r>
          </a:p>
          <a:p>
            <a:pPr eaLnBrk="1" hangingPunct="1">
              <a:buClr>
                <a:schemeClr val="bg2"/>
              </a:buClr>
              <a:buFontTx/>
              <a:buNone/>
            </a:pPr>
            <a:endParaRPr lang="en-US" altLang="en-US" sz="2200"/>
          </a:p>
          <a:p>
            <a:pPr eaLnBrk="1" hangingPunct="1">
              <a:buClr>
                <a:schemeClr val="bg2"/>
              </a:buClr>
              <a:buFontTx/>
              <a:buChar char="•"/>
            </a:pPr>
            <a:r>
              <a:rPr lang="en-US" altLang="en-US" sz="2200"/>
              <a:t> Allows ES to determine which program is to be used in requirements 	computation: past program, future program, or both</a:t>
            </a:r>
          </a:p>
          <a:p>
            <a:pPr eaLnBrk="1" hangingPunct="1">
              <a:buClr>
                <a:schemeClr val="bg2"/>
              </a:buClr>
              <a:buFontTx/>
              <a:buNone/>
            </a:pPr>
            <a:endParaRPr lang="en-US" altLang="en-US" sz="2200"/>
          </a:p>
          <a:p>
            <a:pPr eaLnBrk="1" hangingPunct="1">
              <a:buClr>
                <a:schemeClr val="bg2"/>
              </a:buClr>
              <a:buFontTx/>
              <a:buChar char="•"/>
            </a:pPr>
            <a:r>
              <a:rPr lang="en-US" altLang="en-US" sz="2200"/>
              <a:t> Field usually blank (system develops both past and future programs)</a:t>
            </a:r>
          </a:p>
          <a:p>
            <a:pPr eaLnBrk="1" hangingPunct="1">
              <a:buClr>
                <a:schemeClr val="bg2"/>
              </a:buClr>
              <a:buFontTx/>
              <a:buChar char="•"/>
            </a:pPr>
            <a:endParaRPr lang="en-US" altLang="en-US" sz="2200"/>
          </a:p>
        </p:txBody>
      </p:sp>
      <p:sp>
        <p:nvSpPr>
          <p:cNvPr id="173060" name="Rectangle 32">
            <a:extLst>
              <a:ext uri="{FF2B5EF4-FFF2-40B4-BE49-F238E27FC236}">
                <a16:creationId xmlns:a16="http://schemas.microsoft.com/office/drawing/2014/main" id="{70C321A7-9135-1D1A-B217-D5431F2384FC}"/>
              </a:ext>
            </a:extLst>
          </p:cNvPr>
          <p:cNvSpPr>
            <a:spLocks noGrp="1" noChangeArrowheads="1"/>
          </p:cNvSpPr>
          <p:nvPr>
            <p:ph type="title"/>
          </p:nvPr>
        </p:nvSpPr>
        <p:spPr>
          <a:xfrm>
            <a:off x="1981200" y="12700"/>
            <a:ext cx="5181600" cy="317500"/>
          </a:xfrm>
          <a:noFill/>
        </p:spPr>
        <p:txBody>
          <a:bodyPr/>
          <a:lstStyle/>
          <a:p>
            <a:pPr eaLnBrk="1" hangingPunct="1"/>
            <a:r>
              <a:rPr lang="en-US" altLang="en-US" sz="1800">
                <a:solidFill>
                  <a:schemeClr val="bg1"/>
                </a:solidFill>
                <a:latin typeface="Arial Unicode MS" panose="020B0604020202020204" pitchFamily="34" charset="-128"/>
              </a:rPr>
              <a:t>Module 4 – API </a:t>
            </a:r>
            <a:r>
              <a:rPr lang="en-US" altLang="en-US" sz="1800">
                <a:solidFill>
                  <a:srgbClr val="FFFFFF"/>
                </a:solidFill>
                <a:latin typeface="Arial Unicode MS" panose="020B0604020202020204" pitchFamily="34" charset="-128"/>
              </a:rPr>
              <a:t>Subsystem</a:t>
            </a:r>
          </a:p>
        </p:txBody>
      </p:sp>
      <p:sp>
        <p:nvSpPr>
          <p:cNvPr id="173061" name="TextBox 6">
            <a:extLst>
              <a:ext uri="{FF2B5EF4-FFF2-40B4-BE49-F238E27FC236}">
                <a16:creationId xmlns:a16="http://schemas.microsoft.com/office/drawing/2014/main" id="{17E0DA0F-961F-DC64-C0BD-3944AD2278EA}"/>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1" name="Text Box 2">
            <a:extLst>
              <a:ext uri="{FF2B5EF4-FFF2-40B4-BE49-F238E27FC236}">
                <a16:creationId xmlns:a16="http://schemas.microsoft.com/office/drawing/2014/main" id="{9D539CB4-707C-6256-297F-064C7C2C6960}"/>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760FBEB-7605-495D-B10A-8CD0DBD67C2D}" type="slidenum">
              <a:rPr lang="en-US" altLang="en-US" sz="1200" b="1">
                <a:solidFill>
                  <a:srgbClr val="1C1C1C"/>
                </a:solidFill>
              </a:rPr>
              <a:pPr eaLnBrk="1" hangingPunct="1">
                <a:spcBef>
                  <a:spcPct val="0"/>
                </a:spcBef>
                <a:buClrTx/>
                <a:buFontTx/>
                <a:buNone/>
              </a:pPr>
              <a:t>131</a:t>
            </a:fld>
            <a:endParaRPr lang="en-US" altLang="en-US" sz="1200" b="1">
              <a:solidFill>
                <a:srgbClr val="1C1C1C"/>
              </a:solidFill>
            </a:endParaRPr>
          </a:p>
        </p:txBody>
      </p:sp>
      <p:sp>
        <p:nvSpPr>
          <p:cNvPr id="174082" name="Rectangle 4">
            <a:extLst>
              <a:ext uri="{FF2B5EF4-FFF2-40B4-BE49-F238E27FC236}">
                <a16:creationId xmlns:a16="http://schemas.microsoft.com/office/drawing/2014/main" id="{2421775B-EEEC-86B5-8880-8CB02E6D518C}"/>
              </a:ext>
            </a:extLst>
          </p:cNvPr>
          <p:cNvSpPr>
            <a:spLocks noChangeArrowheads="1"/>
          </p:cNvSpPr>
          <p:nvPr/>
        </p:nvSpPr>
        <p:spPr bwMode="auto">
          <a:xfrm>
            <a:off x="400050" y="10255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Begin Date (PBD)</a:t>
            </a:r>
            <a:endParaRPr lang="en-US" altLang="en-US" sz="2200" b="1">
              <a:solidFill>
                <a:schemeClr val="bg2"/>
              </a:solidFill>
            </a:endParaRPr>
          </a:p>
        </p:txBody>
      </p:sp>
      <p:sp>
        <p:nvSpPr>
          <p:cNvPr id="174083" name="Rectangle 5">
            <a:extLst>
              <a:ext uri="{FF2B5EF4-FFF2-40B4-BE49-F238E27FC236}">
                <a16:creationId xmlns:a16="http://schemas.microsoft.com/office/drawing/2014/main" id="{1D4B0689-80C3-5A45-419E-8E4A4867119C}"/>
              </a:ext>
            </a:extLst>
          </p:cNvPr>
          <p:cNvSpPr>
            <a:spLocks noChangeArrowheads="1"/>
          </p:cNvSpPr>
          <p:nvPr/>
        </p:nvSpPr>
        <p:spPr bwMode="auto">
          <a:xfrm>
            <a:off x="647700" y="1095375"/>
            <a:ext cx="8115300" cy="55149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Tx/>
              <a:buFontTx/>
              <a:buNone/>
            </a:pPr>
            <a:endParaRPr lang="en-US" altLang="en-US" sz="1800"/>
          </a:p>
          <a:p>
            <a:pPr eaLnBrk="1" hangingPunct="1">
              <a:buClr>
                <a:schemeClr val="bg2"/>
              </a:buClr>
              <a:buFontTx/>
              <a:buChar char="•"/>
            </a:pPr>
            <a:r>
              <a:rPr lang="en-US" altLang="en-US" sz="1800"/>
              <a:t> </a:t>
            </a:r>
            <a:r>
              <a:rPr lang="en-US" altLang="en-US" sz="2000"/>
              <a:t>Describes when an item became operational on an application</a:t>
            </a:r>
          </a:p>
          <a:p>
            <a:pPr eaLnBrk="1" hangingPunct="1">
              <a:buClr>
                <a:schemeClr val="bg2"/>
              </a:buClr>
              <a:buFontTx/>
              <a:buChar char="•"/>
            </a:pPr>
            <a:r>
              <a:rPr lang="en-US" altLang="en-US" sz="2000"/>
              <a:t> Starting point for computing an item program</a:t>
            </a:r>
          </a:p>
          <a:p>
            <a:pPr eaLnBrk="1" hangingPunct="1">
              <a:buClr>
                <a:schemeClr val="bg2"/>
              </a:buClr>
              <a:buFontTx/>
              <a:buChar char="•"/>
            </a:pPr>
            <a:r>
              <a:rPr lang="en-US" altLang="en-US" sz="2000"/>
              <a:t> Field reflects last month of quarter when component was first installed on SPD</a:t>
            </a:r>
          </a:p>
          <a:p>
            <a:pPr eaLnBrk="1" hangingPunct="1">
              <a:buClr>
                <a:schemeClr val="bg2"/>
              </a:buClr>
              <a:buFontTx/>
              <a:buChar char="•"/>
            </a:pPr>
            <a:r>
              <a:rPr lang="en-US" altLang="en-US" sz="2000"/>
              <a:t> Quarter expressed in YYYY/MM format:  June 1985 = 1985/06</a:t>
            </a:r>
          </a:p>
          <a:p>
            <a:pPr eaLnBrk="1" hangingPunct="1">
              <a:buClr>
                <a:schemeClr val="bg2"/>
              </a:buClr>
              <a:buFontTx/>
              <a:buChar char="•"/>
            </a:pPr>
            <a:r>
              <a:rPr lang="en-US" altLang="en-US" sz="2000"/>
              <a:t> Only 03, 06, 09, and 12 acceptable in quarter column</a:t>
            </a:r>
          </a:p>
          <a:p>
            <a:pPr eaLnBrk="1" hangingPunct="1">
              <a:buClr>
                <a:schemeClr val="bg2"/>
              </a:buClr>
              <a:buFontTx/>
              <a:buChar char="•"/>
            </a:pPr>
            <a:r>
              <a:rPr lang="en-US" altLang="en-US" sz="2000"/>
              <a:t> PBD required by API</a:t>
            </a:r>
          </a:p>
          <a:p>
            <a:pPr eaLnBrk="1" hangingPunct="1">
              <a:buClr>
                <a:schemeClr val="bg2"/>
              </a:buClr>
              <a:buFontTx/>
              <a:buChar char="•"/>
            </a:pPr>
            <a:r>
              <a:rPr lang="en-US" altLang="en-US" sz="2000"/>
              <a:t> Cannot be file maintained as 0000 or left blank</a:t>
            </a:r>
          </a:p>
          <a:p>
            <a:pPr eaLnBrk="1" hangingPunct="1">
              <a:buClr>
                <a:schemeClr val="bg2"/>
              </a:buClr>
              <a:buFontTx/>
              <a:buChar char="•"/>
            </a:pPr>
            <a:endParaRPr lang="en-US" altLang="en-US" sz="2000"/>
          </a:p>
        </p:txBody>
      </p:sp>
      <p:sp>
        <p:nvSpPr>
          <p:cNvPr id="174084" name="Rectangle 6">
            <a:extLst>
              <a:ext uri="{FF2B5EF4-FFF2-40B4-BE49-F238E27FC236}">
                <a16:creationId xmlns:a16="http://schemas.microsoft.com/office/drawing/2014/main" id="{85FC4FBF-1E0A-2A9C-122D-15DB3FFCC0F8}"/>
              </a:ext>
            </a:extLst>
          </p:cNvPr>
          <p:cNvSpPr>
            <a:spLocks noGrp="1" noChangeArrowheads="1"/>
          </p:cNvSpPr>
          <p:nvPr>
            <p:ph type="title"/>
          </p:nvPr>
        </p:nvSpPr>
        <p:spPr>
          <a:xfrm>
            <a:off x="1981200" y="12700"/>
            <a:ext cx="5181600" cy="317500"/>
          </a:xfrm>
          <a:noFill/>
        </p:spPr>
        <p:txBody>
          <a:bodyPr/>
          <a:lstStyle/>
          <a:p>
            <a:pPr eaLnBrk="1" hangingPunct="1"/>
            <a:r>
              <a:rPr lang="en-US" altLang="en-US" sz="1800">
                <a:solidFill>
                  <a:schemeClr val="bg1"/>
                </a:solidFill>
                <a:latin typeface="Arial Unicode MS" panose="020B0604020202020204" pitchFamily="34" charset="-128"/>
              </a:rPr>
              <a:t>Module 4 – API </a:t>
            </a:r>
            <a:r>
              <a:rPr lang="en-US" altLang="en-US" sz="1800">
                <a:solidFill>
                  <a:srgbClr val="FFFFFF"/>
                </a:solidFill>
                <a:latin typeface="Arial Unicode MS" panose="020B0604020202020204" pitchFamily="34" charset="-128"/>
              </a:rPr>
              <a:t>Subsystem</a:t>
            </a:r>
          </a:p>
        </p:txBody>
      </p:sp>
      <p:sp>
        <p:nvSpPr>
          <p:cNvPr id="174085" name="TextBox 6">
            <a:extLst>
              <a:ext uri="{FF2B5EF4-FFF2-40B4-BE49-F238E27FC236}">
                <a16:creationId xmlns:a16="http://schemas.microsoft.com/office/drawing/2014/main" id="{70623B13-BF10-C773-D084-CD1D630A33B4}"/>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5105" name="Text Box 2">
            <a:extLst>
              <a:ext uri="{FF2B5EF4-FFF2-40B4-BE49-F238E27FC236}">
                <a16:creationId xmlns:a16="http://schemas.microsoft.com/office/drawing/2014/main" id="{2D84722B-0B68-B9CE-5FA6-F9C46052EAD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460043BD-7822-4707-9232-989DE9B30070}" type="slidenum">
              <a:rPr lang="en-US" altLang="en-US" sz="1200" b="1">
                <a:solidFill>
                  <a:srgbClr val="1C1C1C"/>
                </a:solidFill>
              </a:rPr>
              <a:pPr eaLnBrk="1" hangingPunct="1">
                <a:spcBef>
                  <a:spcPct val="0"/>
                </a:spcBef>
                <a:buClrTx/>
                <a:buFontTx/>
                <a:buNone/>
              </a:pPr>
              <a:t>132</a:t>
            </a:fld>
            <a:endParaRPr lang="en-US" altLang="en-US" sz="1200" b="1">
              <a:solidFill>
                <a:srgbClr val="1C1C1C"/>
              </a:solidFill>
            </a:endParaRPr>
          </a:p>
        </p:txBody>
      </p:sp>
      <p:sp>
        <p:nvSpPr>
          <p:cNvPr id="175106" name="Rectangle 4">
            <a:extLst>
              <a:ext uri="{FF2B5EF4-FFF2-40B4-BE49-F238E27FC236}">
                <a16:creationId xmlns:a16="http://schemas.microsoft.com/office/drawing/2014/main" id="{9A7EE0CD-1707-C4F7-85F6-DD254559E63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Quantity Per Application (QPAPPL)</a:t>
            </a:r>
            <a:endParaRPr lang="en-US" altLang="en-US" sz="2200" b="1">
              <a:solidFill>
                <a:schemeClr val="bg2"/>
              </a:solidFill>
            </a:endParaRPr>
          </a:p>
        </p:txBody>
      </p:sp>
      <p:sp>
        <p:nvSpPr>
          <p:cNvPr id="175107" name="Rectangle 5">
            <a:extLst>
              <a:ext uri="{FF2B5EF4-FFF2-40B4-BE49-F238E27FC236}">
                <a16:creationId xmlns:a16="http://schemas.microsoft.com/office/drawing/2014/main" id="{FDFBCA4A-287D-2FF9-A82F-0BEF06A471C6}"/>
              </a:ext>
            </a:extLst>
          </p:cNvPr>
          <p:cNvSpPr>
            <a:spLocks noChangeArrowheads="1"/>
          </p:cNvSpPr>
          <p:nvPr/>
        </p:nvSpPr>
        <p:spPr bwMode="auto">
          <a:xfrm>
            <a:off x="647700" y="1460500"/>
            <a:ext cx="8115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Maximum quantity of item installed on the application</a:t>
            </a:r>
          </a:p>
          <a:p>
            <a:pPr eaLnBrk="1" hangingPunct="1">
              <a:buClr>
                <a:schemeClr val="bg2"/>
              </a:buClr>
              <a:buFontTx/>
              <a:buNone/>
            </a:pPr>
            <a:endParaRPr lang="en-US" altLang="en-US" sz="2400"/>
          </a:p>
          <a:p>
            <a:pPr eaLnBrk="1" hangingPunct="1">
              <a:buClr>
                <a:schemeClr val="bg2"/>
              </a:buClr>
              <a:buFontTx/>
              <a:buChar char="•"/>
            </a:pPr>
            <a:r>
              <a:rPr lang="en-US" altLang="en-US" sz="2400"/>
              <a:t> Should never be zero</a:t>
            </a:r>
          </a:p>
          <a:p>
            <a:pPr eaLnBrk="1" hangingPunct="1">
              <a:buClr>
                <a:schemeClr val="bg2"/>
              </a:buClr>
              <a:buFontTx/>
              <a:buNone/>
            </a:pPr>
            <a:endParaRPr lang="en-US" altLang="en-US" sz="2400"/>
          </a:p>
          <a:p>
            <a:pPr eaLnBrk="1" hangingPunct="1">
              <a:buClr>
                <a:schemeClr val="bg2"/>
              </a:buClr>
              <a:buFontTx/>
              <a:buChar char="•"/>
            </a:pPr>
            <a:r>
              <a:rPr lang="en-US" altLang="en-US" sz="2400"/>
              <a:t> Should not be confused with Quantity Per Assembly (QPA)</a:t>
            </a:r>
          </a:p>
          <a:p>
            <a:pPr eaLnBrk="1" hangingPunct="1">
              <a:buClr>
                <a:schemeClr val="bg2"/>
              </a:buClr>
              <a:buFontTx/>
              <a:buNone/>
            </a:pPr>
            <a:endParaRPr lang="en-US" altLang="en-US" sz="2400"/>
          </a:p>
        </p:txBody>
      </p:sp>
      <p:sp>
        <p:nvSpPr>
          <p:cNvPr id="175108" name="Rectangle 6">
            <a:extLst>
              <a:ext uri="{FF2B5EF4-FFF2-40B4-BE49-F238E27FC236}">
                <a16:creationId xmlns:a16="http://schemas.microsoft.com/office/drawing/2014/main" id="{759C9B2D-B5B6-1299-CE41-9952285CD3DE}"/>
              </a:ext>
            </a:extLst>
          </p:cNvPr>
          <p:cNvSpPr>
            <a:spLocks noGrp="1" noChangeArrowheads="1"/>
          </p:cNvSpPr>
          <p:nvPr>
            <p:ph type="title"/>
          </p:nvPr>
        </p:nvSpPr>
        <p:spPr>
          <a:xfrm>
            <a:off x="1981200" y="12700"/>
            <a:ext cx="5181600" cy="317500"/>
          </a:xfrm>
          <a:noFill/>
        </p:spPr>
        <p:txBody>
          <a:bodyPr/>
          <a:lstStyle/>
          <a:p>
            <a:pPr eaLnBrk="1" hangingPunct="1"/>
            <a:r>
              <a:rPr lang="en-US" altLang="en-US" sz="1800">
                <a:solidFill>
                  <a:schemeClr val="bg1"/>
                </a:solidFill>
                <a:latin typeface="Arial Unicode MS" panose="020B0604020202020204" pitchFamily="34" charset="-128"/>
              </a:rPr>
              <a:t>Module 4 – API </a:t>
            </a:r>
            <a:r>
              <a:rPr lang="en-US" altLang="en-US" sz="1800">
                <a:solidFill>
                  <a:srgbClr val="FFFFFF"/>
                </a:solidFill>
                <a:latin typeface="Arial Unicode MS" panose="020B0604020202020204" pitchFamily="34" charset="-128"/>
              </a:rPr>
              <a:t>Subsystem</a:t>
            </a:r>
          </a:p>
        </p:txBody>
      </p:sp>
      <p:sp>
        <p:nvSpPr>
          <p:cNvPr id="175109" name="TextBox 6">
            <a:extLst>
              <a:ext uri="{FF2B5EF4-FFF2-40B4-BE49-F238E27FC236}">
                <a16:creationId xmlns:a16="http://schemas.microsoft.com/office/drawing/2014/main" id="{409A7A9D-D83F-7752-DB03-50070DDE7FB9}"/>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29" name="Text Box 2">
            <a:extLst>
              <a:ext uri="{FF2B5EF4-FFF2-40B4-BE49-F238E27FC236}">
                <a16:creationId xmlns:a16="http://schemas.microsoft.com/office/drawing/2014/main" id="{E75B11B2-DD87-02B0-3EC6-D4957337FE7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9FC8AF5-55EB-45AD-AB91-A2B4AE9B1DC6}" type="slidenum">
              <a:rPr lang="en-US" altLang="en-US" sz="1200" b="1">
                <a:solidFill>
                  <a:srgbClr val="1C1C1C"/>
                </a:solidFill>
              </a:rPr>
              <a:pPr eaLnBrk="1" hangingPunct="1">
                <a:spcBef>
                  <a:spcPct val="0"/>
                </a:spcBef>
                <a:buClrTx/>
                <a:buFontTx/>
                <a:buNone/>
              </a:pPr>
              <a:t>133</a:t>
            </a:fld>
            <a:endParaRPr lang="en-US" altLang="en-US" sz="1200" b="1">
              <a:solidFill>
                <a:srgbClr val="1C1C1C"/>
              </a:solidFill>
            </a:endParaRPr>
          </a:p>
        </p:txBody>
      </p:sp>
      <p:sp>
        <p:nvSpPr>
          <p:cNvPr id="176130" name="Rectangle 4">
            <a:extLst>
              <a:ext uri="{FF2B5EF4-FFF2-40B4-BE49-F238E27FC236}">
                <a16:creationId xmlns:a16="http://schemas.microsoft.com/office/drawing/2014/main" id="{0259B240-BBD3-7F38-9400-AE8F69D4629B}"/>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Application Percent (APPL%)</a:t>
            </a:r>
            <a:endParaRPr lang="en-US" altLang="en-US" sz="2200" b="1">
              <a:solidFill>
                <a:schemeClr val="bg2"/>
              </a:solidFill>
            </a:endParaRPr>
          </a:p>
        </p:txBody>
      </p:sp>
      <p:sp>
        <p:nvSpPr>
          <p:cNvPr id="176131" name="Rectangle 5">
            <a:extLst>
              <a:ext uri="{FF2B5EF4-FFF2-40B4-BE49-F238E27FC236}">
                <a16:creationId xmlns:a16="http://schemas.microsoft.com/office/drawing/2014/main" id="{3022766C-CC9E-72C6-7137-AAAAA9DA2F51}"/>
              </a:ext>
            </a:extLst>
          </p:cNvPr>
          <p:cNvSpPr>
            <a:spLocks noChangeArrowheads="1"/>
          </p:cNvSpPr>
          <p:nvPr/>
        </p:nvSpPr>
        <p:spPr bwMode="auto">
          <a:xfrm>
            <a:off x="647700" y="1460500"/>
            <a:ext cx="8115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200"/>
              <a:t> Percentage of higher assemblies that have a component installed</a:t>
            </a:r>
          </a:p>
          <a:p>
            <a:pPr eaLnBrk="1" hangingPunct="1">
              <a:buClr>
                <a:schemeClr val="bg2"/>
              </a:buClr>
              <a:buFontTx/>
              <a:buChar char="•"/>
            </a:pPr>
            <a:r>
              <a:rPr lang="en-US" altLang="en-US" sz="2200"/>
              <a:t> API assigns 100% as default percent for each component-application</a:t>
            </a:r>
          </a:p>
          <a:p>
            <a:pPr eaLnBrk="1" hangingPunct="1">
              <a:buClr>
                <a:schemeClr val="bg2"/>
              </a:buClr>
              <a:buFontTx/>
              <a:buChar char="•"/>
            </a:pPr>
            <a:r>
              <a:rPr lang="en-US" altLang="en-US" sz="2200"/>
              <a:t> ES can change APPL% in API Program Selection function</a:t>
            </a:r>
          </a:p>
          <a:p>
            <a:pPr eaLnBrk="1" hangingPunct="1">
              <a:buClr>
                <a:schemeClr val="bg2"/>
              </a:buClr>
              <a:buFontTx/>
              <a:buChar char="•"/>
            </a:pPr>
            <a:r>
              <a:rPr lang="en-US" altLang="en-US" sz="2200"/>
              <a:t> Most common reason to change APPL% is to reflect mod schedule</a:t>
            </a:r>
          </a:p>
          <a:p>
            <a:pPr eaLnBrk="1" hangingPunct="1">
              <a:buClr>
                <a:schemeClr val="bg2"/>
              </a:buClr>
              <a:buFontTx/>
              <a:buChar char="•"/>
            </a:pPr>
            <a:r>
              <a:rPr lang="en-US" altLang="en-US" sz="2200"/>
              <a:t> Displayed as “Override Application Percent” when changed by ES</a:t>
            </a:r>
          </a:p>
          <a:p>
            <a:pPr eaLnBrk="1" hangingPunct="1">
              <a:buClr>
                <a:schemeClr val="bg2"/>
              </a:buClr>
              <a:buFontTx/>
              <a:buChar char="•"/>
            </a:pPr>
            <a:r>
              <a:rPr lang="en-US" altLang="en-US" sz="2200"/>
              <a:t> ES responsibility to know and maintain correct APPL%</a:t>
            </a:r>
          </a:p>
          <a:p>
            <a:pPr eaLnBrk="1" hangingPunct="1">
              <a:buClr>
                <a:schemeClr val="bg2"/>
              </a:buClr>
              <a:buFontTx/>
              <a:buNone/>
            </a:pPr>
            <a:endParaRPr lang="en-US" altLang="en-US" sz="2200"/>
          </a:p>
        </p:txBody>
      </p:sp>
      <p:sp>
        <p:nvSpPr>
          <p:cNvPr id="176132" name="TextBox 6">
            <a:extLst>
              <a:ext uri="{FF2B5EF4-FFF2-40B4-BE49-F238E27FC236}">
                <a16:creationId xmlns:a16="http://schemas.microsoft.com/office/drawing/2014/main" id="{8559D0BD-437E-E25C-C7CE-135F4AB5A874}"/>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7153" name="Text Box 3">
            <a:extLst>
              <a:ext uri="{FF2B5EF4-FFF2-40B4-BE49-F238E27FC236}">
                <a16:creationId xmlns:a16="http://schemas.microsoft.com/office/drawing/2014/main" id="{F95E3984-B423-FE17-FDC3-E0AAE51FCE0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ABD5B43-9632-4F70-9DA1-36A430515EA5}" type="slidenum">
              <a:rPr lang="en-US" altLang="en-US" sz="1200" b="1">
                <a:solidFill>
                  <a:srgbClr val="1C1C1C"/>
                </a:solidFill>
              </a:rPr>
              <a:pPr eaLnBrk="1" hangingPunct="1">
                <a:spcBef>
                  <a:spcPct val="0"/>
                </a:spcBef>
                <a:buClrTx/>
                <a:buFontTx/>
                <a:buNone/>
              </a:pPr>
              <a:t>134</a:t>
            </a:fld>
            <a:endParaRPr lang="en-US" altLang="en-US" sz="1200" b="1">
              <a:solidFill>
                <a:srgbClr val="1C1C1C"/>
              </a:solidFill>
            </a:endParaRPr>
          </a:p>
        </p:txBody>
      </p:sp>
      <p:sp>
        <p:nvSpPr>
          <p:cNvPr id="177154" name="Rectangle 4">
            <a:extLst>
              <a:ext uri="{FF2B5EF4-FFF2-40B4-BE49-F238E27FC236}">
                <a16:creationId xmlns:a16="http://schemas.microsoft.com/office/drawing/2014/main" id="{76DB492A-B470-A7A9-DCC8-E32CAF459456}"/>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4a</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177155" name="TextBox 6">
            <a:extLst>
              <a:ext uri="{FF2B5EF4-FFF2-40B4-BE49-F238E27FC236}">
                <a16:creationId xmlns:a16="http://schemas.microsoft.com/office/drawing/2014/main" id="{3972BC91-4089-83DA-8DE6-E9F7EF7ED53B}"/>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8177" name="Rectangle 2">
            <a:extLst>
              <a:ext uri="{FF2B5EF4-FFF2-40B4-BE49-F238E27FC236}">
                <a16:creationId xmlns:a16="http://schemas.microsoft.com/office/drawing/2014/main" id="{CB30A113-8A98-6CC1-E8C6-17703E3D944E}"/>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78178" name="Text Box 3">
            <a:extLst>
              <a:ext uri="{FF2B5EF4-FFF2-40B4-BE49-F238E27FC236}">
                <a16:creationId xmlns:a16="http://schemas.microsoft.com/office/drawing/2014/main" id="{8D52C3F6-9447-7864-B371-F37073EC47A3}"/>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21969043-2BEF-499D-80EF-F203EB47EFE4}" type="slidenum">
              <a:rPr lang="en-US" altLang="en-US" sz="1200" b="1">
                <a:solidFill>
                  <a:srgbClr val="1C1C1C"/>
                </a:solidFill>
              </a:rPr>
              <a:pPr eaLnBrk="1" hangingPunct="1">
                <a:spcBef>
                  <a:spcPct val="0"/>
                </a:spcBef>
                <a:buClrTx/>
                <a:buFontTx/>
                <a:buNone/>
              </a:pPr>
              <a:t>135</a:t>
            </a:fld>
            <a:endParaRPr lang="en-US" altLang="en-US" sz="1200" b="1">
              <a:solidFill>
                <a:srgbClr val="1C1C1C"/>
              </a:solidFill>
            </a:endParaRPr>
          </a:p>
        </p:txBody>
      </p:sp>
      <p:sp>
        <p:nvSpPr>
          <p:cNvPr id="178179" name="Rectangle 4">
            <a:extLst>
              <a:ext uri="{FF2B5EF4-FFF2-40B4-BE49-F238E27FC236}">
                <a16:creationId xmlns:a16="http://schemas.microsoft.com/office/drawing/2014/main" id="{BC50B4D3-ACA0-3F46-2DD6-DA7FB55B3670}"/>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4b</a:t>
            </a:r>
          </a:p>
          <a:p>
            <a:pPr algn="ctr" eaLnBrk="1" hangingPunct="1">
              <a:buClr>
                <a:schemeClr val="bg2"/>
              </a:buClr>
              <a:buFontTx/>
              <a:buNone/>
            </a:pPr>
            <a:endParaRPr lang="en-US" altLang="en-US" b="1"/>
          </a:p>
          <a:p>
            <a:pPr algn="ctr" eaLnBrk="1" hangingPunct="1">
              <a:buClr>
                <a:schemeClr val="bg2"/>
              </a:buClr>
              <a:buFontTx/>
              <a:buNone/>
            </a:pPr>
            <a:r>
              <a:rPr lang="en-US" altLang="en-US" b="1"/>
              <a:t>Establishing Indenture Records</a:t>
            </a:r>
            <a:endParaRPr lang="en-US" altLang="en-US" b="1">
              <a:solidFill>
                <a:schemeClr val="bg2"/>
              </a:solidFill>
            </a:endParaRPr>
          </a:p>
        </p:txBody>
      </p:sp>
      <p:sp>
        <p:nvSpPr>
          <p:cNvPr id="178180" name="TextBox 4">
            <a:extLst>
              <a:ext uri="{FF2B5EF4-FFF2-40B4-BE49-F238E27FC236}">
                <a16:creationId xmlns:a16="http://schemas.microsoft.com/office/drawing/2014/main" id="{E36CE721-C59E-192A-CC96-1F5A018527A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9201" name="Rectangle 2">
            <a:extLst>
              <a:ext uri="{FF2B5EF4-FFF2-40B4-BE49-F238E27FC236}">
                <a16:creationId xmlns:a16="http://schemas.microsoft.com/office/drawing/2014/main" id="{93CFBB16-2D3F-0896-B061-56EBA32847C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79202" name="Text Box 3">
            <a:extLst>
              <a:ext uri="{FF2B5EF4-FFF2-40B4-BE49-F238E27FC236}">
                <a16:creationId xmlns:a16="http://schemas.microsoft.com/office/drawing/2014/main" id="{ED318BD4-3E6E-63EB-5F7C-74AB9C0233A1}"/>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9BEBC74-AA44-44E6-8A37-E9561D05923F}" type="slidenum">
              <a:rPr lang="en-US" altLang="en-US" sz="1200" b="1">
                <a:solidFill>
                  <a:srgbClr val="1C1C1C"/>
                </a:solidFill>
              </a:rPr>
              <a:pPr eaLnBrk="1" hangingPunct="1">
                <a:spcBef>
                  <a:spcPct val="0"/>
                </a:spcBef>
                <a:buClrTx/>
                <a:buFontTx/>
                <a:buNone/>
              </a:pPr>
              <a:t>136</a:t>
            </a:fld>
            <a:endParaRPr lang="en-US" altLang="en-US" sz="1200" b="1">
              <a:solidFill>
                <a:srgbClr val="1C1C1C"/>
              </a:solidFill>
            </a:endParaRPr>
          </a:p>
        </p:txBody>
      </p:sp>
      <p:sp>
        <p:nvSpPr>
          <p:cNvPr id="179203" name="Rectangle 5">
            <a:extLst>
              <a:ext uri="{FF2B5EF4-FFF2-40B4-BE49-F238E27FC236}">
                <a16:creationId xmlns:a16="http://schemas.microsoft.com/office/drawing/2014/main" id="{FF6FA6B5-CE29-E9F1-0891-1803BDB42B81}"/>
              </a:ext>
            </a:extLst>
          </p:cNvPr>
          <p:cNvSpPr>
            <a:spLocks noChangeArrowheads="1"/>
          </p:cNvSpPr>
          <p:nvPr/>
        </p:nvSpPr>
        <p:spPr bwMode="auto">
          <a:xfrm>
            <a:off x="400050" y="1668463"/>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179204" name="Rectangle 6">
            <a:extLst>
              <a:ext uri="{FF2B5EF4-FFF2-40B4-BE49-F238E27FC236}">
                <a16:creationId xmlns:a16="http://schemas.microsoft.com/office/drawing/2014/main" id="{335434B5-2BFA-118B-E9CA-B0DC21D6646C}"/>
              </a:ext>
            </a:extLst>
          </p:cNvPr>
          <p:cNvSpPr>
            <a:spLocks noChangeArrowheads="1"/>
          </p:cNvSpPr>
          <p:nvPr/>
        </p:nvSpPr>
        <p:spPr bwMode="auto">
          <a:xfrm>
            <a:off x="647700" y="2509838"/>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400"/>
              <a:t> Covers indenture record establishment</a:t>
            </a:r>
          </a:p>
          <a:p>
            <a:pPr eaLnBrk="1" hangingPunct="1">
              <a:buClr>
                <a:schemeClr val="bg2"/>
              </a:buClr>
              <a:buFontTx/>
              <a:buNone/>
            </a:pPr>
            <a:endParaRPr lang="en-US" altLang="en-US" sz="2000"/>
          </a:p>
          <a:p>
            <a:pPr eaLnBrk="1" hangingPunct="1">
              <a:buClr>
                <a:schemeClr val="bg2"/>
              </a:buClr>
              <a:buFontTx/>
              <a:buChar char="•"/>
            </a:pPr>
            <a:endParaRPr lang="en-US" altLang="en-US" sz="1000"/>
          </a:p>
        </p:txBody>
      </p:sp>
      <p:sp>
        <p:nvSpPr>
          <p:cNvPr id="179205" name="TextBox 6">
            <a:extLst>
              <a:ext uri="{FF2B5EF4-FFF2-40B4-BE49-F238E27FC236}">
                <a16:creationId xmlns:a16="http://schemas.microsoft.com/office/drawing/2014/main" id="{1508E110-8668-20C7-403A-3B9DC38F950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0225" name="Rectangle 2">
            <a:extLst>
              <a:ext uri="{FF2B5EF4-FFF2-40B4-BE49-F238E27FC236}">
                <a16:creationId xmlns:a16="http://schemas.microsoft.com/office/drawing/2014/main" id="{90706260-8937-9688-6027-7A33FC7A882F}"/>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80226" name="Text Box 3">
            <a:extLst>
              <a:ext uri="{FF2B5EF4-FFF2-40B4-BE49-F238E27FC236}">
                <a16:creationId xmlns:a16="http://schemas.microsoft.com/office/drawing/2014/main" id="{9546F3DE-2348-54FC-9D44-81EE846EE51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A6E748C-5D6F-4CE1-B211-DF57AF16A9EC}" type="slidenum">
              <a:rPr lang="en-US" altLang="en-US" sz="1200" b="1">
                <a:solidFill>
                  <a:srgbClr val="1C1C1C"/>
                </a:solidFill>
              </a:rPr>
              <a:pPr eaLnBrk="1" hangingPunct="1">
                <a:spcBef>
                  <a:spcPct val="0"/>
                </a:spcBef>
                <a:buClrTx/>
                <a:buFontTx/>
                <a:buNone/>
              </a:pPr>
              <a:t>137</a:t>
            </a:fld>
            <a:endParaRPr lang="en-US" altLang="en-US" sz="1200" b="1">
              <a:solidFill>
                <a:srgbClr val="1C1C1C"/>
              </a:solidFill>
            </a:endParaRPr>
          </a:p>
        </p:txBody>
      </p:sp>
      <p:sp>
        <p:nvSpPr>
          <p:cNvPr id="180227" name="Rectangle 5">
            <a:extLst>
              <a:ext uri="{FF2B5EF4-FFF2-40B4-BE49-F238E27FC236}">
                <a16:creationId xmlns:a16="http://schemas.microsoft.com/office/drawing/2014/main" id="{A5D69E24-023C-B93E-7728-9E6A6299E38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Record Establishment</a:t>
            </a:r>
            <a:endParaRPr lang="en-US" altLang="en-US" sz="2200" b="1">
              <a:solidFill>
                <a:schemeClr val="bg2"/>
              </a:solidFill>
            </a:endParaRPr>
          </a:p>
        </p:txBody>
      </p:sp>
      <p:sp>
        <p:nvSpPr>
          <p:cNvPr id="180228" name="Rectangle 6">
            <a:extLst>
              <a:ext uri="{FF2B5EF4-FFF2-40B4-BE49-F238E27FC236}">
                <a16:creationId xmlns:a16="http://schemas.microsoft.com/office/drawing/2014/main" id="{3759701B-9C32-97F2-6C25-3895D1DA1FB2}"/>
              </a:ext>
            </a:extLst>
          </p:cNvPr>
          <p:cNvSpPr>
            <a:spLocks noChangeArrowheads="1"/>
          </p:cNvSpPr>
          <p:nvPr/>
        </p:nvSpPr>
        <p:spPr bwMode="auto">
          <a:xfrm>
            <a:off x="647700" y="1460500"/>
            <a:ext cx="49149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ESs, ALC OPRs, and HQ AFMC analysts may update indenture records</a:t>
            </a:r>
          </a:p>
          <a:p>
            <a:pPr eaLnBrk="1" hangingPunct="1">
              <a:buClr>
                <a:schemeClr val="bg2"/>
              </a:buClr>
              <a:buFontTx/>
              <a:buChar char="•"/>
            </a:pPr>
            <a:endParaRPr lang="en-US" altLang="en-US" sz="2400"/>
          </a:p>
          <a:p>
            <a:pPr eaLnBrk="1" hangingPunct="1">
              <a:buClr>
                <a:schemeClr val="bg2"/>
              </a:buClr>
              <a:buFontTx/>
              <a:buChar char="•"/>
            </a:pPr>
            <a:r>
              <a:rPr lang="en-US" altLang="en-US" sz="2400"/>
              <a:t> Only responsible ES may add, change, or delete data for particular component or 	assembly</a:t>
            </a:r>
          </a:p>
        </p:txBody>
      </p:sp>
      <p:pic>
        <p:nvPicPr>
          <p:cNvPr id="180229" name="Picture 8" descr="lady">
            <a:extLst>
              <a:ext uri="{FF2B5EF4-FFF2-40B4-BE49-F238E27FC236}">
                <a16:creationId xmlns:a16="http://schemas.microsoft.com/office/drawing/2014/main" id="{8C95B859-3378-1392-D66D-C1121FF1AD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676900" y="1619250"/>
            <a:ext cx="2705100" cy="3333750"/>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80230" name="TextBox 7">
            <a:extLst>
              <a:ext uri="{FF2B5EF4-FFF2-40B4-BE49-F238E27FC236}">
                <a16:creationId xmlns:a16="http://schemas.microsoft.com/office/drawing/2014/main" id="{E471DD67-603E-7E81-9CB7-398FC38D7C3E}"/>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1249" name="Rectangle 2">
            <a:extLst>
              <a:ext uri="{FF2B5EF4-FFF2-40B4-BE49-F238E27FC236}">
                <a16:creationId xmlns:a16="http://schemas.microsoft.com/office/drawing/2014/main" id="{9E6CD9D0-E05F-677B-4418-1FD2648EC8B2}"/>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81250" name="Text Box 3">
            <a:extLst>
              <a:ext uri="{FF2B5EF4-FFF2-40B4-BE49-F238E27FC236}">
                <a16:creationId xmlns:a16="http://schemas.microsoft.com/office/drawing/2014/main" id="{3EC25AC5-688C-161B-19EA-FA47B5BB45F4}"/>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B1C05DF-AE5C-403C-A13D-BADCC5BF99B1}" type="slidenum">
              <a:rPr lang="en-US" altLang="en-US" sz="1200" b="1">
                <a:solidFill>
                  <a:srgbClr val="1C1C1C"/>
                </a:solidFill>
              </a:rPr>
              <a:pPr eaLnBrk="1" hangingPunct="1">
                <a:spcBef>
                  <a:spcPct val="0"/>
                </a:spcBef>
                <a:buClrTx/>
                <a:buFontTx/>
                <a:buNone/>
              </a:pPr>
              <a:t>138</a:t>
            </a:fld>
            <a:endParaRPr lang="en-US" altLang="en-US" sz="1200" b="1">
              <a:solidFill>
                <a:srgbClr val="1C1C1C"/>
              </a:solidFill>
            </a:endParaRPr>
          </a:p>
        </p:txBody>
      </p:sp>
      <p:sp>
        <p:nvSpPr>
          <p:cNvPr id="181251" name="Rectangle 5">
            <a:extLst>
              <a:ext uri="{FF2B5EF4-FFF2-40B4-BE49-F238E27FC236}">
                <a16:creationId xmlns:a16="http://schemas.microsoft.com/office/drawing/2014/main" id="{B0EA29CB-6D03-9B48-0C17-690C7088BE30}"/>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Automated Data Sources</a:t>
            </a:r>
            <a:endParaRPr lang="en-US" altLang="en-US" sz="2200" b="1">
              <a:solidFill>
                <a:schemeClr val="bg2"/>
              </a:solidFill>
            </a:endParaRPr>
          </a:p>
        </p:txBody>
      </p:sp>
      <p:sp>
        <p:nvSpPr>
          <p:cNvPr id="181252" name="Rectangle 6">
            <a:extLst>
              <a:ext uri="{FF2B5EF4-FFF2-40B4-BE49-F238E27FC236}">
                <a16:creationId xmlns:a16="http://schemas.microsoft.com/office/drawing/2014/main" id="{326ECDE3-91D7-A4E2-610E-56197C849E34}"/>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Contractor Data</a:t>
            </a:r>
          </a:p>
          <a:p>
            <a:pPr eaLnBrk="1" hangingPunct="1">
              <a:buClr>
                <a:schemeClr val="bg2"/>
              </a:buClr>
              <a:buFontTx/>
              <a:buChar char="•"/>
            </a:pPr>
            <a:endParaRPr lang="en-US" altLang="en-US" sz="2400"/>
          </a:p>
          <a:p>
            <a:pPr eaLnBrk="1" hangingPunct="1">
              <a:buClr>
                <a:schemeClr val="bg2"/>
              </a:buClr>
              <a:buFontTx/>
              <a:buChar char="•"/>
            </a:pPr>
            <a:r>
              <a:rPr lang="en-US" altLang="en-US" sz="2400"/>
              <a:t> Provisioning</a:t>
            </a:r>
          </a:p>
        </p:txBody>
      </p:sp>
      <p:pic>
        <p:nvPicPr>
          <p:cNvPr id="181253" name="Picture 7" descr="data">
            <a:extLst>
              <a:ext uri="{FF2B5EF4-FFF2-40B4-BE49-F238E27FC236}">
                <a16:creationId xmlns:a16="http://schemas.microsoft.com/office/drawing/2014/main" id="{53C19938-F602-2512-63D7-68B01086E8A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00" y="1828800"/>
            <a:ext cx="4381500" cy="32861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81254" name="TextBox 7">
            <a:extLst>
              <a:ext uri="{FF2B5EF4-FFF2-40B4-BE49-F238E27FC236}">
                <a16:creationId xmlns:a16="http://schemas.microsoft.com/office/drawing/2014/main" id="{B61FD21D-271F-A050-9AA2-637AC037D7F2}"/>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2273" name="Rectangle 2">
            <a:extLst>
              <a:ext uri="{FF2B5EF4-FFF2-40B4-BE49-F238E27FC236}">
                <a16:creationId xmlns:a16="http://schemas.microsoft.com/office/drawing/2014/main" id="{1AFC9925-DDFD-EAA4-FFB0-B8EFE09B3CD9}"/>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82274" name="Text Box 3">
            <a:extLst>
              <a:ext uri="{FF2B5EF4-FFF2-40B4-BE49-F238E27FC236}">
                <a16:creationId xmlns:a16="http://schemas.microsoft.com/office/drawing/2014/main" id="{74156E4F-789D-CFBE-74A2-02C4898FF924}"/>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2198598-DD4F-4FC8-BF5E-7EE563C2D0BA}" type="slidenum">
              <a:rPr lang="en-US" altLang="en-US" sz="1200" b="1">
                <a:solidFill>
                  <a:srgbClr val="1C1C1C"/>
                </a:solidFill>
              </a:rPr>
              <a:pPr eaLnBrk="1" hangingPunct="1">
                <a:spcBef>
                  <a:spcPct val="0"/>
                </a:spcBef>
                <a:buClrTx/>
                <a:buFontTx/>
                <a:buNone/>
              </a:pPr>
              <a:t>139</a:t>
            </a:fld>
            <a:endParaRPr lang="en-US" altLang="en-US" sz="1200" b="1">
              <a:solidFill>
                <a:srgbClr val="1C1C1C"/>
              </a:solidFill>
            </a:endParaRPr>
          </a:p>
        </p:txBody>
      </p:sp>
      <p:sp>
        <p:nvSpPr>
          <p:cNvPr id="182275" name="Rectangle 5">
            <a:extLst>
              <a:ext uri="{FF2B5EF4-FFF2-40B4-BE49-F238E27FC236}">
                <a16:creationId xmlns:a16="http://schemas.microsoft.com/office/drawing/2014/main" id="{2DA2E5DA-F571-EC77-E5FB-5E123CD71C6D}"/>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Contractor Data</a:t>
            </a:r>
            <a:endParaRPr lang="en-US" altLang="en-US" sz="2200" b="1">
              <a:solidFill>
                <a:schemeClr val="bg2"/>
              </a:solidFill>
            </a:endParaRPr>
          </a:p>
        </p:txBody>
      </p:sp>
      <p:sp>
        <p:nvSpPr>
          <p:cNvPr id="182276" name="Rectangle 6">
            <a:extLst>
              <a:ext uri="{FF2B5EF4-FFF2-40B4-BE49-F238E27FC236}">
                <a16:creationId xmlns:a16="http://schemas.microsoft.com/office/drawing/2014/main" id="{0EFD3CCF-CFC9-5911-3F27-D614DC9DC58A}"/>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AF acquires indenture records from manufacturers</a:t>
            </a:r>
          </a:p>
          <a:p>
            <a:pPr eaLnBrk="1" hangingPunct="1">
              <a:buClr>
                <a:schemeClr val="bg2"/>
              </a:buClr>
              <a:buFontTx/>
              <a:buChar char="•"/>
            </a:pPr>
            <a:endParaRPr lang="en-US" altLang="en-US" sz="2200"/>
          </a:p>
          <a:p>
            <a:pPr eaLnBrk="1" hangingPunct="1">
              <a:buClr>
                <a:schemeClr val="bg2"/>
              </a:buClr>
              <a:buFontTx/>
              <a:buChar char="•"/>
            </a:pPr>
            <a:r>
              <a:rPr lang="en-US" altLang="en-US" sz="2200"/>
              <a:t> Records are complete indenture files in electronic form</a:t>
            </a:r>
          </a:p>
          <a:p>
            <a:pPr eaLnBrk="1" hangingPunct="1">
              <a:buClr>
                <a:schemeClr val="bg2"/>
              </a:buClr>
              <a:buFontTx/>
              <a:buChar char="•"/>
            </a:pPr>
            <a:endParaRPr lang="en-US" altLang="en-US" sz="2200"/>
          </a:p>
          <a:p>
            <a:pPr eaLnBrk="1" hangingPunct="1">
              <a:buClr>
                <a:schemeClr val="bg2"/>
              </a:buClr>
              <a:buFontTx/>
              <a:buChar char="•"/>
            </a:pPr>
            <a:r>
              <a:rPr lang="en-US" altLang="en-US" sz="2200"/>
              <a:t> Formats and procedures in AFMCMAN 23-109, Chapter 7</a:t>
            </a:r>
          </a:p>
          <a:p>
            <a:pPr eaLnBrk="1" hangingPunct="1">
              <a:buClr>
                <a:schemeClr val="bg2"/>
              </a:buClr>
              <a:buFontTx/>
              <a:buChar char="•"/>
            </a:pPr>
            <a:endParaRPr lang="en-US" altLang="en-US" sz="1800"/>
          </a:p>
          <a:p>
            <a:pPr eaLnBrk="1" hangingPunct="1">
              <a:buClr>
                <a:schemeClr val="bg2"/>
              </a:buClr>
              <a:buFontTx/>
              <a:buChar char="•"/>
            </a:pPr>
            <a:endParaRPr lang="en-US" altLang="en-US" sz="1800"/>
          </a:p>
        </p:txBody>
      </p:sp>
      <p:pic>
        <p:nvPicPr>
          <p:cNvPr id="182277" name="Picture 7" descr="F22">
            <a:extLst>
              <a:ext uri="{FF2B5EF4-FFF2-40B4-BE49-F238E27FC236}">
                <a16:creationId xmlns:a16="http://schemas.microsoft.com/office/drawing/2014/main" id="{AF387608-33FC-8B6B-8C58-0A1E3225FD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21000" y="3949700"/>
            <a:ext cx="3276600" cy="21637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82278" name="TextBox 7">
            <a:extLst>
              <a:ext uri="{FF2B5EF4-FFF2-40B4-BE49-F238E27FC236}">
                <a16:creationId xmlns:a16="http://schemas.microsoft.com/office/drawing/2014/main" id="{C7CD5612-DBD7-FBCE-4F76-F017067D1473}"/>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83297" name="Picture 7" descr="D220">
            <a:extLst>
              <a:ext uri="{FF2B5EF4-FFF2-40B4-BE49-F238E27FC236}">
                <a16:creationId xmlns:a16="http://schemas.microsoft.com/office/drawing/2014/main" id="{BECA5E92-C04C-C3C5-0D1C-8E911DB0608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843463" y="2917825"/>
            <a:ext cx="4187825" cy="3460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83298" name="Rectangle 2">
            <a:extLst>
              <a:ext uri="{FF2B5EF4-FFF2-40B4-BE49-F238E27FC236}">
                <a16:creationId xmlns:a16="http://schemas.microsoft.com/office/drawing/2014/main" id="{6D7D5677-1F31-75F4-F41B-036EBFC4877B}"/>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83299" name="Text Box 3">
            <a:extLst>
              <a:ext uri="{FF2B5EF4-FFF2-40B4-BE49-F238E27FC236}">
                <a16:creationId xmlns:a16="http://schemas.microsoft.com/office/drawing/2014/main" id="{D0C139F3-6A0A-1F8B-A743-0471752BC677}"/>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C7C59F2-044F-430A-822A-0C9B025EDFCB}" type="slidenum">
              <a:rPr lang="en-US" altLang="en-US" sz="1200" b="1">
                <a:solidFill>
                  <a:srgbClr val="1C1C1C"/>
                </a:solidFill>
              </a:rPr>
              <a:pPr eaLnBrk="1" hangingPunct="1">
                <a:spcBef>
                  <a:spcPct val="0"/>
                </a:spcBef>
                <a:buClrTx/>
                <a:buFontTx/>
                <a:buNone/>
              </a:pPr>
              <a:t>140</a:t>
            </a:fld>
            <a:endParaRPr lang="en-US" altLang="en-US" sz="1200" b="1">
              <a:solidFill>
                <a:srgbClr val="1C1C1C"/>
              </a:solidFill>
            </a:endParaRPr>
          </a:p>
        </p:txBody>
      </p:sp>
      <p:sp>
        <p:nvSpPr>
          <p:cNvPr id="183300" name="Rectangle 5">
            <a:extLst>
              <a:ext uri="{FF2B5EF4-FFF2-40B4-BE49-F238E27FC236}">
                <a16:creationId xmlns:a16="http://schemas.microsoft.com/office/drawing/2014/main" id="{6631A6DE-B6F6-FAF0-6E8F-42A12EC46125}"/>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Provisioning</a:t>
            </a:r>
            <a:endParaRPr lang="en-US" altLang="en-US" sz="2200" b="1">
              <a:solidFill>
                <a:schemeClr val="bg2"/>
              </a:solidFill>
            </a:endParaRPr>
          </a:p>
        </p:txBody>
      </p:sp>
      <p:sp>
        <p:nvSpPr>
          <p:cNvPr id="183301" name="Rectangle 6">
            <a:extLst>
              <a:ext uri="{FF2B5EF4-FFF2-40B4-BE49-F238E27FC236}">
                <a16:creationId xmlns:a16="http://schemas.microsoft.com/office/drawing/2014/main" id="{E14CDA8B-6126-EC8D-465D-6414399C1DA2}"/>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Creates indenture records through interface with D220</a:t>
            </a:r>
          </a:p>
          <a:p>
            <a:pPr eaLnBrk="1" hangingPunct="1">
              <a:buClr>
                <a:schemeClr val="bg2"/>
              </a:buClr>
              <a:buFontTx/>
              <a:buChar char="•"/>
            </a:pPr>
            <a:endParaRPr lang="en-US" altLang="en-US" sz="2000"/>
          </a:p>
          <a:p>
            <a:pPr eaLnBrk="1" hangingPunct="1">
              <a:buClr>
                <a:schemeClr val="bg2"/>
              </a:buClr>
              <a:buFontTx/>
              <a:buChar char="•"/>
            </a:pPr>
            <a:r>
              <a:rPr lang="en-US" altLang="en-US" sz="2000"/>
              <a:t> D220 produces indenture file that reflects PPL</a:t>
            </a:r>
          </a:p>
          <a:p>
            <a:pPr eaLnBrk="1" hangingPunct="1">
              <a:buClr>
                <a:schemeClr val="bg2"/>
              </a:buClr>
              <a:buFontTx/>
              <a:buChar char="•"/>
            </a:pPr>
            <a:endParaRPr lang="en-US" altLang="en-US" sz="2000"/>
          </a:p>
          <a:p>
            <a:pPr eaLnBrk="1" hangingPunct="1">
              <a:buClr>
                <a:schemeClr val="bg2"/>
              </a:buClr>
              <a:buFontTx/>
              <a:buChar char="•"/>
            </a:pPr>
            <a:r>
              <a:rPr lang="en-US" altLang="en-US" sz="2000"/>
              <a:t> You should manually add any missing indentures</a:t>
            </a:r>
          </a:p>
          <a:p>
            <a:pPr eaLnBrk="1" hangingPunct="1">
              <a:buClr>
                <a:schemeClr val="bg2"/>
              </a:buClr>
              <a:buFontTx/>
              <a:buChar char="•"/>
            </a:pPr>
            <a:endParaRPr lang="en-US" altLang="en-US" sz="2000"/>
          </a:p>
          <a:p>
            <a:pPr eaLnBrk="1" hangingPunct="1">
              <a:buClr>
                <a:schemeClr val="bg2"/>
              </a:buClr>
              <a:buFontTx/>
              <a:buChar char="•"/>
            </a:pPr>
            <a:r>
              <a:rPr lang="en-US" altLang="en-US" sz="2000"/>
              <a:t> You must ensure accuracy of indentures before passing </a:t>
            </a:r>
          </a:p>
          <a:p>
            <a:pPr eaLnBrk="1" hangingPunct="1">
              <a:buClr>
                <a:schemeClr val="bg2"/>
              </a:buClr>
              <a:buFontTx/>
              <a:buNone/>
            </a:pPr>
            <a:r>
              <a:rPr lang="en-US" altLang="en-US" sz="2000"/>
              <a:t>	 them to API</a:t>
            </a:r>
          </a:p>
          <a:p>
            <a:pPr eaLnBrk="1" hangingPunct="1">
              <a:buClr>
                <a:schemeClr val="bg2"/>
              </a:buClr>
              <a:buFontTx/>
              <a:buChar char="•"/>
            </a:pPr>
            <a:endParaRPr lang="en-US" altLang="en-US" sz="2000"/>
          </a:p>
          <a:p>
            <a:pPr eaLnBrk="1" hangingPunct="1">
              <a:buClr>
                <a:schemeClr val="bg2"/>
              </a:buClr>
              <a:buFontTx/>
              <a:buChar char="•"/>
            </a:pPr>
            <a:endParaRPr lang="en-US" altLang="en-US" sz="1800"/>
          </a:p>
        </p:txBody>
      </p:sp>
      <p:sp>
        <p:nvSpPr>
          <p:cNvPr id="183302" name="TextBox 7">
            <a:extLst>
              <a:ext uri="{FF2B5EF4-FFF2-40B4-BE49-F238E27FC236}">
                <a16:creationId xmlns:a16="http://schemas.microsoft.com/office/drawing/2014/main" id="{2A015734-AD5F-492F-96ED-768BFB9A61B1}"/>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21" name="Rectangle 2">
            <a:extLst>
              <a:ext uri="{FF2B5EF4-FFF2-40B4-BE49-F238E27FC236}">
                <a16:creationId xmlns:a16="http://schemas.microsoft.com/office/drawing/2014/main" id="{AAFA3583-BA5D-449E-D3E4-E648948AF42B}"/>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84322" name="Text Box 3">
            <a:extLst>
              <a:ext uri="{FF2B5EF4-FFF2-40B4-BE49-F238E27FC236}">
                <a16:creationId xmlns:a16="http://schemas.microsoft.com/office/drawing/2014/main" id="{2A71892F-AA54-E0C2-C57A-04AEAA9838E1}"/>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A9B0DC6-F4AB-43B8-9AAB-32DA30068982}" type="slidenum">
              <a:rPr lang="en-US" altLang="en-US" sz="1200" b="1">
                <a:solidFill>
                  <a:srgbClr val="1C1C1C"/>
                </a:solidFill>
              </a:rPr>
              <a:pPr eaLnBrk="1" hangingPunct="1">
                <a:spcBef>
                  <a:spcPct val="0"/>
                </a:spcBef>
                <a:buClrTx/>
                <a:buFontTx/>
                <a:buNone/>
              </a:pPr>
              <a:t>141</a:t>
            </a:fld>
            <a:endParaRPr lang="en-US" altLang="en-US" sz="1200" b="1">
              <a:solidFill>
                <a:srgbClr val="1C1C1C"/>
              </a:solidFill>
            </a:endParaRPr>
          </a:p>
        </p:txBody>
      </p:sp>
      <p:sp>
        <p:nvSpPr>
          <p:cNvPr id="184323" name="Rectangle 5">
            <a:extLst>
              <a:ext uri="{FF2B5EF4-FFF2-40B4-BE49-F238E27FC236}">
                <a16:creationId xmlns:a16="http://schemas.microsoft.com/office/drawing/2014/main" id="{AFD6ECB4-6122-5267-7295-D66748033555}"/>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Manual Data Sources</a:t>
            </a:r>
            <a:endParaRPr lang="en-US" altLang="en-US" sz="2200" b="1">
              <a:solidFill>
                <a:schemeClr val="bg2"/>
              </a:solidFill>
            </a:endParaRPr>
          </a:p>
        </p:txBody>
      </p:sp>
      <p:sp>
        <p:nvSpPr>
          <p:cNvPr id="184324" name="Rectangle 6">
            <a:extLst>
              <a:ext uri="{FF2B5EF4-FFF2-40B4-BE49-F238E27FC236}">
                <a16:creationId xmlns:a16="http://schemas.microsoft.com/office/drawing/2014/main" id="{ACEBF4F7-AA07-5DF6-AD2B-9D6B29DEA395}"/>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Online system</a:t>
            </a:r>
          </a:p>
          <a:p>
            <a:pPr eaLnBrk="1" hangingPunct="1">
              <a:buClr>
                <a:schemeClr val="bg2"/>
              </a:buClr>
              <a:buFontTx/>
              <a:buChar char="•"/>
            </a:pPr>
            <a:endParaRPr lang="en-US" altLang="en-US" sz="2200"/>
          </a:p>
          <a:p>
            <a:pPr eaLnBrk="1" hangingPunct="1">
              <a:buClr>
                <a:schemeClr val="bg2"/>
              </a:buClr>
              <a:buFontTx/>
              <a:buChar char="•"/>
            </a:pPr>
            <a:r>
              <a:rPr lang="en-US" altLang="en-US" sz="2200"/>
              <a:t> Primary sources</a:t>
            </a:r>
          </a:p>
          <a:p>
            <a:pPr lvl="1" eaLnBrk="1" hangingPunct="1">
              <a:buClr>
                <a:schemeClr val="bg2"/>
              </a:buClr>
              <a:buFontTx/>
              <a:buChar char="•"/>
            </a:pPr>
            <a:r>
              <a:rPr lang="en-US" altLang="en-US" sz="2200"/>
              <a:t>IPB in –4 TOs</a:t>
            </a:r>
          </a:p>
          <a:p>
            <a:pPr lvl="1" eaLnBrk="1" hangingPunct="1">
              <a:buClr>
                <a:schemeClr val="bg2"/>
              </a:buClr>
              <a:buFontTx/>
              <a:buChar char="•"/>
            </a:pPr>
            <a:r>
              <a:rPr lang="en-US" altLang="en-US" sz="2200"/>
              <a:t>Technical manuals</a:t>
            </a:r>
          </a:p>
          <a:p>
            <a:pPr lvl="1" eaLnBrk="1" hangingPunct="1">
              <a:buClr>
                <a:schemeClr val="bg2"/>
              </a:buClr>
              <a:buFontTx/>
              <a:buChar char="•"/>
            </a:pPr>
            <a:r>
              <a:rPr lang="en-US" altLang="en-US" sz="2200"/>
              <a:t>Provisioning documents</a:t>
            </a:r>
          </a:p>
          <a:p>
            <a:pPr eaLnBrk="1" hangingPunct="1">
              <a:buClr>
                <a:schemeClr val="bg2"/>
              </a:buClr>
              <a:buFontTx/>
              <a:buChar char="•"/>
            </a:pPr>
            <a:endParaRPr lang="en-US" altLang="en-US" sz="1800"/>
          </a:p>
          <a:p>
            <a:pPr eaLnBrk="1" hangingPunct="1">
              <a:buClr>
                <a:schemeClr val="bg2"/>
              </a:buClr>
              <a:buFontTx/>
              <a:buChar char="•"/>
            </a:pPr>
            <a:endParaRPr lang="en-US" altLang="en-US" sz="1800"/>
          </a:p>
        </p:txBody>
      </p:sp>
      <p:pic>
        <p:nvPicPr>
          <p:cNvPr id="184325" name="Picture 7" descr="to03">
            <a:extLst>
              <a:ext uri="{FF2B5EF4-FFF2-40B4-BE49-F238E27FC236}">
                <a16:creationId xmlns:a16="http://schemas.microsoft.com/office/drawing/2014/main" id="{53002004-0DAE-C695-3102-5CB4DF0F14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611688" y="1641475"/>
            <a:ext cx="3948112" cy="4378325"/>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84326" name="TextBox 7">
            <a:extLst>
              <a:ext uri="{FF2B5EF4-FFF2-40B4-BE49-F238E27FC236}">
                <a16:creationId xmlns:a16="http://schemas.microsoft.com/office/drawing/2014/main" id="{819EAD95-3336-68E6-4A4E-728D1B73D94E}"/>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5345" name="Rectangle 2">
            <a:extLst>
              <a:ext uri="{FF2B5EF4-FFF2-40B4-BE49-F238E27FC236}">
                <a16:creationId xmlns:a16="http://schemas.microsoft.com/office/drawing/2014/main" id="{E9FAB20D-3B56-5A0B-9E27-1EAC6199DF0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85346" name="Text Box 3">
            <a:extLst>
              <a:ext uri="{FF2B5EF4-FFF2-40B4-BE49-F238E27FC236}">
                <a16:creationId xmlns:a16="http://schemas.microsoft.com/office/drawing/2014/main" id="{B264DA76-9127-39AA-9E29-1CAFA5BD4A6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462B94F8-9B31-4AEE-A789-EEBAF0F3B700}" type="slidenum">
              <a:rPr lang="en-US" altLang="en-US" sz="1200" b="1">
                <a:solidFill>
                  <a:srgbClr val="1C1C1C"/>
                </a:solidFill>
              </a:rPr>
              <a:pPr eaLnBrk="1" hangingPunct="1">
                <a:spcBef>
                  <a:spcPct val="0"/>
                </a:spcBef>
                <a:buClrTx/>
                <a:buFontTx/>
                <a:buNone/>
              </a:pPr>
              <a:t>142</a:t>
            </a:fld>
            <a:endParaRPr lang="en-US" altLang="en-US" sz="1200" b="1">
              <a:solidFill>
                <a:srgbClr val="1C1C1C"/>
              </a:solidFill>
            </a:endParaRPr>
          </a:p>
        </p:txBody>
      </p:sp>
      <p:sp>
        <p:nvSpPr>
          <p:cNvPr id="185347" name="Rectangle 5">
            <a:extLst>
              <a:ext uri="{FF2B5EF4-FFF2-40B4-BE49-F238E27FC236}">
                <a16:creationId xmlns:a16="http://schemas.microsoft.com/office/drawing/2014/main" id="{DFD2D73F-606D-F731-C676-7331F7C0CC1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Other Sources</a:t>
            </a:r>
            <a:endParaRPr lang="en-US" altLang="en-US" sz="2200" b="1">
              <a:solidFill>
                <a:schemeClr val="bg2"/>
              </a:solidFill>
            </a:endParaRPr>
          </a:p>
        </p:txBody>
      </p:sp>
      <p:sp>
        <p:nvSpPr>
          <p:cNvPr id="185348" name="Rectangle 6">
            <a:extLst>
              <a:ext uri="{FF2B5EF4-FFF2-40B4-BE49-F238E27FC236}">
                <a16:creationId xmlns:a16="http://schemas.microsoft.com/office/drawing/2014/main" id="{81DC3082-B07A-3AF0-9C54-3C0C8BD9C026}"/>
              </a:ext>
            </a:extLst>
          </p:cNvPr>
          <p:cNvSpPr>
            <a:spLocks noChangeArrowheads="1"/>
          </p:cNvSpPr>
          <p:nvPr/>
        </p:nvSpPr>
        <p:spPr bwMode="auto">
          <a:xfrm>
            <a:off x="647700" y="1246188"/>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API automatically establishes indenture records when components without a record are replaced</a:t>
            </a:r>
          </a:p>
          <a:p>
            <a:pPr eaLnBrk="1" hangingPunct="1">
              <a:buClr>
                <a:schemeClr val="bg2"/>
              </a:buClr>
              <a:buFontTx/>
              <a:buChar char="•"/>
            </a:pPr>
            <a:endParaRPr lang="en-US" altLang="en-US" sz="2000"/>
          </a:p>
          <a:p>
            <a:pPr eaLnBrk="1" hangingPunct="1">
              <a:buClr>
                <a:schemeClr val="bg2"/>
              </a:buClr>
              <a:buFontTx/>
              <a:buChar char="•"/>
            </a:pPr>
            <a:r>
              <a:rPr lang="en-US" altLang="en-US" sz="2000"/>
              <a:t> API places “V” in SID code area, and “REVIEW” in BSN field of indenture screen</a:t>
            </a:r>
          </a:p>
          <a:p>
            <a:pPr eaLnBrk="1" hangingPunct="1">
              <a:buClr>
                <a:schemeClr val="bg2"/>
              </a:buClr>
              <a:buFontTx/>
              <a:buChar char="•"/>
            </a:pPr>
            <a:endParaRPr lang="en-US" altLang="en-US" sz="2000"/>
          </a:p>
          <a:p>
            <a:pPr eaLnBrk="1" hangingPunct="1">
              <a:buClr>
                <a:schemeClr val="bg2"/>
              </a:buClr>
              <a:buFontTx/>
              <a:buChar char="•"/>
            </a:pPr>
            <a:r>
              <a:rPr lang="en-US" altLang="en-US" sz="2000"/>
              <a:t> ES reviews the indenture and either accepts the change by adding a review date, or adds the correct indenture information</a:t>
            </a:r>
          </a:p>
          <a:p>
            <a:pPr eaLnBrk="1" hangingPunct="1">
              <a:buClr>
                <a:schemeClr val="bg2"/>
              </a:buClr>
              <a:buFontTx/>
              <a:buChar char="•"/>
            </a:pPr>
            <a:endParaRPr lang="en-US" altLang="en-US" sz="2000"/>
          </a:p>
          <a:p>
            <a:pPr eaLnBrk="1" hangingPunct="1">
              <a:buClr>
                <a:schemeClr val="bg2"/>
              </a:buClr>
              <a:buFontTx/>
              <a:buChar char="•"/>
            </a:pPr>
            <a:r>
              <a:rPr lang="en-US" altLang="en-US" sz="2000"/>
              <a:t> New Components for Existing NHA product advises you of condition</a:t>
            </a:r>
          </a:p>
          <a:p>
            <a:pPr eaLnBrk="1" hangingPunct="1">
              <a:buClr>
                <a:schemeClr val="bg2"/>
              </a:buClr>
              <a:buFontTx/>
              <a:buNone/>
            </a:pPr>
            <a:endParaRPr lang="en-US" altLang="en-US" sz="2000"/>
          </a:p>
          <a:p>
            <a:pPr eaLnBrk="1" hangingPunct="1">
              <a:buClr>
                <a:schemeClr val="bg2"/>
              </a:buClr>
              <a:buFontTx/>
              <a:buChar char="•"/>
            </a:pPr>
            <a:r>
              <a:rPr lang="en-US" altLang="en-US" sz="2000"/>
              <a:t> Review product and use it to build or change records</a:t>
            </a:r>
          </a:p>
          <a:p>
            <a:pPr eaLnBrk="1" hangingPunct="1">
              <a:buClr>
                <a:schemeClr val="bg2"/>
              </a:buClr>
              <a:buFontTx/>
              <a:buChar char="•"/>
            </a:pPr>
            <a:endParaRPr lang="en-US" altLang="en-US" sz="2000"/>
          </a:p>
          <a:p>
            <a:pPr eaLnBrk="1" hangingPunct="1">
              <a:buClr>
                <a:schemeClr val="bg2"/>
              </a:buClr>
              <a:buFontTx/>
              <a:buChar char="•"/>
            </a:pPr>
            <a:endParaRPr lang="en-US" altLang="en-US" sz="2000"/>
          </a:p>
        </p:txBody>
      </p:sp>
      <p:sp>
        <p:nvSpPr>
          <p:cNvPr id="185349" name="TextBox 6">
            <a:extLst>
              <a:ext uri="{FF2B5EF4-FFF2-40B4-BE49-F238E27FC236}">
                <a16:creationId xmlns:a16="http://schemas.microsoft.com/office/drawing/2014/main" id="{12157071-D958-60A8-5DA7-5E1D98E5DDD6}"/>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6369" name="Text Box 3">
            <a:extLst>
              <a:ext uri="{FF2B5EF4-FFF2-40B4-BE49-F238E27FC236}">
                <a16:creationId xmlns:a16="http://schemas.microsoft.com/office/drawing/2014/main" id="{8F3F47B2-8F76-1CA9-AFF9-CAF9F32CEC2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D06E370-C9DE-4FCE-800E-8B5B72A21BAB}" type="slidenum">
              <a:rPr lang="en-US" altLang="en-US" sz="1200" b="1">
                <a:solidFill>
                  <a:srgbClr val="1C1C1C"/>
                </a:solidFill>
              </a:rPr>
              <a:pPr eaLnBrk="1" hangingPunct="1">
                <a:spcBef>
                  <a:spcPct val="0"/>
                </a:spcBef>
                <a:buClrTx/>
                <a:buFontTx/>
                <a:buNone/>
              </a:pPr>
              <a:t>143</a:t>
            </a:fld>
            <a:endParaRPr lang="en-US" altLang="en-US" sz="1200" b="1">
              <a:solidFill>
                <a:srgbClr val="1C1C1C"/>
              </a:solidFill>
            </a:endParaRPr>
          </a:p>
        </p:txBody>
      </p:sp>
      <p:sp>
        <p:nvSpPr>
          <p:cNvPr id="186370" name="Rectangle 5">
            <a:extLst>
              <a:ext uri="{FF2B5EF4-FFF2-40B4-BE49-F238E27FC236}">
                <a16:creationId xmlns:a16="http://schemas.microsoft.com/office/drawing/2014/main" id="{0B43F790-AC78-0880-7816-969CA7434AA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 Data Sustainment</a:t>
            </a:r>
            <a:endParaRPr lang="en-US" altLang="en-US" sz="2200" b="1">
              <a:solidFill>
                <a:schemeClr val="bg2"/>
              </a:solidFill>
            </a:endParaRPr>
          </a:p>
        </p:txBody>
      </p:sp>
      <p:sp>
        <p:nvSpPr>
          <p:cNvPr id="186371" name="Rectangle 6">
            <a:extLst>
              <a:ext uri="{FF2B5EF4-FFF2-40B4-BE49-F238E27FC236}">
                <a16:creationId xmlns:a16="http://schemas.microsoft.com/office/drawing/2014/main" id="{E5448F44-E2C6-9CF7-620E-BEC614962C5D}"/>
              </a:ext>
            </a:extLst>
          </p:cNvPr>
          <p:cNvSpPr>
            <a:spLocks noChangeArrowheads="1"/>
          </p:cNvSpPr>
          <p:nvPr/>
        </p:nvSpPr>
        <p:spPr bwMode="auto">
          <a:xfrm>
            <a:off x="647700" y="1246188"/>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778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778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778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You are responsible for maintaining indenture data within API for the life 	of the system or end item</a:t>
            </a:r>
          </a:p>
          <a:p>
            <a:pPr eaLnBrk="1" hangingPunct="1">
              <a:buClr>
                <a:schemeClr val="bg2"/>
              </a:buClr>
              <a:buFontTx/>
              <a:buChar char="•"/>
            </a:pPr>
            <a:r>
              <a:rPr lang="en-US" altLang="en-US" sz="1800"/>
              <a:t> Incorporate any changes within API</a:t>
            </a:r>
          </a:p>
          <a:p>
            <a:pPr eaLnBrk="1" hangingPunct="1">
              <a:buClr>
                <a:schemeClr val="bg2"/>
              </a:buClr>
              <a:buFontTx/>
              <a:buChar char="•"/>
            </a:pPr>
            <a:r>
              <a:rPr lang="en-US" altLang="en-US" sz="1800"/>
              <a:t> File maintain review dates!</a:t>
            </a:r>
          </a:p>
          <a:p>
            <a:pPr eaLnBrk="1" hangingPunct="1">
              <a:buClr>
                <a:schemeClr val="bg2"/>
              </a:buClr>
              <a:buFontTx/>
              <a:buChar char="•"/>
            </a:pPr>
            <a:r>
              <a:rPr lang="en-US" altLang="en-US" sz="1800"/>
              <a:t> NHA review dates can’t be over 18 months old.</a:t>
            </a:r>
          </a:p>
          <a:p>
            <a:pPr eaLnBrk="1" hangingPunct="1">
              <a:buClr>
                <a:schemeClr val="bg2"/>
              </a:buClr>
              <a:buFontTx/>
              <a:buChar char="•"/>
            </a:pPr>
            <a:r>
              <a:rPr lang="en-US" altLang="en-US" sz="1800"/>
              <a:t> Change processes:</a:t>
            </a:r>
          </a:p>
          <a:p>
            <a:pPr lvl="1" eaLnBrk="1" hangingPunct="1">
              <a:buClr>
                <a:schemeClr val="bg2"/>
              </a:buClr>
              <a:buFontTx/>
              <a:buChar char="•"/>
            </a:pPr>
            <a:r>
              <a:rPr lang="en-US" altLang="en-US" sz="1800"/>
              <a:t>Notifications</a:t>
            </a:r>
          </a:p>
          <a:p>
            <a:pPr lvl="1" eaLnBrk="1" hangingPunct="1">
              <a:buClr>
                <a:schemeClr val="bg2"/>
              </a:buClr>
              <a:buFontTx/>
              <a:buChar char="•"/>
            </a:pPr>
            <a:r>
              <a:rPr lang="en-US" altLang="en-US" sz="1800"/>
              <a:t>Design changes</a:t>
            </a:r>
          </a:p>
          <a:p>
            <a:pPr lvl="1" eaLnBrk="1" hangingPunct="1">
              <a:buClr>
                <a:schemeClr val="bg2"/>
              </a:buClr>
              <a:buFontTx/>
              <a:buChar char="•"/>
            </a:pPr>
            <a:r>
              <a:rPr lang="en-US" altLang="en-US" sz="1800"/>
              <a:t>Cataloging actions</a:t>
            </a:r>
          </a:p>
          <a:p>
            <a:pPr lvl="1" eaLnBrk="1" hangingPunct="1">
              <a:buClr>
                <a:schemeClr val="bg2"/>
              </a:buClr>
              <a:buFontTx/>
              <a:buChar char="•"/>
            </a:pPr>
            <a:r>
              <a:rPr lang="en-US" altLang="en-US" sz="1800"/>
              <a:t>Component replacement usage</a:t>
            </a:r>
          </a:p>
          <a:p>
            <a:pPr lvl="1" eaLnBrk="1" hangingPunct="1">
              <a:buClr>
                <a:schemeClr val="bg2"/>
              </a:buClr>
              <a:buFontTx/>
              <a:buChar char="•"/>
            </a:pPr>
            <a:r>
              <a:rPr lang="en-US" altLang="en-US" sz="1800"/>
              <a:t>TO actions</a:t>
            </a:r>
          </a:p>
          <a:p>
            <a:pPr lvl="1" eaLnBrk="1" hangingPunct="1">
              <a:buClr>
                <a:schemeClr val="bg2"/>
              </a:buClr>
              <a:buFontTx/>
              <a:buChar char="•"/>
            </a:pPr>
            <a:r>
              <a:rPr lang="en-US" altLang="en-US" sz="1800"/>
              <a:t>SMR codes</a:t>
            </a:r>
          </a:p>
          <a:p>
            <a:pPr lvl="1" eaLnBrk="1" hangingPunct="1">
              <a:buClr>
                <a:schemeClr val="bg2"/>
              </a:buClr>
              <a:buFontTx/>
              <a:buChar char="•"/>
            </a:pPr>
            <a:r>
              <a:rPr lang="en-US" altLang="en-US" sz="1800"/>
              <a:t>Repair programs</a:t>
            </a:r>
          </a:p>
        </p:txBody>
      </p:sp>
      <p:pic>
        <p:nvPicPr>
          <p:cNvPr id="186372" name="Picture 7" descr="API">
            <a:extLst>
              <a:ext uri="{FF2B5EF4-FFF2-40B4-BE49-F238E27FC236}">
                <a16:creationId xmlns:a16="http://schemas.microsoft.com/office/drawing/2014/main" id="{D1ABC1F3-2635-8883-5437-B1015F3E13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580063" y="3324225"/>
            <a:ext cx="3049587" cy="3014663"/>
          </a:xfrm>
          <a:prstGeom prst="rect">
            <a:avLst/>
          </a:prstGeom>
          <a:noFill/>
          <a:ln w="9525">
            <a:solidFill>
              <a:schemeClr val="tx1"/>
            </a:solidFill>
            <a:miter lim="800000"/>
            <a:headEnd/>
            <a:tailEnd/>
          </a:ln>
          <a:extLst>
            <a:ext uri="{909E8E84-426E-40DD-AFC4-6F175D3DCCD1}">
              <a14:hiddenFill xmlns:a14="http://schemas.microsoft.com/office/drawing/2010/main">
                <a:solidFill>
                  <a:srgbClr val="FFFFFF"/>
                </a:solidFill>
              </a14:hiddenFill>
            </a:ext>
          </a:extLst>
        </p:spPr>
      </p:pic>
      <p:sp>
        <p:nvSpPr>
          <p:cNvPr id="186373" name="TextBox 6">
            <a:extLst>
              <a:ext uri="{FF2B5EF4-FFF2-40B4-BE49-F238E27FC236}">
                <a16:creationId xmlns:a16="http://schemas.microsoft.com/office/drawing/2014/main" id="{C9EE6CFA-224A-3DCB-B01B-63494D859499}"/>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7393" name="Rectangle 2">
            <a:extLst>
              <a:ext uri="{FF2B5EF4-FFF2-40B4-BE49-F238E27FC236}">
                <a16:creationId xmlns:a16="http://schemas.microsoft.com/office/drawing/2014/main" id="{A61C6602-25B6-20CD-E1C2-CB1D8885F27B}"/>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87394" name="Text Box 3">
            <a:extLst>
              <a:ext uri="{FF2B5EF4-FFF2-40B4-BE49-F238E27FC236}">
                <a16:creationId xmlns:a16="http://schemas.microsoft.com/office/drawing/2014/main" id="{9A798613-D49D-2EF4-E176-DC69399E37E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DD4A860-A848-4AE8-9182-8B87E9F2319A}" type="slidenum">
              <a:rPr lang="en-US" altLang="en-US" sz="1200" b="1">
                <a:solidFill>
                  <a:srgbClr val="1C1C1C"/>
                </a:solidFill>
              </a:rPr>
              <a:pPr eaLnBrk="1" hangingPunct="1">
                <a:spcBef>
                  <a:spcPct val="0"/>
                </a:spcBef>
                <a:buClrTx/>
                <a:buFontTx/>
                <a:buNone/>
              </a:pPr>
              <a:t>144</a:t>
            </a:fld>
            <a:endParaRPr lang="en-US" altLang="en-US" sz="1200" b="1">
              <a:solidFill>
                <a:srgbClr val="1C1C1C"/>
              </a:solidFill>
            </a:endParaRPr>
          </a:p>
        </p:txBody>
      </p:sp>
      <p:sp>
        <p:nvSpPr>
          <p:cNvPr id="187395" name="Rectangle 4">
            <a:extLst>
              <a:ext uri="{FF2B5EF4-FFF2-40B4-BE49-F238E27FC236}">
                <a16:creationId xmlns:a16="http://schemas.microsoft.com/office/drawing/2014/main" id="{5E6C0C13-138C-8E8F-56A3-DA1BD67EC332}"/>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4b</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187396" name="TextBox 5">
            <a:extLst>
              <a:ext uri="{FF2B5EF4-FFF2-40B4-BE49-F238E27FC236}">
                <a16:creationId xmlns:a16="http://schemas.microsoft.com/office/drawing/2014/main" id="{C7B475D3-5D8B-6FD7-6758-9118E0F0D1E8}"/>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8417" name="Rectangle 2">
            <a:extLst>
              <a:ext uri="{FF2B5EF4-FFF2-40B4-BE49-F238E27FC236}">
                <a16:creationId xmlns:a16="http://schemas.microsoft.com/office/drawing/2014/main" id="{4BF2A382-7E71-5DB8-AD13-FA74D1AAACCF}"/>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88418" name="Text Box 3">
            <a:extLst>
              <a:ext uri="{FF2B5EF4-FFF2-40B4-BE49-F238E27FC236}">
                <a16:creationId xmlns:a16="http://schemas.microsoft.com/office/drawing/2014/main" id="{8D8F76A1-37F4-4280-D4F7-307655BBD87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D30070F-A5EA-4B37-BA57-E027838EA7C4}" type="slidenum">
              <a:rPr lang="en-US" altLang="en-US" sz="1200" b="1">
                <a:solidFill>
                  <a:srgbClr val="1C1C1C"/>
                </a:solidFill>
              </a:rPr>
              <a:pPr eaLnBrk="1" hangingPunct="1">
                <a:spcBef>
                  <a:spcPct val="0"/>
                </a:spcBef>
                <a:buClrTx/>
                <a:buFontTx/>
                <a:buNone/>
              </a:pPr>
              <a:t>145</a:t>
            </a:fld>
            <a:endParaRPr lang="en-US" altLang="en-US" sz="1200" b="1">
              <a:solidFill>
                <a:srgbClr val="1C1C1C"/>
              </a:solidFill>
            </a:endParaRPr>
          </a:p>
        </p:txBody>
      </p:sp>
      <p:sp>
        <p:nvSpPr>
          <p:cNvPr id="188419" name="Rectangle 4">
            <a:extLst>
              <a:ext uri="{FF2B5EF4-FFF2-40B4-BE49-F238E27FC236}">
                <a16:creationId xmlns:a16="http://schemas.microsoft.com/office/drawing/2014/main" id="{F9619F69-404C-28E8-A606-39FE441544BE}"/>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4c</a:t>
            </a:r>
          </a:p>
          <a:p>
            <a:pPr algn="ctr" eaLnBrk="1" hangingPunct="1">
              <a:buClr>
                <a:schemeClr val="bg2"/>
              </a:buClr>
              <a:buFontTx/>
              <a:buNone/>
            </a:pPr>
            <a:endParaRPr lang="en-US" altLang="en-US" b="1"/>
          </a:p>
          <a:p>
            <a:pPr algn="ctr" eaLnBrk="1" hangingPunct="1">
              <a:buClr>
                <a:schemeClr val="bg2"/>
              </a:buClr>
              <a:buFontTx/>
              <a:buNone/>
            </a:pPr>
            <a:r>
              <a:rPr lang="en-US" altLang="en-US" b="1"/>
              <a:t>Fundamental Indenture Terms and Formulas</a:t>
            </a:r>
            <a:endParaRPr lang="en-US" altLang="en-US" b="1">
              <a:solidFill>
                <a:schemeClr val="bg2"/>
              </a:solidFill>
            </a:endParaRPr>
          </a:p>
        </p:txBody>
      </p:sp>
      <p:sp>
        <p:nvSpPr>
          <p:cNvPr id="188420" name="TextBox 4">
            <a:extLst>
              <a:ext uri="{FF2B5EF4-FFF2-40B4-BE49-F238E27FC236}">
                <a16:creationId xmlns:a16="http://schemas.microsoft.com/office/drawing/2014/main" id="{080E4054-1B2A-DCA2-FC97-41FC7729B2FD}"/>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9441" name="Rectangle 2">
            <a:extLst>
              <a:ext uri="{FF2B5EF4-FFF2-40B4-BE49-F238E27FC236}">
                <a16:creationId xmlns:a16="http://schemas.microsoft.com/office/drawing/2014/main" id="{73BC0268-A7E3-C5D3-9EA5-C8544598A4BF}"/>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89442" name="Text Box 3">
            <a:extLst>
              <a:ext uri="{FF2B5EF4-FFF2-40B4-BE49-F238E27FC236}">
                <a16:creationId xmlns:a16="http://schemas.microsoft.com/office/drawing/2014/main" id="{41D1CC74-E4CE-33FE-D570-52F156CCC93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27171B32-A787-4F71-BB76-86450C8FF622}" type="slidenum">
              <a:rPr lang="en-US" altLang="en-US" sz="1200" b="1">
                <a:solidFill>
                  <a:srgbClr val="1C1C1C"/>
                </a:solidFill>
              </a:rPr>
              <a:pPr eaLnBrk="1" hangingPunct="1">
                <a:spcBef>
                  <a:spcPct val="0"/>
                </a:spcBef>
                <a:buClrTx/>
                <a:buFontTx/>
                <a:buNone/>
              </a:pPr>
              <a:t>146</a:t>
            </a:fld>
            <a:endParaRPr lang="en-US" altLang="en-US" sz="1200" b="1">
              <a:solidFill>
                <a:srgbClr val="1C1C1C"/>
              </a:solidFill>
            </a:endParaRPr>
          </a:p>
        </p:txBody>
      </p:sp>
      <p:sp>
        <p:nvSpPr>
          <p:cNvPr id="189443" name="Rectangle 5">
            <a:extLst>
              <a:ext uri="{FF2B5EF4-FFF2-40B4-BE49-F238E27FC236}">
                <a16:creationId xmlns:a16="http://schemas.microsoft.com/office/drawing/2014/main" id="{6522C3B0-9C54-613E-4FD6-D44E7122A5DE}"/>
              </a:ext>
            </a:extLst>
          </p:cNvPr>
          <p:cNvSpPr>
            <a:spLocks noChangeArrowheads="1"/>
          </p:cNvSpPr>
          <p:nvPr/>
        </p:nvSpPr>
        <p:spPr bwMode="auto">
          <a:xfrm>
            <a:off x="400050" y="1928813"/>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189444" name="Rectangle 6">
            <a:extLst>
              <a:ext uri="{FF2B5EF4-FFF2-40B4-BE49-F238E27FC236}">
                <a16:creationId xmlns:a16="http://schemas.microsoft.com/office/drawing/2014/main" id="{D93E9E5A-9E36-41E7-2250-A904DB55226A}"/>
              </a:ext>
            </a:extLst>
          </p:cNvPr>
          <p:cNvSpPr>
            <a:spLocks noChangeArrowheads="1"/>
          </p:cNvSpPr>
          <p:nvPr/>
        </p:nvSpPr>
        <p:spPr bwMode="auto">
          <a:xfrm>
            <a:off x="647700" y="2792413"/>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Covers fundamental indenture terms and formulas</a:t>
            </a:r>
          </a:p>
        </p:txBody>
      </p:sp>
      <p:sp>
        <p:nvSpPr>
          <p:cNvPr id="189445" name="TextBox 6">
            <a:extLst>
              <a:ext uri="{FF2B5EF4-FFF2-40B4-BE49-F238E27FC236}">
                <a16:creationId xmlns:a16="http://schemas.microsoft.com/office/drawing/2014/main" id="{DAD8A9E5-DBC3-532E-CCFB-50E77D5E9F74}"/>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0465" name="Rectangle 2">
            <a:extLst>
              <a:ext uri="{FF2B5EF4-FFF2-40B4-BE49-F238E27FC236}">
                <a16:creationId xmlns:a16="http://schemas.microsoft.com/office/drawing/2014/main" id="{06056D7F-B784-E7F1-0FEF-67A9CAC3995E}"/>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90466" name="Text Box 3">
            <a:extLst>
              <a:ext uri="{FF2B5EF4-FFF2-40B4-BE49-F238E27FC236}">
                <a16:creationId xmlns:a16="http://schemas.microsoft.com/office/drawing/2014/main" id="{B1F7E45A-13E8-9ED7-AA06-D68904E467D2}"/>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9CBA14E-F863-4C2B-BEAE-1F297411CEFB}" type="slidenum">
              <a:rPr lang="en-US" altLang="en-US" sz="1200" b="1">
                <a:solidFill>
                  <a:srgbClr val="1C1C1C"/>
                </a:solidFill>
              </a:rPr>
              <a:pPr eaLnBrk="1" hangingPunct="1">
                <a:spcBef>
                  <a:spcPct val="0"/>
                </a:spcBef>
                <a:buClrTx/>
                <a:buFontTx/>
                <a:buNone/>
              </a:pPr>
              <a:t>147</a:t>
            </a:fld>
            <a:endParaRPr lang="en-US" altLang="en-US" sz="1200" b="1">
              <a:solidFill>
                <a:srgbClr val="1C1C1C"/>
              </a:solidFill>
            </a:endParaRPr>
          </a:p>
        </p:txBody>
      </p:sp>
      <p:sp>
        <p:nvSpPr>
          <p:cNvPr id="190467" name="Rectangle 5">
            <a:extLst>
              <a:ext uri="{FF2B5EF4-FFF2-40B4-BE49-F238E27FC236}">
                <a16:creationId xmlns:a16="http://schemas.microsoft.com/office/drawing/2014/main" id="{C3963AF2-7B24-A745-970B-3AD4B044BFD6}"/>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Production History</a:t>
            </a:r>
            <a:endParaRPr lang="en-US" altLang="en-US" sz="2200" b="1">
              <a:solidFill>
                <a:schemeClr val="bg2"/>
              </a:solidFill>
            </a:endParaRPr>
          </a:p>
        </p:txBody>
      </p:sp>
      <p:sp>
        <p:nvSpPr>
          <p:cNvPr id="190468" name="Rectangle 6">
            <a:extLst>
              <a:ext uri="{FF2B5EF4-FFF2-40B4-BE49-F238E27FC236}">
                <a16:creationId xmlns:a16="http://schemas.microsoft.com/office/drawing/2014/main" id="{AA3E45C6-1D1B-A42B-8496-3CFDD6C81A94}"/>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Number of end items that were repaired</a:t>
            </a:r>
          </a:p>
          <a:p>
            <a:pPr eaLnBrk="1" hangingPunct="1">
              <a:buClr>
                <a:schemeClr val="bg2"/>
              </a:buClr>
              <a:buFontTx/>
              <a:buChar char="•"/>
            </a:pPr>
            <a:endParaRPr lang="en-US" altLang="en-US" sz="2400"/>
          </a:p>
          <a:p>
            <a:pPr eaLnBrk="1" hangingPunct="1">
              <a:buClr>
                <a:schemeClr val="bg2"/>
              </a:buClr>
              <a:buFontTx/>
              <a:buChar char="•"/>
            </a:pPr>
            <a:r>
              <a:rPr lang="en-US" altLang="en-US" sz="2400"/>
              <a:t> Includes:</a:t>
            </a:r>
          </a:p>
          <a:p>
            <a:pPr lvl="1" eaLnBrk="1" hangingPunct="1">
              <a:buClr>
                <a:schemeClr val="bg2"/>
              </a:buClr>
              <a:buFontTx/>
              <a:buChar char="•"/>
            </a:pPr>
            <a:r>
              <a:rPr lang="en-US" altLang="en-US"/>
              <a:t> PDM</a:t>
            </a:r>
          </a:p>
          <a:p>
            <a:pPr lvl="1" eaLnBrk="1" hangingPunct="1">
              <a:buClr>
                <a:schemeClr val="bg2"/>
              </a:buClr>
              <a:buFontTx/>
              <a:buChar char="•"/>
            </a:pPr>
            <a:r>
              <a:rPr lang="en-US" altLang="en-US"/>
              <a:t> EOH</a:t>
            </a:r>
          </a:p>
          <a:p>
            <a:pPr lvl="1" eaLnBrk="1" hangingPunct="1">
              <a:buClr>
                <a:schemeClr val="bg2"/>
              </a:buClr>
              <a:buFontTx/>
              <a:buChar char="•"/>
            </a:pPr>
            <a:r>
              <a:rPr lang="en-US" altLang="en-US"/>
              <a:t> Depot repair of NHA recoverable end item</a:t>
            </a:r>
          </a:p>
        </p:txBody>
      </p:sp>
      <p:sp>
        <p:nvSpPr>
          <p:cNvPr id="190469" name="TextBox 6">
            <a:extLst>
              <a:ext uri="{FF2B5EF4-FFF2-40B4-BE49-F238E27FC236}">
                <a16:creationId xmlns:a16="http://schemas.microsoft.com/office/drawing/2014/main" id="{2F76C8E1-C87A-26DD-4A1B-E3B0FF7580E2}"/>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89" name="Rectangle 2">
            <a:extLst>
              <a:ext uri="{FF2B5EF4-FFF2-40B4-BE49-F238E27FC236}">
                <a16:creationId xmlns:a16="http://schemas.microsoft.com/office/drawing/2014/main" id="{CFECB40C-EEF7-6A0F-A5DC-5F4342C1261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91490" name="Text Box 3">
            <a:extLst>
              <a:ext uri="{FF2B5EF4-FFF2-40B4-BE49-F238E27FC236}">
                <a16:creationId xmlns:a16="http://schemas.microsoft.com/office/drawing/2014/main" id="{7E30F9FF-0006-AB76-BC59-E509F96FE8D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AF0AA94-4A06-4436-AD63-6CB420B766A8}" type="slidenum">
              <a:rPr lang="en-US" altLang="en-US" sz="1200" b="1">
                <a:solidFill>
                  <a:srgbClr val="1C1C1C"/>
                </a:solidFill>
              </a:rPr>
              <a:pPr eaLnBrk="1" hangingPunct="1">
                <a:spcBef>
                  <a:spcPct val="0"/>
                </a:spcBef>
                <a:buClrTx/>
                <a:buFontTx/>
                <a:buNone/>
              </a:pPr>
              <a:t>148</a:t>
            </a:fld>
            <a:endParaRPr lang="en-US" altLang="en-US" sz="1200" b="1">
              <a:solidFill>
                <a:srgbClr val="1C1C1C"/>
              </a:solidFill>
            </a:endParaRPr>
          </a:p>
        </p:txBody>
      </p:sp>
      <p:sp>
        <p:nvSpPr>
          <p:cNvPr id="191491" name="Rectangle 5">
            <a:extLst>
              <a:ext uri="{FF2B5EF4-FFF2-40B4-BE49-F238E27FC236}">
                <a16:creationId xmlns:a16="http://schemas.microsoft.com/office/drawing/2014/main" id="{A00EFC13-F872-12F8-8E04-1532E37B3F46}"/>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Consumption History</a:t>
            </a:r>
            <a:endParaRPr lang="en-US" altLang="en-US" sz="2200" b="1">
              <a:solidFill>
                <a:schemeClr val="bg2"/>
              </a:solidFill>
            </a:endParaRPr>
          </a:p>
        </p:txBody>
      </p:sp>
      <p:sp>
        <p:nvSpPr>
          <p:cNvPr id="191492" name="Rectangle 6">
            <a:extLst>
              <a:ext uri="{FF2B5EF4-FFF2-40B4-BE49-F238E27FC236}">
                <a16:creationId xmlns:a16="http://schemas.microsoft.com/office/drawing/2014/main" id="{E5CD2F99-9C3B-495C-6AE6-87CCC8E9E599}"/>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Materials consumed to accomplish the repair</a:t>
            </a:r>
          </a:p>
          <a:p>
            <a:pPr eaLnBrk="1" hangingPunct="1">
              <a:buClr>
                <a:schemeClr val="bg2"/>
              </a:buClr>
              <a:buFontTx/>
              <a:buChar char="•"/>
            </a:pPr>
            <a:r>
              <a:rPr lang="en-US" altLang="en-US" sz="1800"/>
              <a:t> Cannot be consumption history without production history</a:t>
            </a:r>
          </a:p>
          <a:p>
            <a:pPr eaLnBrk="1" hangingPunct="1">
              <a:buClr>
                <a:schemeClr val="bg2"/>
              </a:buClr>
              <a:buFontTx/>
              <a:buChar char="•"/>
            </a:pPr>
            <a:endParaRPr lang="en-US" altLang="en-US" sz="1800"/>
          </a:p>
          <a:p>
            <a:pPr eaLnBrk="1" hangingPunct="1">
              <a:buClr>
                <a:schemeClr val="bg2"/>
              </a:buClr>
              <a:buFontTx/>
              <a:buChar char="•"/>
            </a:pPr>
            <a:r>
              <a:rPr lang="en-US" altLang="en-US" sz="1800"/>
              <a:t> Includes:</a:t>
            </a:r>
          </a:p>
          <a:p>
            <a:pPr lvl="1" eaLnBrk="1" hangingPunct="1">
              <a:buClr>
                <a:schemeClr val="bg2"/>
              </a:buClr>
              <a:buFontTx/>
              <a:buChar char="•"/>
            </a:pPr>
            <a:r>
              <a:rPr lang="en-US" altLang="en-US" sz="1800"/>
              <a:t> Consumption quantity</a:t>
            </a:r>
          </a:p>
          <a:p>
            <a:pPr lvl="1" eaLnBrk="1" hangingPunct="1">
              <a:buClr>
                <a:schemeClr val="bg2"/>
              </a:buClr>
              <a:buFontTx/>
              <a:buChar char="•"/>
            </a:pPr>
            <a:r>
              <a:rPr lang="en-US" altLang="en-US" sz="1800"/>
              <a:t> Consumption date</a:t>
            </a:r>
          </a:p>
          <a:p>
            <a:pPr lvl="1" eaLnBrk="1" hangingPunct="1">
              <a:buClr>
                <a:schemeClr val="bg2"/>
              </a:buClr>
              <a:buFontTx/>
              <a:buChar char="•"/>
            </a:pPr>
            <a:r>
              <a:rPr lang="en-US" altLang="en-US" sz="1800"/>
              <a:t> Source of repair</a:t>
            </a:r>
          </a:p>
          <a:p>
            <a:pPr lvl="1" eaLnBrk="1" hangingPunct="1">
              <a:buClr>
                <a:schemeClr val="bg2"/>
              </a:buClr>
              <a:buFontTx/>
              <a:buChar char="•"/>
            </a:pPr>
            <a:endParaRPr lang="en-US" altLang="en-US" sz="1800"/>
          </a:p>
          <a:p>
            <a:pPr eaLnBrk="1" hangingPunct="1">
              <a:buClr>
                <a:schemeClr val="bg2"/>
              </a:buClr>
              <a:buFontTx/>
              <a:buChar char="•"/>
            </a:pPr>
            <a:r>
              <a:rPr lang="en-US" altLang="en-US" sz="1800"/>
              <a:t> Date and source of repair must match NHA production</a:t>
            </a:r>
          </a:p>
          <a:p>
            <a:pPr eaLnBrk="1" hangingPunct="1">
              <a:buClr>
                <a:schemeClr val="bg2"/>
              </a:buClr>
              <a:buFontTx/>
              <a:buChar char="•"/>
            </a:pPr>
            <a:endParaRPr lang="en-US" altLang="en-US" sz="1800"/>
          </a:p>
          <a:p>
            <a:pPr eaLnBrk="1" hangingPunct="1">
              <a:buClr>
                <a:schemeClr val="bg2"/>
              </a:buClr>
              <a:buFontTx/>
              <a:buChar char="•"/>
            </a:pPr>
            <a:r>
              <a:rPr lang="en-US" altLang="en-US" sz="1800"/>
              <a:t> Production and consumption history indicate future needs</a:t>
            </a:r>
          </a:p>
          <a:p>
            <a:pPr eaLnBrk="1" hangingPunct="1">
              <a:buClr>
                <a:schemeClr val="bg2"/>
              </a:buClr>
              <a:buFontTx/>
              <a:buChar char="•"/>
            </a:pPr>
            <a:endParaRPr lang="en-US" altLang="en-US" sz="1800"/>
          </a:p>
          <a:p>
            <a:pPr eaLnBrk="1" hangingPunct="1">
              <a:buClr>
                <a:schemeClr val="bg2"/>
              </a:buClr>
              <a:buFontTx/>
              <a:buChar char="•"/>
            </a:pPr>
            <a:r>
              <a:rPr lang="en-US" altLang="en-US" sz="1800"/>
              <a:t> Keep separate consumption records for components used in the repair of 	multiple NHAs</a:t>
            </a:r>
          </a:p>
          <a:p>
            <a:pPr eaLnBrk="1" hangingPunct="1">
              <a:buClr>
                <a:schemeClr val="bg2"/>
              </a:buClr>
              <a:buFontTx/>
              <a:buNone/>
            </a:pPr>
            <a:endParaRPr lang="en-US" altLang="en-US" sz="1800"/>
          </a:p>
        </p:txBody>
      </p:sp>
      <p:sp>
        <p:nvSpPr>
          <p:cNvPr id="191493" name="TextBox 6">
            <a:extLst>
              <a:ext uri="{FF2B5EF4-FFF2-40B4-BE49-F238E27FC236}">
                <a16:creationId xmlns:a16="http://schemas.microsoft.com/office/drawing/2014/main" id="{D6FDFC64-CBEC-4A02-8281-576BA56810A1}"/>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3" name="Rectangle 2">
            <a:extLst>
              <a:ext uri="{FF2B5EF4-FFF2-40B4-BE49-F238E27FC236}">
                <a16:creationId xmlns:a16="http://schemas.microsoft.com/office/drawing/2014/main" id="{240D67AD-39C4-EABB-60EC-A027AADFC07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92514" name="Text Box 3">
            <a:extLst>
              <a:ext uri="{FF2B5EF4-FFF2-40B4-BE49-F238E27FC236}">
                <a16:creationId xmlns:a16="http://schemas.microsoft.com/office/drawing/2014/main" id="{8F891797-83E2-9952-553C-197589C868B4}"/>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0A574CA-175E-4D32-AD0D-E9A71263E1FB}" type="slidenum">
              <a:rPr lang="en-US" altLang="en-US" sz="1200" b="1">
                <a:solidFill>
                  <a:srgbClr val="1C1C1C"/>
                </a:solidFill>
              </a:rPr>
              <a:pPr eaLnBrk="1" hangingPunct="1">
                <a:spcBef>
                  <a:spcPct val="0"/>
                </a:spcBef>
                <a:buClrTx/>
                <a:buFontTx/>
                <a:buNone/>
              </a:pPr>
              <a:t>149</a:t>
            </a:fld>
            <a:endParaRPr lang="en-US" altLang="en-US" sz="1200" b="1">
              <a:solidFill>
                <a:srgbClr val="1C1C1C"/>
              </a:solidFill>
            </a:endParaRPr>
          </a:p>
        </p:txBody>
      </p:sp>
      <p:sp>
        <p:nvSpPr>
          <p:cNvPr id="192515" name="Rectangle 5">
            <a:extLst>
              <a:ext uri="{FF2B5EF4-FFF2-40B4-BE49-F238E27FC236}">
                <a16:creationId xmlns:a16="http://schemas.microsoft.com/office/drawing/2014/main" id="{A5E9D556-90B8-47B2-4DD4-9126A5BE861F}"/>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 Replacement Percent (REPL%)</a:t>
            </a:r>
            <a:endParaRPr lang="en-US" altLang="en-US" sz="2200" b="1">
              <a:solidFill>
                <a:schemeClr val="bg2"/>
              </a:solidFill>
            </a:endParaRPr>
          </a:p>
        </p:txBody>
      </p:sp>
      <p:sp>
        <p:nvSpPr>
          <p:cNvPr id="192516" name="Rectangle 6">
            <a:extLst>
              <a:ext uri="{FF2B5EF4-FFF2-40B4-BE49-F238E27FC236}">
                <a16:creationId xmlns:a16="http://schemas.microsoft.com/office/drawing/2014/main" id="{A17D1C4B-D6DF-A2AA-CEA6-01BFFBC0381D}"/>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Identifies how often a component is removed and replaced</a:t>
            </a:r>
          </a:p>
          <a:p>
            <a:pPr eaLnBrk="1" hangingPunct="1">
              <a:buClr>
                <a:schemeClr val="bg2"/>
              </a:buClr>
              <a:buFontTx/>
              <a:buNone/>
            </a:pPr>
            <a:endParaRPr lang="en-US" altLang="en-US" sz="2200"/>
          </a:p>
          <a:p>
            <a:pPr eaLnBrk="1" hangingPunct="1">
              <a:buClr>
                <a:schemeClr val="bg2"/>
              </a:buClr>
              <a:buFontTx/>
              <a:buChar char="•"/>
            </a:pPr>
            <a:r>
              <a:rPr lang="en-US" altLang="en-US" sz="2200"/>
              <a:t> Used within single level of indenture</a:t>
            </a:r>
          </a:p>
          <a:p>
            <a:pPr eaLnBrk="1" hangingPunct="1">
              <a:buClr>
                <a:schemeClr val="bg2"/>
              </a:buClr>
              <a:buFontTx/>
              <a:buChar char="•"/>
            </a:pPr>
            <a:endParaRPr lang="en-US" altLang="en-US" sz="2200"/>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sp>
        <p:nvSpPr>
          <p:cNvPr id="192517" name="Rectangle 7">
            <a:extLst>
              <a:ext uri="{FF2B5EF4-FFF2-40B4-BE49-F238E27FC236}">
                <a16:creationId xmlns:a16="http://schemas.microsoft.com/office/drawing/2014/main" id="{FDA3700A-AFB2-BCA9-A63F-F36436871BA0}"/>
              </a:ext>
            </a:extLst>
          </p:cNvPr>
          <p:cNvSpPr>
            <a:spLocks noChangeArrowheads="1"/>
          </p:cNvSpPr>
          <p:nvPr/>
        </p:nvSpPr>
        <p:spPr bwMode="auto">
          <a:xfrm>
            <a:off x="990600" y="3962400"/>
            <a:ext cx="723900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2000">
                <a:solidFill>
                  <a:srgbClr val="336699"/>
                </a:solidFill>
                <a:latin typeface="Arial Rounded MT Bold" panose="020F0704030504030204" pitchFamily="34" charset="0"/>
              </a:rPr>
              <a:t>    </a:t>
            </a:r>
            <a:r>
              <a:rPr lang="en-US" altLang="en-US" sz="2000">
                <a:solidFill>
                  <a:srgbClr val="336699"/>
                </a:solidFill>
              </a:rPr>
              <a:t>Consumption History</a:t>
            </a:r>
          </a:p>
          <a:p>
            <a:pPr eaLnBrk="1" hangingPunct="1">
              <a:buClrTx/>
              <a:buFontTx/>
              <a:buNone/>
            </a:pPr>
            <a:r>
              <a:rPr lang="en-US" altLang="en-US" sz="2000">
                <a:solidFill>
                  <a:srgbClr val="336699"/>
                </a:solidFill>
              </a:rPr>
              <a:t>                                                          X       100   =   REPL%</a:t>
            </a:r>
          </a:p>
          <a:p>
            <a:pPr eaLnBrk="1" hangingPunct="1">
              <a:buClrTx/>
              <a:buFontTx/>
              <a:buNone/>
            </a:pPr>
            <a:r>
              <a:rPr lang="en-US" altLang="en-US" sz="2000">
                <a:solidFill>
                  <a:srgbClr val="336699"/>
                </a:solidFill>
              </a:rPr>
              <a:t>Production History X QPA</a:t>
            </a:r>
          </a:p>
        </p:txBody>
      </p:sp>
      <p:sp>
        <p:nvSpPr>
          <p:cNvPr id="192518" name="Line 8">
            <a:extLst>
              <a:ext uri="{FF2B5EF4-FFF2-40B4-BE49-F238E27FC236}">
                <a16:creationId xmlns:a16="http://schemas.microsoft.com/office/drawing/2014/main" id="{CC1095EE-2F80-0327-7E18-E3BE4CEA4422}"/>
              </a:ext>
            </a:extLst>
          </p:cNvPr>
          <p:cNvSpPr>
            <a:spLocks noChangeShapeType="1"/>
          </p:cNvSpPr>
          <p:nvPr/>
        </p:nvSpPr>
        <p:spPr bwMode="auto">
          <a:xfrm>
            <a:off x="990600" y="4572000"/>
            <a:ext cx="3429000" cy="0"/>
          </a:xfrm>
          <a:prstGeom prst="line">
            <a:avLst/>
          </a:prstGeom>
          <a:noFill/>
          <a:ln w="5080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2519" name="TextBox 8">
            <a:extLst>
              <a:ext uri="{FF2B5EF4-FFF2-40B4-BE49-F238E27FC236}">
                <a16:creationId xmlns:a16="http://schemas.microsoft.com/office/drawing/2014/main" id="{D868C581-4C07-F67A-BA68-1ED8AEC610EB}"/>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3537" name="Rectangle 2">
            <a:extLst>
              <a:ext uri="{FF2B5EF4-FFF2-40B4-BE49-F238E27FC236}">
                <a16:creationId xmlns:a16="http://schemas.microsoft.com/office/drawing/2014/main" id="{49A75DB0-65D3-C49E-3D92-ED2D5F7DCDA8}"/>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93538" name="Text Box 3">
            <a:extLst>
              <a:ext uri="{FF2B5EF4-FFF2-40B4-BE49-F238E27FC236}">
                <a16:creationId xmlns:a16="http://schemas.microsoft.com/office/drawing/2014/main" id="{4D1F0D59-1BE6-BA6A-7BF0-3F45D5ACAD7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B08A7D6-2253-4EDD-AC09-EEDB904789B6}" type="slidenum">
              <a:rPr lang="en-US" altLang="en-US" sz="1200" b="1">
                <a:solidFill>
                  <a:srgbClr val="1C1C1C"/>
                </a:solidFill>
              </a:rPr>
              <a:pPr eaLnBrk="1" hangingPunct="1">
                <a:spcBef>
                  <a:spcPct val="0"/>
                </a:spcBef>
                <a:buClrTx/>
                <a:buFontTx/>
                <a:buNone/>
              </a:pPr>
              <a:t>150</a:t>
            </a:fld>
            <a:endParaRPr lang="en-US" altLang="en-US" sz="1200" b="1">
              <a:solidFill>
                <a:srgbClr val="1C1C1C"/>
              </a:solidFill>
            </a:endParaRPr>
          </a:p>
        </p:txBody>
      </p:sp>
      <p:sp>
        <p:nvSpPr>
          <p:cNvPr id="193539" name="Rectangle 5">
            <a:extLst>
              <a:ext uri="{FF2B5EF4-FFF2-40B4-BE49-F238E27FC236}">
                <a16:creationId xmlns:a16="http://schemas.microsoft.com/office/drawing/2014/main" id="{0B2AF71D-07E8-1343-A2D5-76AA2B000295}"/>
              </a:ext>
            </a:extLst>
          </p:cNvPr>
          <p:cNvSpPr>
            <a:spLocks noChangeArrowheads="1"/>
          </p:cNvSpPr>
          <p:nvPr/>
        </p:nvSpPr>
        <p:spPr bwMode="auto">
          <a:xfrm>
            <a:off x="400050" y="106997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REPL% Examples</a:t>
            </a:r>
            <a:endParaRPr lang="en-US" altLang="en-US" sz="2200" b="1">
              <a:solidFill>
                <a:schemeClr val="bg2"/>
              </a:solidFill>
            </a:endParaRPr>
          </a:p>
        </p:txBody>
      </p:sp>
      <p:sp>
        <p:nvSpPr>
          <p:cNvPr id="193540" name="Rectangle 6">
            <a:extLst>
              <a:ext uri="{FF2B5EF4-FFF2-40B4-BE49-F238E27FC236}">
                <a16:creationId xmlns:a16="http://schemas.microsoft.com/office/drawing/2014/main" id="{1B62F374-28E5-79EE-E419-52FC59E33ADF}"/>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921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921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921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921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921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921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921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921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921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Tx/>
              <a:buFontTx/>
              <a:buNone/>
            </a:pPr>
            <a:r>
              <a:rPr lang="en-US" altLang="en-US" sz="2000"/>
              <a:t>Example 1) Outboard Wheel Half on C-5 is being replaced during the MISTR repair of the Wheel 37% replacement rate minus 10% for fixing fatigue cracks equals a 27% replacement rate is file maintained as estimate by the ES</a:t>
            </a:r>
          </a:p>
          <a:p>
            <a:pPr eaLnBrk="1" hangingPunct="1">
              <a:buClr>
                <a:schemeClr val="bg2"/>
              </a:buClr>
              <a:buFontTx/>
              <a:buNone/>
            </a:pPr>
            <a:endParaRPr lang="en-US" altLang="en-US" sz="2000"/>
          </a:p>
          <a:p>
            <a:pPr eaLnBrk="1" hangingPunct="1">
              <a:buClr>
                <a:schemeClr val="bg2"/>
              </a:buClr>
              <a:buFontTx/>
              <a:buNone/>
            </a:pPr>
            <a:r>
              <a:rPr lang="en-US" altLang="en-US" sz="2000"/>
              <a:t>Example 2) Replacement percent for valve packing</a:t>
            </a:r>
          </a:p>
          <a:p>
            <a:pPr eaLnBrk="1" hangingPunct="1">
              <a:buClr>
                <a:schemeClr val="bg2"/>
              </a:buClr>
              <a:buFontTx/>
              <a:buChar char="•"/>
            </a:pPr>
            <a:endParaRPr lang="en-US" altLang="en-US" sz="20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Char char="•"/>
            </a:pPr>
            <a:r>
              <a:rPr lang="en-US" altLang="en-US" sz="1800"/>
              <a:t> </a:t>
            </a:r>
            <a:r>
              <a:rPr lang="en-US" altLang="en-US" sz="2000"/>
              <a:t>Maximum REPL% in API is 125 percent (default is 0 %)</a:t>
            </a:r>
          </a:p>
        </p:txBody>
      </p:sp>
      <p:sp>
        <p:nvSpPr>
          <p:cNvPr id="193541" name="Rectangle 7">
            <a:extLst>
              <a:ext uri="{FF2B5EF4-FFF2-40B4-BE49-F238E27FC236}">
                <a16:creationId xmlns:a16="http://schemas.microsoft.com/office/drawing/2014/main" id="{96D818E6-6BE7-B02F-4013-D32D6894160B}"/>
              </a:ext>
            </a:extLst>
          </p:cNvPr>
          <p:cNvSpPr>
            <a:spLocks noChangeArrowheads="1"/>
          </p:cNvSpPr>
          <p:nvPr/>
        </p:nvSpPr>
        <p:spPr bwMode="auto">
          <a:xfrm>
            <a:off x="1066800" y="4203700"/>
            <a:ext cx="754380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2000">
                <a:solidFill>
                  <a:srgbClr val="336699"/>
                </a:solidFill>
              </a:rPr>
              <a:t>                      45</a:t>
            </a:r>
          </a:p>
          <a:p>
            <a:pPr eaLnBrk="1" hangingPunct="1">
              <a:buClrTx/>
              <a:buFontTx/>
              <a:buNone/>
            </a:pPr>
            <a:r>
              <a:rPr lang="en-US" altLang="en-US" sz="2000">
                <a:solidFill>
                  <a:srgbClr val="336699"/>
                </a:solidFill>
              </a:rPr>
              <a:t>                                                          X       100   =   REPL% of 90</a:t>
            </a:r>
          </a:p>
          <a:p>
            <a:pPr eaLnBrk="1" hangingPunct="1">
              <a:buClrTx/>
              <a:buFontTx/>
              <a:buNone/>
            </a:pPr>
            <a:r>
              <a:rPr lang="en-US" altLang="en-US" sz="2000">
                <a:solidFill>
                  <a:srgbClr val="336699"/>
                </a:solidFill>
              </a:rPr>
              <a:t>                   50 X 1</a:t>
            </a:r>
          </a:p>
        </p:txBody>
      </p:sp>
      <p:sp>
        <p:nvSpPr>
          <p:cNvPr id="193542" name="Line 8">
            <a:extLst>
              <a:ext uri="{FF2B5EF4-FFF2-40B4-BE49-F238E27FC236}">
                <a16:creationId xmlns:a16="http://schemas.microsoft.com/office/drawing/2014/main" id="{06B1EF07-26C8-7013-233A-2B391720EEDD}"/>
              </a:ext>
            </a:extLst>
          </p:cNvPr>
          <p:cNvSpPr>
            <a:spLocks noChangeShapeType="1"/>
          </p:cNvSpPr>
          <p:nvPr/>
        </p:nvSpPr>
        <p:spPr bwMode="auto">
          <a:xfrm>
            <a:off x="1371600" y="4749800"/>
            <a:ext cx="3429000" cy="0"/>
          </a:xfrm>
          <a:prstGeom prst="line">
            <a:avLst/>
          </a:prstGeom>
          <a:noFill/>
          <a:ln w="5080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sp>
        <p:nvSpPr>
          <p:cNvPr id="193543" name="TextBox 8">
            <a:extLst>
              <a:ext uri="{FF2B5EF4-FFF2-40B4-BE49-F238E27FC236}">
                <a16:creationId xmlns:a16="http://schemas.microsoft.com/office/drawing/2014/main" id="{9BB2E277-CB38-F796-E687-976A16466672}"/>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1" name="Rectangle 2">
            <a:extLst>
              <a:ext uri="{FF2B5EF4-FFF2-40B4-BE49-F238E27FC236}">
                <a16:creationId xmlns:a16="http://schemas.microsoft.com/office/drawing/2014/main" id="{31188FA0-5314-2D43-C1C2-11DC7B74C78F}"/>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94562" name="Text Box 3">
            <a:extLst>
              <a:ext uri="{FF2B5EF4-FFF2-40B4-BE49-F238E27FC236}">
                <a16:creationId xmlns:a16="http://schemas.microsoft.com/office/drawing/2014/main" id="{1EE61F93-6B68-B097-2C29-C2368D30995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7D9EB51-520C-47E2-8179-287437089036}" type="slidenum">
              <a:rPr lang="en-US" altLang="en-US" sz="1200" b="1">
                <a:solidFill>
                  <a:srgbClr val="1C1C1C"/>
                </a:solidFill>
              </a:rPr>
              <a:pPr eaLnBrk="1" hangingPunct="1">
                <a:spcBef>
                  <a:spcPct val="0"/>
                </a:spcBef>
                <a:buClrTx/>
                <a:buFontTx/>
                <a:buNone/>
              </a:pPr>
              <a:t>151</a:t>
            </a:fld>
            <a:endParaRPr lang="en-US" altLang="en-US" sz="1200" b="1">
              <a:solidFill>
                <a:srgbClr val="1C1C1C"/>
              </a:solidFill>
            </a:endParaRPr>
          </a:p>
        </p:txBody>
      </p:sp>
      <p:sp>
        <p:nvSpPr>
          <p:cNvPr id="194563" name="Rectangle 5">
            <a:extLst>
              <a:ext uri="{FF2B5EF4-FFF2-40B4-BE49-F238E27FC236}">
                <a16:creationId xmlns:a16="http://schemas.microsoft.com/office/drawing/2014/main" id="{B92FF71B-A276-0C89-107B-EF259ACCB2F5}"/>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Derived Replacement Percent </a:t>
            </a:r>
            <a:endParaRPr lang="en-US" altLang="en-US" sz="2200" b="1">
              <a:solidFill>
                <a:schemeClr val="bg2"/>
              </a:solidFill>
            </a:endParaRPr>
          </a:p>
        </p:txBody>
      </p:sp>
      <p:sp>
        <p:nvSpPr>
          <p:cNvPr id="194564" name="Rectangle 6">
            <a:extLst>
              <a:ext uri="{FF2B5EF4-FFF2-40B4-BE49-F238E27FC236}">
                <a16:creationId xmlns:a16="http://schemas.microsoft.com/office/drawing/2014/main" id="{2DBB42C3-68EB-1180-AED0-ED6595CBD73F}"/>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Considers all indenture levels between component and application</a:t>
            </a:r>
          </a:p>
          <a:p>
            <a:pPr eaLnBrk="1" hangingPunct="1">
              <a:buClr>
                <a:schemeClr val="bg2"/>
              </a:buClr>
              <a:buFontTx/>
              <a:buNone/>
            </a:pPr>
            <a:endParaRPr lang="en-US" altLang="en-US" sz="1800"/>
          </a:p>
          <a:p>
            <a:pPr eaLnBrk="1" hangingPunct="1">
              <a:buClr>
                <a:schemeClr val="bg2"/>
              </a:buClr>
              <a:buFontTx/>
              <a:buNone/>
            </a:pPr>
            <a:endParaRPr lang="en-US" altLang="en-US" sz="1800"/>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sp>
        <p:nvSpPr>
          <p:cNvPr id="194565" name="Rectangle 7">
            <a:extLst>
              <a:ext uri="{FF2B5EF4-FFF2-40B4-BE49-F238E27FC236}">
                <a16:creationId xmlns:a16="http://schemas.microsoft.com/office/drawing/2014/main" id="{851EBA85-B7AD-3DD9-FBDE-CA3C92ACC803}"/>
              </a:ext>
            </a:extLst>
          </p:cNvPr>
          <p:cNvSpPr>
            <a:spLocks noChangeArrowheads="1"/>
          </p:cNvSpPr>
          <p:nvPr/>
        </p:nvSpPr>
        <p:spPr bwMode="auto">
          <a:xfrm>
            <a:off x="685800" y="4965700"/>
            <a:ext cx="8001000" cy="135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2000">
                <a:solidFill>
                  <a:srgbClr val="336699"/>
                </a:solidFill>
                <a:latin typeface="Arial Rounded MT Bold" panose="020F0704030504030204" pitchFamily="34" charset="0"/>
              </a:rPr>
              <a:t>      </a:t>
            </a:r>
            <a:r>
              <a:rPr lang="en-US" altLang="en-US" sz="2000">
                <a:solidFill>
                  <a:srgbClr val="336699"/>
                </a:solidFill>
              </a:rPr>
              <a:t>Consumption History</a:t>
            </a:r>
          </a:p>
          <a:p>
            <a:pPr eaLnBrk="1" hangingPunct="1">
              <a:buClrTx/>
              <a:buFontTx/>
              <a:buNone/>
            </a:pPr>
            <a:r>
              <a:rPr lang="en-US" altLang="en-US" sz="2000">
                <a:solidFill>
                  <a:srgbClr val="336699"/>
                </a:solidFill>
                <a:latin typeface="Arial Rounded MT Bold" panose="020F0704030504030204" pitchFamily="34" charset="0"/>
              </a:rPr>
              <a:t>                                                          </a:t>
            </a:r>
            <a:r>
              <a:rPr lang="en-US" altLang="en-US" sz="2000">
                <a:solidFill>
                  <a:srgbClr val="336699"/>
                </a:solidFill>
              </a:rPr>
              <a:t>X       100   =   Derived REPL%</a:t>
            </a:r>
          </a:p>
          <a:p>
            <a:pPr eaLnBrk="1" hangingPunct="1">
              <a:buClrTx/>
              <a:buFontTx/>
              <a:buNone/>
            </a:pPr>
            <a:r>
              <a:rPr lang="en-US" altLang="en-US" sz="2000">
                <a:solidFill>
                  <a:srgbClr val="336699"/>
                </a:solidFill>
              </a:rPr>
              <a:t>Production History X QPAPPL</a:t>
            </a:r>
          </a:p>
        </p:txBody>
      </p:sp>
      <p:sp>
        <p:nvSpPr>
          <p:cNvPr id="194566" name="Line 8">
            <a:extLst>
              <a:ext uri="{FF2B5EF4-FFF2-40B4-BE49-F238E27FC236}">
                <a16:creationId xmlns:a16="http://schemas.microsoft.com/office/drawing/2014/main" id="{9CA538FE-D7C9-D458-FC2B-52413F2B82C4}"/>
              </a:ext>
            </a:extLst>
          </p:cNvPr>
          <p:cNvSpPr>
            <a:spLocks noChangeShapeType="1"/>
          </p:cNvSpPr>
          <p:nvPr/>
        </p:nvSpPr>
        <p:spPr bwMode="auto">
          <a:xfrm>
            <a:off x="838200" y="5562600"/>
            <a:ext cx="3429000" cy="0"/>
          </a:xfrm>
          <a:prstGeom prst="line">
            <a:avLst/>
          </a:prstGeom>
          <a:noFill/>
          <a:ln w="50800">
            <a:solidFill>
              <a:srgbClr val="336699"/>
            </a:solidFill>
            <a:round/>
            <a:headEnd/>
            <a:tailEnd/>
          </a:ln>
          <a:extLst>
            <a:ext uri="{909E8E84-426E-40DD-AFC4-6F175D3DCCD1}">
              <a14:hiddenFill xmlns:a14="http://schemas.microsoft.com/office/drawing/2010/main">
                <a:noFill/>
              </a14:hiddenFill>
            </a:ext>
          </a:extLst>
        </p:spPr>
        <p:txBody>
          <a:bodyPr/>
          <a:lstStyle/>
          <a:p>
            <a:endParaRPr lang="en-US"/>
          </a:p>
        </p:txBody>
      </p:sp>
      <p:pic>
        <p:nvPicPr>
          <p:cNvPr id="194567" name="Picture 9" descr="IndDerPercent">
            <a:extLst>
              <a:ext uri="{FF2B5EF4-FFF2-40B4-BE49-F238E27FC236}">
                <a16:creationId xmlns:a16="http://schemas.microsoft.com/office/drawing/2014/main" id="{C18A653F-7E4F-BAD4-7877-39E93D0ABFB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514600"/>
            <a:ext cx="548640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4568" name="TextBox 9">
            <a:extLst>
              <a:ext uri="{FF2B5EF4-FFF2-40B4-BE49-F238E27FC236}">
                <a16:creationId xmlns:a16="http://schemas.microsoft.com/office/drawing/2014/main" id="{7117F884-6E0F-D7B4-0FEE-7D856C748DC3}"/>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5585" name="Rectangle 2">
            <a:extLst>
              <a:ext uri="{FF2B5EF4-FFF2-40B4-BE49-F238E27FC236}">
                <a16:creationId xmlns:a16="http://schemas.microsoft.com/office/drawing/2014/main" id="{CF877E3C-9F6B-F586-EA61-45155101068D}"/>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95586" name="Text Box 3">
            <a:extLst>
              <a:ext uri="{FF2B5EF4-FFF2-40B4-BE49-F238E27FC236}">
                <a16:creationId xmlns:a16="http://schemas.microsoft.com/office/drawing/2014/main" id="{9E41DB4A-1337-F1CD-FB24-16ACE160FDD4}"/>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B611327-D2E7-455D-A2BF-884B1516E156}" type="slidenum">
              <a:rPr lang="en-US" altLang="en-US" sz="1200" b="1">
                <a:solidFill>
                  <a:srgbClr val="1C1C1C"/>
                </a:solidFill>
              </a:rPr>
              <a:pPr eaLnBrk="1" hangingPunct="1">
                <a:spcBef>
                  <a:spcPct val="0"/>
                </a:spcBef>
                <a:buClrTx/>
                <a:buFontTx/>
                <a:buNone/>
              </a:pPr>
              <a:t>152</a:t>
            </a:fld>
            <a:endParaRPr lang="en-US" altLang="en-US" sz="1200" b="1">
              <a:solidFill>
                <a:srgbClr val="1C1C1C"/>
              </a:solidFill>
            </a:endParaRPr>
          </a:p>
        </p:txBody>
      </p:sp>
      <p:sp>
        <p:nvSpPr>
          <p:cNvPr id="195587" name="Rectangle 5">
            <a:extLst>
              <a:ext uri="{FF2B5EF4-FFF2-40B4-BE49-F238E27FC236}">
                <a16:creationId xmlns:a16="http://schemas.microsoft.com/office/drawing/2014/main" id="{5D4CAEB1-B3E5-9465-5136-5420F84BC2E6}"/>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Override Replacement Percent (OVRD REPL%)</a:t>
            </a:r>
            <a:endParaRPr lang="en-US" altLang="en-US" sz="2200" b="1">
              <a:solidFill>
                <a:schemeClr val="bg2"/>
              </a:solidFill>
            </a:endParaRPr>
          </a:p>
        </p:txBody>
      </p:sp>
      <p:sp>
        <p:nvSpPr>
          <p:cNvPr id="195588" name="Rectangle 6">
            <a:extLst>
              <a:ext uri="{FF2B5EF4-FFF2-40B4-BE49-F238E27FC236}">
                <a16:creationId xmlns:a16="http://schemas.microsoft.com/office/drawing/2014/main" id="{DD892E45-C418-9625-D457-D7D5B15F7A30}"/>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ES estimate of replacement percent</a:t>
            </a:r>
          </a:p>
          <a:p>
            <a:pPr eaLnBrk="1" hangingPunct="1">
              <a:buClr>
                <a:schemeClr val="bg2"/>
              </a:buClr>
              <a:buFontTx/>
              <a:buNone/>
            </a:pPr>
            <a:endParaRPr lang="en-US" altLang="en-US" sz="2400"/>
          </a:p>
          <a:p>
            <a:pPr eaLnBrk="1" hangingPunct="1">
              <a:buClr>
                <a:schemeClr val="bg2"/>
              </a:buClr>
              <a:buFontTx/>
              <a:buChar char="•"/>
            </a:pPr>
            <a:r>
              <a:rPr lang="en-US" altLang="en-US" sz="2400"/>
              <a:t> Can only be assigned with N, P, C, or T ERRC codes</a:t>
            </a:r>
          </a:p>
          <a:p>
            <a:pPr eaLnBrk="1" hangingPunct="1">
              <a:buClr>
                <a:schemeClr val="bg2"/>
              </a:buClr>
              <a:buFontTx/>
              <a:buNone/>
            </a:pPr>
            <a:endParaRPr lang="en-US" altLang="en-US" sz="2400"/>
          </a:p>
          <a:p>
            <a:pPr eaLnBrk="1" hangingPunct="1">
              <a:buClr>
                <a:schemeClr val="bg2"/>
              </a:buClr>
              <a:buFontTx/>
              <a:buChar char="•"/>
            </a:pPr>
            <a:r>
              <a:rPr lang="en-US" altLang="en-US" sz="2400"/>
              <a:t> Only used for Materiel Requirements List (MRL) or Purchase Request Support List (PRSL)</a:t>
            </a:r>
          </a:p>
          <a:p>
            <a:pPr eaLnBrk="1" hangingPunct="1">
              <a:buClr>
                <a:schemeClr val="bg2"/>
              </a:buClr>
              <a:buFontTx/>
              <a:buChar char="•"/>
            </a:pPr>
            <a:endParaRPr lang="en-US" altLang="en-US" sz="2400"/>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sp>
        <p:nvSpPr>
          <p:cNvPr id="195589" name="TextBox 6">
            <a:extLst>
              <a:ext uri="{FF2B5EF4-FFF2-40B4-BE49-F238E27FC236}">
                <a16:creationId xmlns:a16="http://schemas.microsoft.com/office/drawing/2014/main" id="{5D0C1F15-F520-D12C-0602-E2F0C07B8012}"/>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6609" name="Rectangle 2">
            <a:extLst>
              <a:ext uri="{FF2B5EF4-FFF2-40B4-BE49-F238E27FC236}">
                <a16:creationId xmlns:a16="http://schemas.microsoft.com/office/drawing/2014/main" id="{36D91A8C-D1D4-9D27-309E-2B3A0D2587C9}"/>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96610" name="Text Box 3">
            <a:extLst>
              <a:ext uri="{FF2B5EF4-FFF2-40B4-BE49-F238E27FC236}">
                <a16:creationId xmlns:a16="http://schemas.microsoft.com/office/drawing/2014/main" id="{41C5E2C3-0D76-7906-CC94-FD0C2394A3C1}"/>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4CE8E945-AB32-4851-8CCB-7D28FE4C392B}" type="slidenum">
              <a:rPr lang="en-US" altLang="en-US" sz="1200" b="1">
                <a:solidFill>
                  <a:srgbClr val="1C1C1C"/>
                </a:solidFill>
              </a:rPr>
              <a:pPr eaLnBrk="1" hangingPunct="1">
                <a:spcBef>
                  <a:spcPct val="0"/>
                </a:spcBef>
                <a:buClrTx/>
                <a:buFontTx/>
                <a:buNone/>
              </a:pPr>
              <a:t>153</a:t>
            </a:fld>
            <a:endParaRPr lang="en-US" altLang="en-US" sz="1200" b="1">
              <a:solidFill>
                <a:srgbClr val="1C1C1C"/>
              </a:solidFill>
            </a:endParaRPr>
          </a:p>
        </p:txBody>
      </p:sp>
      <p:sp>
        <p:nvSpPr>
          <p:cNvPr id="196611" name="Rectangle 5">
            <a:extLst>
              <a:ext uri="{FF2B5EF4-FFF2-40B4-BE49-F238E27FC236}">
                <a16:creationId xmlns:a16="http://schemas.microsoft.com/office/drawing/2014/main" id="{7EDF216E-4A69-7C36-7827-831207074808}"/>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Replacement Percent Source Reference Code (SRC)</a:t>
            </a:r>
            <a:endParaRPr lang="en-US" altLang="en-US" sz="2200" b="1">
              <a:solidFill>
                <a:schemeClr val="bg2"/>
              </a:solidFill>
            </a:endParaRPr>
          </a:p>
        </p:txBody>
      </p:sp>
      <p:sp>
        <p:nvSpPr>
          <p:cNvPr id="196612" name="Rectangle 6">
            <a:extLst>
              <a:ext uri="{FF2B5EF4-FFF2-40B4-BE49-F238E27FC236}">
                <a16:creationId xmlns:a16="http://schemas.microsoft.com/office/drawing/2014/main" id="{22C91C6C-42D9-0D2F-96CE-A32D6758C1F0}"/>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Displays the source of the replacement percent</a:t>
            </a:r>
          </a:p>
          <a:p>
            <a:pPr eaLnBrk="1" hangingPunct="1">
              <a:buClr>
                <a:schemeClr val="bg2"/>
              </a:buClr>
              <a:buFontTx/>
              <a:buNone/>
            </a:pPr>
            <a:endParaRPr lang="en-US" altLang="en-US" sz="1800"/>
          </a:p>
          <a:p>
            <a:pPr eaLnBrk="1" hangingPunct="1">
              <a:buClr>
                <a:schemeClr val="bg2"/>
              </a:buClr>
              <a:buFontTx/>
              <a:buChar char="•"/>
            </a:pPr>
            <a:r>
              <a:rPr lang="en-US" altLang="en-US" sz="1800"/>
              <a:t> Blank with two or more indenture levels</a:t>
            </a:r>
          </a:p>
          <a:p>
            <a:pPr eaLnBrk="1" hangingPunct="1">
              <a:buClr>
                <a:schemeClr val="bg2"/>
              </a:buClr>
              <a:buFontTx/>
              <a:buNone/>
            </a:pPr>
            <a:endParaRPr lang="en-US" altLang="en-US" sz="1800"/>
          </a:p>
          <a:p>
            <a:pPr eaLnBrk="1" hangingPunct="1">
              <a:buClr>
                <a:schemeClr val="bg2"/>
              </a:buClr>
              <a:buFontTx/>
              <a:buChar char="•"/>
            </a:pPr>
            <a:r>
              <a:rPr lang="en-US" altLang="en-US" sz="1800"/>
              <a:t> Possible SRC codes:</a:t>
            </a:r>
          </a:p>
          <a:p>
            <a:pPr lvl="1" eaLnBrk="1" hangingPunct="1">
              <a:buClr>
                <a:schemeClr val="bg2"/>
              </a:buClr>
              <a:buFontTx/>
              <a:buChar char="•"/>
            </a:pPr>
            <a:r>
              <a:rPr lang="en-US" altLang="en-US" sz="1600"/>
              <a:t>A = actual</a:t>
            </a:r>
          </a:p>
          <a:p>
            <a:pPr lvl="1" eaLnBrk="1" hangingPunct="1">
              <a:buClr>
                <a:schemeClr val="bg2"/>
              </a:buClr>
              <a:buFontTx/>
              <a:buChar char="•"/>
            </a:pPr>
            <a:r>
              <a:rPr lang="en-US" altLang="en-US" sz="1600"/>
              <a:t>C = computed or computer assigned</a:t>
            </a:r>
          </a:p>
          <a:p>
            <a:pPr lvl="1" eaLnBrk="1" hangingPunct="1">
              <a:buClr>
                <a:schemeClr val="bg2"/>
              </a:buClr>
              <a:buFontTx/>
              <a:buChar char="•"/>
            </a:pPr>
            <a:r>
              <a:rPr lang="en-US" altLang="en-US" sz="1600"/>
              <a:t>E = entered</a:t>
            </a:r>
          </a:p>
          <a:p>
            <a:pPr lvl="1" eaLnBrk="1" hangingPunct="1">
              <a:buClr>
                <a:schemeClr val="bg2"/>
              </a:buClr>
              <a:buFontTx/>
              <a:buChar char="•"/>
            </a:pPr>
            <a:r>
              <a:rPr lang="en-US" altLang="en-US" sz="1600"/>
              <a:t>S = standard (default value)</a:t>
            </a:r>
          </a:p>
          <a:p>
            <a:pPr lvl="1" eaLnBrk="1" hangingPunct="1">
              <a:buClr>
                <a:schemeClr val="bg2"/>
              </a:buClr>
              <a:buFontTx/>
              <a:buChar char="•"/>
            </a:pPr>
            <a:r>
              <a:rPr lang="en-US" altLang="en-US" sz="1600"/>
              <a:t>D = contractor quotes</a:t>
            </a:r>
          </a:p>
          <a:p>
            <a:pPr lvl="1" eaLnBrk="1" hangingPunct="1">
              <a:buClr>
                <a:schemeClr val="bg2"/>
              </a:buClr>
              <a:buFontTx/>
              <a:buChar char="•"/>
            </a:pPr>
            <a:r>
              <a:rPr lang="en-US" altLang="en-US" sz="1600"/>
              <a:t>P = peacetime values in OWRM computation</a:t>
            </a:r>
          </a:p>
          <a:p>
            <a:pPr lvl="1" eaLnBrk="1" hangingPunct="1">
              <a:buClr>
                <a:schemeClr val="bg2"/>
              </a:buClr>
              <a:buFontTx/>
              <a:buChar char="•"/>
            </a:pPr>
            <a:r>
              <a:rPr lang="en-US" altLang="en-US" sz="1600"/>
              <a:t>W = wartime values in OWRM computation</a:t>
            </a:r>
          </a:p>
          <a:p>
            <a:pPr lvl="1" eaLnBrk="1" hangingPunct="1">
              <a:buClr>
                <a:schemeClr val="bg2"/>
              </a:buClr>
              <a:buFontTx/>
              <a:buChar char="•"/>
            </a:pPr>
            <a:r>
              <a:rPr lang="en-US" altLang="en-US" sz="1600"/>
              <a:t>F = not entered during initial indenture establishment</a:t>
            </a:r>
          </a:p>
        </p:txBody>
      </p:sp>
      <p:sp>
        <p:nvSpPr>
          <p:cNvPr id="196613" name="TextBox 6">
            <a:extLst>
              <a:ext uri="{FF2B5EF4-FFF2-40B4-BE49-F238E27FC236}">
                <a16:creationId xmlns:a16="http://schemas.microsoft.com/office/drawing/2014/main" id="{BF9F3857-3373-FB4D-2C90-01EF58070AE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7633" name="Rectangle 2">
            <a:extLst>
              <a:ext uri="{FF2B5EF4-FFF2-40B4-BE49-F238E27FC236}">
                <a16:creationId xmlns:a16="http://schemas.microsoft.com/office/drawing/2014/main" id="{5B3C6544-BDBF-94DB-32B8-071F0E0F6B6B}"/>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97634" name="Text Box 3">
            <a:extLst>
              <a:ext uri="{FF2B5EF4-FFF2-40B4-BE49-F238E27FC236}">
                <a16:creationId xmlns:a16="http://schemas.microsoft.com/office/drawing/2014/main" id="{6868E65E-405C-1C59-14B6-370C5EC1AE2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42E9E4B-86A2-4032-BE41-68B2F86F0EB9}" type="slidenum">
              <a:rPr lang="en-US" altLang="en-US" sz="1200" b="1">
                <a:solidFill>
                  <a:srgbClr val="1C1C1C"/>
                </a:solidFill>
              </a:rPr>
              <a:pPr eaLnBrk="1" hangingPunct="1">
                <a:spcBef>
                  <a:spcPct val="0"/>
                </a:spcBef>
                <a:buClrTx/>
                <a:buFontTx/>
                <a:buNone/>
              </a:pPr>
              <a:t>154</a:t>
            </a:fld>
            <a:endParaRPr lang="en-US" altLang="en-US" sz="1200" b="1">
              <a:solidFill>
                <a:srgbClr val="1C1C1C"/>
              </a:solidFill>
            </a:endParaRPr>
          </a:p>
        </p:txBody>
      </p:sp>
      <p:sp>
        <p:nvSpPr>
          <p:cNvPr id="197635" name="Rectangle 5">
            <a:extLst>
              <a:ext uri="{FF2B5EF4-FFF2-40B4-BE49-F238E27FC236}">
                <a16:creationId xmlns:a16="http://schemas.microsoft.com/office/drawing/2014/main" id="{599EFCD8-135B-640A-C175-44EA75B1A75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Quantity Per Assembly (QPA)</a:t>
            </a:r>
            <a:endParaRPr lang="en-US" altLang="en-US" sz="2200" b="1">
              <a:solidFill>
                <a:schemeClr val="bg2"/>
              </a:solidFill>
            </a:endParaRPr>
          </a:p>
        </p:txBody>
      </p:sp>
      <p:sp>
        <p:nvSpPr>
          <p:cNvPr id="197636" name="Rectangle 6">
            <a:extLst>
              <a:ext uri="{FF2B5EF4-FFF2-40B4-BE49-F238E27FC236}">
                <a16:creationId xmlns:a16="http://schemas.microsoft.com/office/drawing/2014/main" id="{278D4D07-EA5B-6978-F380-3D55D2267C50}"/>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Number of components installed on the immediate NHA</a:t>
            </a:r>
          </a:p>
          <a:p>
            <a:pPr eaLnBrk="1" hangingPunct="1">
              <a:buClr>
                <a:schemeClr val="bg2"/>
              </a:buClr>
              <a:buFontTx/>
              <a:buChar char="•"/>
            </a:pPr>
            <a:endParaRPr lang="en-US" altLang="en-US" sz="2400"/>
          </a:p>
          <a:p>
            <a:pPr eaLnBrk="1" hangingPunct="1">
              <a:buClr>
                <a:schemeClr val="bg2"/>
              </a:buClr>
              <a:buFontTx/>
              <a:buChar char="•"/>
            </a:pPr>
            <a:r>
              <a:rPr lang="en-US" altLang="en-US" sz="2400"/>
              <a:t> File maintained by ES in API</a:t>
            </a:r>
          </a:p>
          <a:p>
            <a:pPr eaLnBrk="1" hangingPunct="1">
              <a:buClr>
                <a:schemeClr val="bg2"/>
              </a:buClr>
              <a:buFontTx/>
              <a:buChar char="•"/>
            </a:pPr>
            <a:endParaRPr lang="en-US" altLang="en-US" sz="2400"/>
          </a:p>
          <a:p>
            <a:pPr eaLnBrk="1" hangingPunct="1">
              <a:buClr>
                <a:schemeClr val="bg2"/>
              </a:buClr>
              <a:buFontTx/>
              <a:buChar char="•"/>
            </a:pPr>
            <a:r>
              <a:rPr lang="en-US" altLang="en-US" sz="2400"/>
              <a:t> Do not confuse with QPAPPL </a:t>
            </a:r>
          </a:p>
        </p:txBody>
      </p:sp>
      <p:pic>
        <p:nvPicPr>
          <p:cNvPr id="197637" name="Picture 7" descr="QPA">
            <a:extLst>
              <a:ext uri="{FF2B5EF4-FFF2-40B4-BE49-F238E27FC236}">
                <a16:creationId xmlns:a16="http://schemas.microsoft.com/office/drawing/2014/main" id="{E920D106-1AA5-FCC5-8B1B-CE0F3B878E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3852863"/>
            <a:ext cx="8077200" cy="231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7638" name="TextBox 7">
            <a:extLst>
              <a:ext uri="{FF2B5EF4-FFF2-40B4-BE49-F238E27FC236}">
                <a16:creationId xmlns:a16="http://schemas.microsoft.com/office/drawing/2014/main" id="{45814F47-E599-26E1-C863-81ADBC5DD5E2}"/>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8657" name="Picture 8" descr="DerQPAPPL">
            <a:extLst>
              <a:ext uri="{FF2B5EF4-FFF2-40B4-BE49-F238E27FC236}">
                <a16:creationId xmlns:a16="http://schemas.microsoft.com/office/drawing/2014/main" id="{2C175A8B-6B36-BED2-0B39-61C8CDB1E1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3600" y="3103563"/>
            <a:ext cx="6248400" cy="3217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8658" name="Rectangle 2">
            <a:extLst>
              <a:ext uri="{FF2B5EF4-FFF2-40B4-BE49-F238E27FC236}">
                <a16:creationId xmlns:a16="http://schemas.microsoft.com/office/drawing/2014/main" id="{47D0E69C-D6C6-3031-4DA8-5DEAACB7C476}"/>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98659" name="Text Box 3">
            <a:extLst>
              <a:ext uri="{FF2B5EF4-FFF2-40B4-BE49-F238E27FC236}">
                <a16:creationId xmlns:a16="http://schemas.microsoft.com/office/drawing/2014/main" id="{E4C07A45-B2E6-8E9B-906D-CA4246422AF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2B372A5-74C6-4845-A5BE-091F146391D6}" type="slidenum">
              <a:rPr lang="en-US" altLang="en-US" sz="1200" b="1">
                <a:solidFill>
                  <a:srgbClr val="1C1C1C"/>
                </a:solidFill>
              </a:rPr>
              <a:pPr eaLnBrk="1" hangingPunct="1">
                <a:spcBef>
                  <a:spcPct val="0"/>
                </a:spcBef>
                <a:buClrTx/>
                <a:buFontTx/>
                <a:buNone/>
              </a:pPr>
              <a:t>155</a:t>
            </a:fld>
            <a:endParaRPr lang="en-US" altLang="en-US" sz="1200" b="1">
              <a:solidFill>
                <a:srgbClr val="1C1C1C"/>
              </a:solidFill>
            </a:endParaRPr>
          </a:p>
        </p:txBody>
      </p:sp>
      <p:sp>
        <p:nvSpPr>
          <p:cNvPr id="198660" name="Rectangle 5">
            <a:extLst>
              <a:ext uri="{FF2B5EF4-FFF2-40B4-BE49-F238E27FC236}">
                <a16:creationId xmlns:a16="http://schemas.microsoft.com/office/drawing/2014/main" id="{8A517FC4-5963-95F4-0BC8-1E6F09782004}"/>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Derived Quantity Per Application (QPAPPL)</a:t>
            </a:r>
            <a:endParaRPr lang="en-US" altLang="en-US" sz="2200" b="1">
              <a:solidFill>
                <a:schemeClr val="bg2"/>
              </a:solidFill>
            </a:endParaRPr>
          </a:p>
        </p:txBody>
      </p:sp>
      <p:sp>
        <p:nvSpPr>
          <p:cNvPr id="198661" name="Rectangle 6">
            <a:extLst>
              <a:ext uri="{FF2B5EF4-FFF2-40B4-BE49-F238E27FC236}">
                <a16:creationId xmlns:a16="http://schemas.microsoft.com/office/drawing/2014/main" id="{F89262B9-A08D-075A-779C-2E10AF762CB2}"/>
              </a:ext>
            </a:extLst>
          </p:cNvPr>
          <p:cNvSpPr>
            <a:spLocks noChangeArrowheads="1"/>
          </p:cNvSpPr>
          <p:nvPr/>
        </p:nvSpPr>
        <p:spPr bwMode="auto">
          <a:xfrm>
            <a:off x="647700" y="1460500"/>
            <a:ext cx="7734300" cy="11128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400"/>
              <a:t> Total number of components per NHA/SPD</a:t>
            </a:r>
          </a:p>
          <a:p>
            <a:pPr eaLnBrk="1" hangingPunct="1">
              <a:buClr>
                <a:schemeClr val="bg2"/>
              </a:buClr>
              <a:buFontTx/>
              <a:buChar char="•"/>
            </a:pPr>
            <a:endParaRPr lang="en-US" altLang="en-US" sz="2400"/>
          </a:p>
          <a:p>
            <a:pPr eaLnBrk="1" hangingPunct="1">
              <a:buClr>
                <a:schemeClr val="bg2"/>
              </a:buClr>
              <a:buFontTx/>
              <a:buChar char="•"/>
            </a:pPr>
            <a:r>
              <a:rPr lang="en-US" altLang="en-US" sz="2400"/>
              <a:t> Derived QPAPPL is mechanically computed by API</a:t>
            </a:r>
          </a:p>
        </p:txBody>
      </p:sp>
      <p:sp>
        <p:nvSpPr>
          <p:cNvPr id="198662" name="Rectangle 9">
            <a:extLst>
              <a:ext uri="{FF2B5EF4-FFF2-40B4-BE49-F238E27FC236}">
                <a16:creationId xmlns:a16="http://schemas.microsoft.com/office/drawing/2014/main" id="{58B065D0-3AC1-6CB2-80C2-7F638540F91C}"/>
              </a:ext>
            </a:extLst>
          </p:cNvPr>
          <p:cNvSpPr>
            <a:spLocks noChangeArrowheads="1"/>
          </p:cNvSpPr>
          <p:nvPr/>
        </p:nvSpPr>
        <p:spPr bwMode="auto">
          <a:xfrm>
            <a:off x="1066800" y="5918200"/>
            <a:ext cx="3276600" cy="533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2  X  2  X  1  =  QPAPPL of 4</a:t>
            </a:r>
          </a:p>
        </p:txBody>
      </p:sp>
      <p:sp>
        <p:nvSpPr>
          <p:cNvPr id="198663" name="TextBox 8">
            <a:extLst>
              <a:ext uri="{FF2B5EF4-FFF2-40B4-BE49-F238E27FC236}">
                <a16:creationId xmlns:a16="http://schemas.microsoft.com/office/drawing/2014/main" id="{BE3A754D-D847-826A-4661-29895F9363B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9681" name="Rectangle 2">
            <a:extLst>
              <a:ext uri="{FF2B5EF4-FFF2-40B4-BE49-F238E27FC236}">
                <a16:creationId xmlns:a16="http://schemas.microsoft.com/office/drawing/2014/main" id="{0DBC048F-507E-B8D9-276E-BA383FACD636}"/>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199682" name="Text Box 3">
            <a:extLst>
              <a:ext uri="{FF2B5EF4-FFF2-40B4-BE49-F238E27FC236}">
                <a16:creationId xmlns:a16="http://schemas.microsoft.com/office/drawing/2014/main" id="{88FFEA0C-6E3C-96F9-999F-65ECB8ADA8EB}"/>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ECF52C2-5299-4DF3-B4B6-ED54F2321A70}" type="slidenum">
              <a:rPr lang="en-US" altLang="en-US" sz="1200" b="1">
                <a:solidFill>
                  <a:srgbClr val="1C1C1C"/>
                </a:solidFill>
              </a:rPr>
              <a:pPr eaLnBrk="1" hangingPunct="1">
                <a:spcBef>
                  <a:spcPct val="0"/>
                </a:spcBef>
                <a:buClrTx/>
                <a:buFontTx/>
                <a:buNone/>
              </a:pPr>
              <a:t>156</a:t>
            </a:fld>
            <a:endParaRPr lang="en-US" altLang="en-US" sz="1200" b="1">
              <a:solidFill>
                <a:srgbClr val="1C1C1C"/>
              </a:solidFill>
            </a:endParaRPr>
          </a:p>
        </p:txBody>
      </p:sp>
      <p:sp>
        <p:nvSpPr>
          <p:cNvPr id="199683" name="Rectangle 5">
            <a:extLst>
              <a:ext uri="{FF2B5EF4-FFF2-40B4-BE49-F238E27FC236}">
                <a16:creationId xmlns:a16="http://schemas.microsoft.com/office/drawing/2014/main" id="{6DEA02FC-7FB9-B719-208A-792E0AF6DA4E}"/>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QPAPPL for Multiple Chains</a:t>
            </a:r>
            <a:endParaRPr lang="en-US" altLang="en-US" sz="2200" b="1">
              <a:solidFill>
                <a:schemeClr val="bg2"/>
              </a:solidFill>
            </a:endParaRPr>
          </a:p>
        </p:txBody>
      </p:sp>
      <p:pic>
        <p:nvPicPr>
          <p:cNvPr id="199684" name="Picture 8" descr="DerQPAPPL2">
            <a:extLst>
              <a:ext uri="{FF2B5EF4-FFF2-40B4-BE49-F238E27FC236}">
                <a16:creationId xmlns:a16="http://schemas.microsoft.com/office/drawing/2014/main" id="{4E8EC95A-08D6-3D1F-16A4-55E6E8EF01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3400" y="1466850"/>
            <a:ext cx="7391400" cy="49339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99685" name="Rectangle 9">
            <a:extLst>
              <a:ext uri="{FF2B5EF4-FFF2-40B4-BE49-F238E27FC236}">
                <a16:creationId xmlns:a16="http://schemas.microsoft.com/office/drawing/2014/main" id="{7024711E-8C5D-A877-7995-A5C7AE9B77E7}"/>
              </a:ext>
            </a:extLst>
          </p:cNvPr>
          <p:cNvSpPr>
            <a:spLocks noChangeArrowheads="1"/>
          </p:cNvSpPr>
          <p:nvPr/>
        </p:nvSpPr>
        <p:spPr bwMode="auto">
          <a:xfrm>
            <a:off x="838200" y="4724400"/>
            <a:ext cx="3276600" cy="1676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C-D  =  1</a:t>
            </a:r>
          </a:p>
          <a:p>
            <a:pPr eaLnBrk="1" hangingPunct="1">
              <a:buClrTx/>
              <a:buFontTx/>
              <a:buNone/>
            </a:pPr>
            <a:r>
              <a:rPr lang="en-US" altLang="en-US" sz="1800"/>
              <a:t>C-G-D  =  8</a:t>
            </a:r>
          </a:p>
          <a:p>
            <a:pPr eaLnBrk="1" hangingPunct="1">
              <a:buClrTx/>
              <a:buFontTx/>
              <a:buNone/>
            </a:pPr>
            <a:r>
              <a:rPr lang="en-US" altLang="en-US" sz="1800"/>
              <a:t>C-G-J-D = 6</a:t>
            </a:r>
          </a:p>
          <a:p>
            <a:pPr eaLnBrk="1" hangingPunct="1">
              <a:buClrTx/>
              <a:buFontTx/>
              <a:buNone/>
            </a:pPr>
            <a:endParaRPr lang="en-US" altLang="en-US" sz="1800"/>
          </a:p>
          <a:p>
            <a:pPr eaLnBrk="1" hangingPunct="1">
              <a:buClrTx/>
              <a:buFontTx/>
              <a:buNone/>
            </a:pPr>
            <a:r>
              <a:rPr lang="en-US" altLang="en-US" sz="1800"/>
              <a:t>1  +  6  +  8  =  QPAPPL of 15</a:t>
            </a:r>
          </a:p>
        </p:txBody>
      </p:sp>
      <p:sp>
        <p:nvSpPr>
          <p:cNvPr id="199686" name="TextBox 7">
            <a:extLst>
              <a:ext uri="{FF2B5EF4-FFF2-40B4-BE49-F238E27FC236}">
                <a16:creationId xmlns:a16="http://schemas.microsoft.com/office/drawing/2014/main" id="{B82A5158-23A7-A45C-B394-03A53278E052}"/>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705" name="Text Box 4">
            <a:extLst>
              <a:ext uri="{FF2B5EF4-FFF2-40B4-BE49-F238E27FC236}">
                <a16:creationId xmlns:a16="http://schemas.microsoft.com/office/drawing/2014/main" id="{9E7712DE-3293-D03D-E675-F712A61475BE}"/>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C976492-8284-4EE6-AEE3-B583E01AEAAB}" type="slidenum">
              <a:rPr lang="en-US" altLang="en-US" sz="1200" b="1">
                <a:solidFill>
                  <a:srgbClr val="1C1C1C"/>
                </a:solidFill>
              </a:rPr>
              <a:pPr eaLnBrk="1" hangingPunct="1">
                <a:spcBef>
                  <a:spcPct val="0"/>
                </a:spcBef>
                <a:buClrTx/>
                <a:buFontTx/>
                <a:buNone/>
              </a:pPr>
              <a:t>157</a:t>
            </a:fld>
            <a:endParaRPr lang="en-US" altLang="en-US" sz="1200" b="1">
              <a:solidFill>
                <a:srgbClr val="1C1C1C"/>
              </a:solidFill>
            </a:endParaRPr>
          </a:p>
        </p:txBody>
      </p:sp>
      <p:sp>
        <p:nvSpPr>
          <p:cNvPr id="200706" name="Rectangle 6">
            <a:extLst>
              <a:ext uri="{FF2B5EF4-FFF2-40B4-BE49-F238E27FC236}">
                <a16:creationId xmlns:a16="http://schemas.microsoft.com/office/drawing/2014/main" id="{2E3B0102-26E9-77FA-CB36-1D248ED4D83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Override Quantity Per Application (OVRD QPAPPL)</a:t>
            </a:r>
            <a:endParaRPr lang="en-US" altLang="en-US" sz="2200" b="1">
              <a:solidFill>
                <a:schemeClr val="bg2"/>
              </a:solidFill>
            </a:endParaRPr>
          </a:p>
        </p:txBody>
      </p:sp>
      <p:sp>
        <p:nvSpPr>
          <p:cNvPr id="200707" name="Rectangle 7">
            <a:extLst>
              <a:ext uri="{FF2B5EF4-FFF2-40B4-BE49-F238E27FC236}">
                <a16:creationId xmlns:a16="http://schemas.microsoft.com/office/drawing/2014/main" id="{0228AE6B-BA11-5BA1-C43D-D34033B0BBFC}"/>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ES can change QPAPPL in Program Selection function</a:t>
            </a:r>
          </a:p>
          <a:p>
            <a:pPr eaLnBrk="1" hangingPunct="1">
              <a:buClr>
                <a:schemeClr val="bg2"/>
              </a:buClr>
              <a:buFontTx/>
              <a:buChar char="•"/>
            </a:pPr>
            <a:endParaRPr lang="en-US" altLang="en-US" sz="2400"/>
          </a:p>
          <a:p>
            <a:pPr eaLnBrk="1" hangingPunct="1">
              <a:buClr>
                <a:schemeClr val="bg2"/>
              </a:buClr>
              <a:buFontTx/>
              <a:buChar char="•"/>
            </a:pPr>
            <a:r>
              <a:rPr lang="en-US" altLang="en-US" sz="2400"/>
              <a:t> Changed values displayed as “OVRD QPAPPL”</a:t>
            </a:r>
          </a:p>
          <a:p>
            <a:pPr eaLnBrk="1" hangingPunct="1">
              <a:buClr>
                <a:schemeClr val="bg2"/>
              </a:buClr>
              <a:buFontTx/>
              <a:buNone/>
            </a:pPr>
            <a:endParaRPr lang="en-US" altLang="en-US" sz="2400"/>
          </a:p>
          <a:p>
            <a:pPr eaLnBrk="1" hangingPunct="1">
              <a:buClr>
                <a:schemeClr val="bg2"/>
              </a:buClr>
              <a:buFontTx/>
              <a:buChar char="•"/>
            </a:pPr>
            <a:r>
              <a:rPr lang="en-US" altLang="en-US" sz="2400"/>
              <a:t> ES must manually enter OVRD QPAPPL by Time Phase Date when changes to QPAPPL are anticipated (e.g., modifications)</a:t>
            </a:r>
          </a:p>
        </p:txBody>
      </p:sp>
      <p:sp>
        <p:nvSpPr>
          <p:cNvPr id="200708" name="TextBox 7">
            <a:extLst>
              <a:ext uri="{FF2B5EF4-FFF2-40B4-BE49-F238E27FC236}">
                <a16:creationId xmlns:a16="http://schemas.microsoft.com/office/drawing/2014/main" id="{6EFD14C2-9CED-CE53-BEF8-927719BA175F}"/>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1729" name="Rectangle 2">
            <a:extLst>
              <a:ext uri="{FF2B5EF4-FFF2-40B4-BE49-F238E27FC236}">
                <a16:creationId xmlns:a16="http://schemas.microsoft.com/office/drawing/2014/main" id="{A5FC04C9-B333-3DA7-E2EB-71EBF784C1E2}"/>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01730" name="Text Box 3">
            <a:extLst>
              <a:ext uri="{FF2B5EF4-FFF2-40B4-BE49-F238E27FC236}">
                <a16:creationId xmlns:a16="http://schemas.microsoft.com/office/drawing/2014/main" id="{9AFE7353-2BD0-7930-D32A-48361EA5A734}"/>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3ADED3E-0590-4EFD-92BB-59F0C0CDDE92}" type="slidenum">
              <a:rPr lang="en-US" altLang="en-US" sz="1200" b="1">
                <a:solidFill>
                  <a:srgbClr val="1C1C1C"/>
                </a:solidFill>
              </a:rPr>
              <a:pPr eaLnBrk="1" hangingPunct="1">
                <a:spcBef>
                  <a:spcPct val="0"/>
                </a:spcBef>
                <a:buClrTx/>
                <a:buFontTx/>
                <a:buNone/>
              </a:pPr>
              <a:t>158</a:t>
            </a:fld>
            <a:endParaRPr lang="en-US" altLang="en-US" sz="1200" b="1">
              <a:solidFill>
                <a:srgbClr val="1C1C1C"/>
              </a:solidFill>
            </a:endParaRPr>
          </a:p>
        </p:txBody>
      </p:sp>
      <p:sp>
        <p:nvSpPr>
          <p:cNvPr id="201731" name="Rectangle 5">
            <a:extLst>
              <a:ext uri="{FF2B5EF4-FFF2-40B4-BE49-F238E27FC236}">
                <a16:creationId xmlns:a16="http://schemas.microsoft.com/office/drawing/2014/main" id="{80B057A8-F476-DA4B-EB86-C06C859EFAC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Application Percent (APPL%)</a:t>
            </a:r>
            <a:endParaRPr lang="en-US" altLang="en-US" sz="2200" b="1">
              <a:solidFill>
                <a:schemeClr val="bg2"/>
              </a:solidFill>
            </a:endParaRPr>
          </a:p>
        </p:txBody>
      </p:sp>
      <p:sp>
        <p:nvSpPr>
          <p:cNvPr id="201732" name="Rectangle 6">
            <a:extLst>
              <a:ext uri="{FF2B5EF4-FFF2-40B4-BE49-F238E27FC236}">
                <a16:creationId xmlns:a16="http://schemas.microsoft.com/office/drawing/2014/main" id="{4541E1DD-E1A0-4D4E-B5AF-F803FFB87CD0}"/>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Tells API what percent of NHA has component installed</a:t>
            </a:r>
          </a:p>
          <a:p>
            <a:pPr eaLnBrk="1" hangingPunct="1">
              <a:buClr>
                <a:schemeClr val="bg2"/>
              </a:buClr>
              <a:buFontTx/>
              <a:buNone/>
            </a:pPr>
            <a:endParaRPr lang="en-US" altLang="en-US" sz="2000"/>
          </a:p>
          <a:p>
            <a:pPr eaLnBrk="1" hangingPunct="1">
              <a:buClr>
                <a:schemeClr val="bg2"/>
              </a:buClr>
              <a:buFontTx/>
              <a:buChar char="•"/>
            </a:pPr>
            <a:r>
              <a:rPr lang="en-US" altLang="en-US" sz="2000"/>
              <a:t> Most common APPL% is 100 (default value)</a:t>
            </a:r>
          </a:p>
        </p:txBody>
      </p:sp>
      <p:sp>
        <p:nvSpPr>
          <p:cNvPr id="201733" name="Rectangle 7">
            <a:extLst>
              <a:ext uri="{FF2B5EF4-FFF2-40B4-BE49-F238E27FC236}">
                <a16:creationId xmlns:a16="http://schemas.microsoft.com/office/drawing/2014/main" id="{45567E8B-B0BD-737F-06BF-2D54B91C17CD}"/>
              </a:ext>
            </a:extLst>
          </p:cNvPr>
          <p:cNvSpPr>
            <a:spLocks noChangeArrowheads="1"/>
          </p:cNvSpPr>
          <p:nvPr/>
        </p:nvSpPr>
        <p:spPr bwMode="auto">
          <a:xfrm>
            <a:off x="393700" y="3413125"/>
            <a:ext cx="8337550" cy="2460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Override Application Percent (OVRD APPL%)</a:t>
            </a:r>
            <a:endParaRPr lang="en-US" altLang="en-US" sz="2200" b="1">
              <a:solidFill>
                <a:schemeClr val="bg2"/>
              </a:solidFill>
            </a:endParaRPr>
          </a:p>
        </p:txBody>
      </p:sp>
      <p:sp>
        <p:nvSpPr>
          <p:cNvPr id="201734" name="Rectangle 8">
            <a:extLst>
              <a:ext uri="{FF2B5EF4-FFF2-40B4-BE49-F238E27FC236}">
                <a16:creationId xmlns:a16="http://schemas.microsoft.com/office/drawing/2014/main" id="{C6303700-1A5F-CE76-97D9-4BFCED84CCD4}"/>
              </a:ext>
            </a:extLst>
          </p:cNvPr>
          <p:cNvSpPr>
            <a:spLocks noChangeArrowheads="1"/>
          </p:cNvSpPr>
          <p:nvPr/>
        </p:nvSpPr>
        <p:spPr bwMode="auto">
          <a:xfrm>
            <a:off x="641350" y="3746500"/>
            <a:ext cx="7734300" cy="1968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ES can override APPL% by entering value greater than zero</a:t>
            </a:r>
          </a:p>
          <a:p>
            <a:pPr eaLnBrk="1" hangingPunct="1">
              <a:buClr>
                <a:schemeClr val="bg2"/>
              </a:buClr>
              <a:buFontTx/>
              <a:buChar char="•"/>
            </a:pPr>
            <a:endParaRPr lang="en-US" altLang="en-US" sz="2000"/>
          </a:p>
          <a:p>
            <a:pPr eaLnBrk="1" hangingPunct="1">
              <a:buClr>
                <a:schemeClr val="bg2"/>
              </a:buClr>
              <a:buFontTx/>
              <a:buChar char="•"/>
            </a:pPr>
            <a:r>
              <a:rPr lang="en-US" altLang="en-US" sz="2000"/>
              <a:t> ES uses program selection function to override APPL%</a:t>
            </a:r>
          </a:p>
          <a:p>
            <a:pPr eaLnBrk="1" hangingPunct="1">
              <a:buClr>
                <a:schemeClr val="bg2"/>
              </a:buClr>
              <a:buFontTx/>
              <a:buChar char="•"/>
            </a:pPr>
            <a:endParaRPr lang="en-US" altLang="en-US" sz="2000"/>
          </a:p>
          <a:p>
            <a:pPr eaLnBrk="1" hangingPunct="1">
              <a:buClr>
                <a:schemeClr val="bg2"/>
              </a:buClr>
              <a:buFontTx/>
              <a:buChar char="•"/>
            </a:pPr>
            <a:r>
              <a:rPr lang="en-US" altLang="en-US" sz="2000"/>
              <a:t> Changed value displayed as OVRD APPL%</a:t>
            </a:r>
          </a:p>
        </p:txBody>
      </p:sp>
      <p:sp>
        <p:nvSpPr>
          <p:cNvPr id="201735" name="TextBox 8">
            <a:extLst>
              <a:ext uri="{FF2B5EF4-FFF2-40B4-BE49-F238E27FC236}">
                <a16:creationId xmlns:a16="http://schemas.microsoft.com/office/drawing/2014/main" id="{B47B3E8F-5725-C5F0-9DBA-AF76E6560719}"/>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2753" name="Rectangle 2">
            <a:extLst>
              <a:ext uri="{FF2B5EF4-FFF2-40B4-BE49-F238E27FC236}">
                <a16:creationId xmlns:a16="http://schemas.microsoft.com/office/drawing/2014/main" id="{A9EB8B4F-A096-B375-FBCA-50546AC97D33}"/>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02754" name="Text Box 3">
            <a:extLst>
              <a:ext uri="{FF2B5EF4-FFF2-40B4-BE49-F238E27FC236}">
                <a16:creationId xmlns:a16="http://schemas.microsoft.com/office/drawing/2014/main" id="{1EC88A2E-4DDD-D3C6-28B2-7A1F7293419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0121CFC-4982-4E57-8D86-6E589F58EC0A}" type="slidenum">
              <a:rPr lang="en-US" altLang="en-US" sz="1200" b="1">
                <a:solidFill>
                  <a:srgbClr val="1C1C1C"/>
                </a:solidFill>
              </a:rPr>
              <a:pPr eaLnBrk="1" hangingPunct="1">
                <a:spcBef>
                  <a:spcPct val="0"/>
                </a:spcBef>
                <a:buClrTx/>
                <a:buFontTx/>
                <a:buNone/>
              </a:pPr>
              <a:t>159</a:t>
            </a:fld>
            <a:endParaRPr lang="en-US" altLang="en-US" sz="1200" b="1">
              <a:solidFill>
                <a:srgbClr val="1C1C1C"/>
              </a:solidFill>
            </a:endParaRPr>
          </a:p>
        </p:txBody>
      </p:sp>
      <p:sp>
        <p:nvSpPr>
          <p:cNvPr id="202755" name="Rectangle 4">
            <a:extLst>
              <a:ext uri="{FF2B5EF4-FFF2-40B4-BE49-F238E27FC236}">
                <a16:creationId xmlns:a16="http://schemas.microsoft.com/office/drawing/2014/main" id="{09B6BF57-C69C-67A9-4BF3-E8E5FA2A90B4}"/>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4c</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202756" name="TextBox 5">
            <a:extLst>
              <a:ext uri="{FF2B5EF4-FFF2-40B4-BE49-F238E27FC236}">
                <a16:creationId xmlns:a16="http://schemas.microsoft.com/office/drawing/2014/main" id="{9202A8AC-1845-3A2C-8A9D-416C00031783}"/>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3777" name="Rectangle 2">
            <a:extLst>
              <a:ext uri="{FF2B5EF4-FFF2-40B4-BE49-F238E27FC236}">
                <a16:creationId xmlns:a16="http://schemas.microsoft.com/office/drawing/2014/main" id="{739D22F8-C45B-F66D-D26F-BFEB4019B036}"/>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03778" name="Text Box 3">
            <a:extLst>
              <a:ext uri="{FF2B5EF4-FFF2-40B4-BE49-F238E27FC236}">
                <a16:creationId xmlns:a16="http://schemas.microsoft.com/office/drawing/2014/main" id="{D31B139B-AD40-1756-0C05-765ED82C6F3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B2730A8-A090-4C8E-A783-71BF1FA049F3}" type="slidenum">
              <a:rPr lang="en-US" altLang="en-US" sz="1200" b="1">
                <a:solidFill>
                  <a:srgbClr val="1C1C1C"/>
                </a:solidFill>
              </a:rPr>
              <a:pPr eaLnBrk="1" hangingPunct="1">
                <a:spcBef>
                  <a:spcPct val="0"/>
                </a:spcBef>
                <a:buClrTx/>
                <a:buFontTx/>
                <a:buNone/>
              </a:pPr>
              <a:t>160</a:t>
            </a:fld>
            <a:endParaRPr lang="en-US" altLang="en-US" sz="1200" b="1">
              <a:solidFill>
                <a:srgbClr val="1C1C1C"/>
              </a:solidFill>
            </a:endParaRPr>
          </a:p>
        </p:txBody>
      </p:sp>
      <p:sp>
        <p:nvSpPr>
          <p:cNvPr id="203779" name="Rectangle 4">
            <a:extLst>
              <a:ext uri="{FF2B5EF4-FFF2-40B4-BE49-F238E27FC236}">
                <a16:creationId xmlns:a16="http://schemas.microsoft.com/office/drawing/2014/main" id="{6FA543CC-149F-B7BF-8112-C6416EB12150}"/>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4d</a:t>
            </a:r>
          </a:p>
          <a:p>
            <a:pPr algn="ctr" eaLnBrk="1" hangingPunct="1">
              <a:buClr>
                <a:schemeClr val="bg2"/>
              </a:buClr>
              <a:buFontTx/>
              <a:buNone/>
            </a:pPr>
            <a:endParaRPr lang="en-US" altLang="en-US" b="1"/>
          </a:p>
          <a:p>
            <a:pPr algn="ctr" eaLnBrk="1" hangingPunct="1">
              <a:buClr>
                <a:schemeClr val="bg2"/>
              </a:buClr>
              <a:buFontTx/>
              <a:buNone/>
            </a:pPr>
            <a:r>
              <a:rPr lang="en-US" altLang="en-US" b="1"/>
              <a:t>Output Products</a:t>
            </a:r>
            <a:endParaRPr lang="en-US" altLang="en-US" b="1">
              <a:solidFill>
                <a:schemeClr val="bg2"/>
              </a:solidFill>
            </a:endParaRPr>
          </a:p>
        </p:txBody>
      </p:sp>
      <p:sp>
        <p:nvSpPr>
          <p:cNvPr id="203780" name="TextBox 4">
            <a:extLst>
              <a:ext uri="{FF2B5EF4-FFF2-40B4-BE49-F238E27FC236}">
                <a16:creationId xmlns:a16="http://schemas.microsoft.com/office/drawing/2014/main" id="{C615CD36-CFFE-1B64-CE73-809FA004790E}"/>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01" name="Rectangle 2">
            <a:extLst>
              <a:ext uri="{FF2B5EF4-FFF2-40B4-BE49-F238E27FC236}">
                <a16:creationId xmlns:a16="http://schemas.microsoft.com/office/drawing/2014/main" id="{960437DE-02F8-E7DC-612D-83E9AA77C036}"/>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04802" name="Text Box 3">
            <a:extLst>
              <a:ext uri="{FF2B5EF4-FFF2-40B4-BE49-F238E27FC236}">
                <a16:creationId xmlns:a16="http://schemas.microsoft.com/office/drawing/2014/main" id="{51F18E99-A5F5-DCAE-72FA-61D8AEFAE701}"/>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EA7E044-B00A-4626-8F31-8930B4F08A8C}" type="slidenum">
              <a:rPr lang="en-US" altLang="en-US" sz="1200" b="1">
                <a:solidFill>
                  <a:srgbClr val="1C1C1C"/>
                </a:solidFill>
              </a:rPr>
              <a:pPr eaLnBrk="1" hangingPunct="1">
                <a:spcBef>
                  <a:spcPct val="0"/>
                </a:spcBef>
                <a:buClrTx/>
                <a:buFontTx/>
                <a:buNone/>
              </a:pPr>
              <a:t>161</a:t>
            </a:fld>
            <a:endParaRPr lang="en-US" altLang="en-US" sz="1200" b="1">
              <a:solidFill>
                <a:srgbClr val="1C1C1C"/>
              </a:solidFill>
            </a:endParaRPr>
          </a:p>
        </p:txBody>
      </p:sp>
      <p:sp>
        <p:nvSpPr>
          <p:cNvPr id="204803" name="Rectangle 5">
            <a:extLst>
              <a:ext uri="{FF2B5EF4-FFF2-40B4-BE49-F238E27FC236}">
                <a16:creationId xmlns:a16="http://schemas.microsoft.com/office/drawing/2014/main" id="{7A305826-4524-45BD-B5F2-B697108DCBD5}"/>
              </a:ext>
            </a:extLst>
          </p:cNvPr>
          <p:cNvSpPr>
            <a:spLocks noChangeArrowheads="1"/>
          </p:cNvSpPr>
          <p:nvPr/>
        </p:nvSpPr>
        <p:spPr bwMode="auto">
          <a:xfrm>
            <a:off x="400050" y="1849438"/>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204804" name="Rectangle 6">
            <a:extLst>
              <a:ext uri="{FF2B5EF4-FFF2-40B4-BE49-F238E27FC236}">
                <a16:creationId xmlns:a16="http://schemas.microsoft.com/office/drawing/2014/main" id="{FD141069-E1E7-9F76-D6A7-D6DC9FEBA672}"/>
              </a:ext>
            </a:extLst>
          </p:cNvPr>
          <p:cNvSpPr>
            <a:spLocks noChangeArrowheads="1"/>
          </p:cNvSpPr>
          <p:nvPr/>
        </p:nvSpPr>
        <p:spPr bwMode="auto">
          <a:xfrm>
            <a:off x="647700" y="2792413"/>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Covers output products ES can obtain from API system</a:t>
            </a:r>
          </a:p>
        </p:txBody>
      </p:sp>
      <p:sp>
        <p:nvSpPr>
          <p:cNvPr id="204805" name="TextBox 6">
            <a:extLst>
              <a:ext uri="{FF2B5EF4-FFF2-40B4-BE49-F238E27FC236}">
                <a16:creationId xmlns:a16="http://schemas.microsoft.com/office/drawing/2014/main" id="{375E5C75-E671-A458-96C0-0A609D39B4CF}"/>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825" name="Rectangle 2">
            <a:extLst>
              <a:ext uri="{FF2B5EF4-FFF2-40B4-BE49-F238E27FC236}">
                <a16:creationId xmlns:a16="http://schemas.microsoft.com/office/drawing/2014/main" id="{5DC0B08F-979D-63E1-083A-4FF0A6B8E7C5}"/>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05826" name="Text Box 3">
            <a:extLst>
              <a:ext uri="{FF2B5EF4-FFF2-40B4-BE49-F238E27FC236}">
                <a16:creationId xmlns:a16="http://schemas.microsoft.com/office/drawing/2014/main" id="{90866AC8-FBCB-0506-90D2-5153BE88B031}"/>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6D3808C-C60C-4E4A-8BD9-8D600B4AB61E}" type="slidenum">
              <a:rPr lang="en-US" altLang="en-US" sz="1200" b="1">
                <a:solidFill>
                  <a:srgbClr val="1C1C1C"/>
                </a:solidFill>
              </a:rPr>
              <a:pPr eaLnBrk="1" hangingPunct="1">
                <a:spcBef>
                  <a:spcPct val="0"/>
                </a:spcBef>
                <a:buClrTx/>
                <a:buFontTx/>
                <a:buNone/>
              </a:pPr>
              <a:t>162</a:t>
            </a:fld>
            <a:endParaRPr lang="en-US" altLang="en-US" sz="1200" b="1">
              <a:solidFill>
                <a:srgbClr val="1C1C1C"/>
              </a:solidFill>
            </a:endParaRPr>
          </a:p>
        </p:txBody>
      </p:sp>
      <p:sp>
        <p:nvSpPr>
          <p:cNvPr id="205827" name="Rectangle 5">
            <a:extLst>
              <a:ext uri="{FF2B5EF4-FFF2-40B4-BE49-F238E27FC236}">
                <a16:creationId xmlns:a16="http://schemas.microsoft.com/office/drawing/2014/main" id="{0769E696-483E-8E01-70D3-3448FD26FA9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Output Products</a:t>
            </a:r>
            <a:endParaRPr lang="en-US" altLang="en-US" sz="2200" b="1">
              <a:solidFill>
                <a:schemeClr val="bg2"/>
              </a:solidFill>
            </a:endParaRPr>
          </a:p>
        </p:txBody>
      </p:sp>
      <p:sp>
        <p:nvSpPr>
          <p:cNvPr id="205828" name="Rectangle 6">
            <a:extLst>
              <a:ext uri="{FF2B5EF4-FFF2-40B4-BE49-F238E27FC236}">
                <a16:creationId xmlns:a16="http://schemas.microsoft.com/office/drawing/2014/main" id="{2BD09DAC-AD7B-50B5-247E-EDF85CFB31E2}"/>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Indenture structure is source for output products</a:t>
            </a:r>
          </a:p>
          <a:p>
            <a:pPr eaLnBrk="1" hangingPunct="1">
              <a:buClr>
                <a:schemeClr val="bg2"/>
              </a:buClr>
              <a:buFontTx/>
              <a:buChar char="•"/>
            </a:pPr>
            <a:endParaRPr lang="en-US" altLang="en-US" sz="2400"/>
          </a:p>
          <a:p>
            <a:pPr eaLnBrk="1" hangingPunct="1">
              <a:buClr>
                <a:schemeClr val="bg2"/>
              </a:buClr>
              <a:buFontTx/>
              <a:buChar char="•"/>
            </a:pPr>
            <a:r>
              <a:rPr lang="en-US" altLang="en-US" sz="2400"/>
              <a:t> Three categories of output products: </a:t>
            </a:r>
          </a:p>
          <a:p>
            <a:pPr lvl="1" eaLnBrk="1" hangingPunct="1">
              <a:buClr>
                <a:schemeClr val="bg2"/>
              </a:buClr>
              <a:buFontTx/>
              <a:buChar char="•"/>
            </a:pPr>
            <a:r>
              <a:rPr lang="en-US" altLang="en-US"/>
              <a:t>User requested (“pull”)</a:t>
            </a:r>
          </a:p>
          <a:p>
            <a:pPr lvl="1" eaLnBrk="1" hangingPunct="1">
              <a:buClr>
                <a:schemeClr val="bg2"/>
              </a:buClr>
              <a:buFontTx/>
              <a:buChar char="•"/>
            </a:pPr>
            <a:r>
              <a:rPr lang="en-US" altLang="en-US"/>
              <a:t>System generated (“push”)</a:t>
            </a:r>
          </a:p>
          <a:p>
            <a:pPr lvl="1" eaLnBrk="1" hangingPunct="1">
              <a:buClr>
                <a:schemeClr val="bg2"/>
              </a:buClr>
              <a:buFontTx/>
              <a:buChar char="•"/>
            </a:pPr>
            <a:r>
              <a:rPr lang="en-US" altLang="en-US"/>
              <a:t>Batch processes</a:t>
            </a:r>
          </a:p>
          <a:p>
            <a:pPr lvl="1" eaLnBrk="1" hangingPunct="1">
              <a:buClr>
                <a:schemeClr val="bg2"/>
              </a:buClr>
              <a:buFontTx/>
              <a:buChar char="•"/>
            </a:pPr>
            <a:endParaRPr lang="en-US" altLang="en-US"/>
          </a:p>
          <a:p>
            <a:pPr eaLnBrk="1" hangingPunct="1">
              <a:buClr>
                <a:schemeClr val="bg2"/>
              </a:buClr>
              <a:buFontTx/>
              <a:buChar char="•"/>
            </a:pPr>
            <a:r>
              <a:rPr lang="en-US" altLang="en-US" sz="2400"/>
              <a:t> Push and pull products through CA DISPATCH</a:t>
            </a:r>
          </a:p>
        </p:txBody>
      </p:sp>
      <p:sp>
        <p:nvSpPr>
          <p:cNvPr id="205829" name="TextBox 6">
            <a:extLst>
              <a:ext uri="{FF2B5EF4-FFF2-40B4-BE49-F238E27FC236}">
                <a16:creationId xmlns:a16="http://schemas.microsoft.com/office/drawing/2014/main" id="{B27C81BD-0F39-0834-E6BF-B9D0303FD921}"/>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6849" name="Rectangle 2">
            <a:extLst>
              <a:ext uri="{FF2B5EF4-FFF2-40B4-BE49-F238E27FC236}">
                <a16:creationId xmlns:a16="http://schemas.microsoft.com/office/drawing/2014/main" id="{18386EBA-4489-7447-F3A4-3A7E85A691B6}"/>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06850" name="Text Box 3">
            <a:extLst>
              <a:ext uri="{FF2B5EF4-FFF2-40B4-BE49-F238E27FC236}">
                <a16:creationId xmlns:a16="http://schemas.microsoft.com/office/drawing/2014/main" id="{A9301EFA-9A88-AD9A-25FC-D34C02AD9B13}"/>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5A472DB9-4C3D-4474-9F1B-22B31A726358}" type="slidenum">
              <a:rPr lang="en-US" altLang="en-US" sz="1200" b="1">
                <a:solidFill>
                  <a:srgbClr val="1C1C1C"/>
                </a:solidFill>
              </a:rPr>
              <a:pPr eaLnBrk="1" hangingPunct="1">
                <a:spcBef>
                  <a:spcPct val="0"/>
                </a:spcBef>
                <a:buClrTx/>
                <a:buFontTx/>
                <a:buNone/>
              </a:pPr>
              <a:t>163</a:t>
            </a:fld>
            <a:endParaRPr lang="en-US" altLang="en-US" sz="1200" b="1">
              <a:solidFill>
                <a:srgbClr val="1C1C1C"/>
              </a:solidFill>
            </a:endParaRPr>
          </a:p>
        </p:txBody>
      </p:sp>
      <p:sp>
        <p:nvSpPr>
          <p:cNvPr id="206851" name="Rectangle 5">
            <a:extLst>
              <a:ext uri="{FF2B5EF4-FFF2-40B4-BE49-F238E27FC236}">
                <a16:creationId xmlns:a16="http://schemas.microsoft.com/office/drawing/2014/main" id="{E33209C7-5ADD-B808-FE07-9F27B9D8174A}"/>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CA Dispatch</a:t>
            </a:r>
            <a:endParaRPr lang="en-US" altLang="en-US" sz="2200" b="1">
              <a:solidFill>
                <a:schemeClr val="bg2"/>
              </a:solidFill>
            </a:endParaRPr>
          </a:p>
        </p:txBody>
      </p:sp>
      <p:sp>
        <p:nvSpPr>
          <p:cNvPr id="206852" name="Rectangle 6">
            <a:extLst>
              <a:ext uri="{FF2B5EF4-FFF2-40B4-BE49-F238E27FC236}">
                <a16:creationId xmlns:a16="http://schemas.microsoft.com/office/drawing/2014/main" id="{95DD6A4D-1935-8498-52EB-B0E5596856BD}"/>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Access to API products is available through CA Dispatch software 	package</a:t>
            </a:r>
          </a:p>
          <a:p>
            <a:pPr eaLnBrk="1" hangingPunct="1">
              <a:buClr>
                <a:schemeClr val="bg2"/>
              </a:buClr>
              <a:buFontTx/>
              <a:buChar char="•"/>
            </a:pPr>
            <a:endParaRPr lang="en-US" altLang="en-US" sz="2000"/>
          </a:p>
          <a:p>
            <a:pPr eaLnBrk="1" hangingPunct="1">
              <a:buClr>
                <a:schemeClr val="bg2"/>
              </a:buClr>
              <a:buFontTx/>
              <a:buChar char="•"/>
            </a:pPr>
            <a:r>
              <a:rPr lang="en-US" altLang="en-US" sz="2000"/>
              <a:t> Every report in CA Dispatch is identified by a job name in format of DBPXXXAA:</a:t>
            </a:r>
          </a:p>
          <a:p>
            <a:pPr lvl="1" eaLnBrk="1" hangingPunct="1">
              <a:buClr>
                <a:schemeClr val="bg2"/>
              </a:buClr>
              <a:buFontTx/>
              <a:buNone/>
            </a:pPr>
            <a:r>
              <a:rPr lang="en-US" altLang="en-US" sz="2000"/>
              <a:t>1) DBP = DBP is constant</a:t>
            </a:r>
          </a:p>
          <a:p>
            <a:pPr lvl="1" eaLnBrk="1" hangingPunct="1">
              <a:buClr>
                <a:schemeClr val="bg2"/>
              </a:buClr>
              <a:buFontTx/>
              <a:buNone/>
            </a:pPr>
            <a:r>
              <a:rPr lang="en-US" altLang="en-US" sz="2000"/>
              <a:t>2) XXX = the last three characters of your user ID</a:t>
            </a:r>
          </a:p>
          <a:p>
            <a:pPr lvl="1" eaLnBrk="1" hangingPunct="1">
              <a:buClr>
                <a:schemeClr val="bg2"/>
              </a:buClr>
              <a:buFontTx/>
              <a:buNone/>
            </a:pPr>
            <a:r>
              <a:rPr lang="en-US" altLang="en-US" sz="2000"/>
              <a:t>3) AA = a sequential alpha designator from AA to ZZ</a:t>
            </a:r>
          </a:p>
          <a:p>
            <a:pPr lvl="1" eaLnBrk="1" hangingPunct="1">
              <a:buClr>
                <a:schemeClr val="bg2"/>
              </a:buClr>
              <a:buFontTx/>
              <a:buNone/>
            </a:pPr>
            <a:endParaRPr lang="en-US" altLang="en-US" sz="1600"/>
          </a:p>
          <a:p>
            <a:pPr lvl="1" eaLnBrk="1" hangingPunct="1">
              <a:buClr>
                <a:schemeClr val="bg2"/>
              </a:buClr>
              <a:buFontTx/>
              <a:buNone/>
            </a:pPr>
            <a:r>
              <a:rPr lang="en-US" altLang="en-US" sz="1600" b="1"/>
              <a:t>Example: DBPSGMLV</a:t>
            </a:r>
          </a:p>
          <a:p>
            <a:pPr lvl="1" eaLnBrk="1" hangingPunct="1">
              <a:buClr>
                <a:schemeClr val="bg2"/>
              </a:buClr>
              <a:buFontTx/>
              <a:buNone/>
            </a:pPr>
            <a:endParaRPr lang="en-US" altLang="en-US" sz="1600" b="1"/>
          </a:p>
          <a:p>
            <a:pPr eaLnBrk="1" hangingPunct="1">
              <a:buClr>
                <a:schemeClr val="bg2"/>
              </a:buClr>
              <a:buFontTx/>
              <a:buChar char="•"/>
            </a:pPr>
            <a:r>
              <a:rPr lang="en-US" altLang="en-US" sz="2000"/>
              <a:t> API will direct push products directly to user ID of product owner; pull products must be requested, then retrieved by user ID of requester</a:t>
            </a:r>
          </a:p>
          <a:p>
            <a:pPr eaLnBrk="1" hangingPunct="1">
              <a:buClr>
                <a:schemeClr val="bg2"/>
              </a:buClr>
              <a:buFontTx/>
              <a:buNone/>
            </a:pPr>
            <a:endParaRPr lang="en-US" altLang="en-US" sz="1800"/>
          </a:p>
          <a:p>
            <a:pPr eaLnBrk="1" hangingPunct="1">
              <a:buClr>
                <a:schemeClr val="bg2"/>
              </a:buClr>
              <a:buFontTx/>
              <a:buNone/>
            </a:pPr>
            <a:endParaRPr lang="en-US" altLang="en-US" sz="1800"/>
          </a:p>
        </p:txBody>
      </p:sp>
      <p:sp>
        <p:nvSpPr>
          <p:cNvPr id="206853" name="TextBox 6">
            <a:extLst>
              <a:ext uri="{FF2B5EF4-FFF2-40B4-BE49-F238E27FC236}">
                <a16:creationId xmlns:a16="http://schemas.microsoft.com/office/drawing/2014/main" id="{B0B91F20-6490-EC2C-9F07-E92276B6D865}"/>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7873" name="Rectangle 2">
            <a:extLst>
              <a:ext uri="{FF2B5EF4-FFF2-40B4-BE49-F238E27FC236}">
                <a16:creationId xmlns:a16="http://schemas.microsoft.com/office/drawing/2014/main" id="{030E248A-8DE0-BD2D-5B09-DE0F6F6ADEF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07874" name="Text Box 3">
            <a:extLst>
              <a:ext uri="{FF2B5EF4-FFF2-40B4-BE49-F238E27FC236}">
                <a16:creationId xmlns:a16="http://schemas.microsoft.com/office/drawing/2014/main" id="{1230E646-C8EF-D226-7370-989E370EF43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8CD0B69-205F-420E-85E3-6702B95A58BC}" type="slidenum">
              <a:rPr lang="en-US" altLang="en-US" sz="1200" b="1">
                <a:solidFill>
                  <a:srgbClr val="1C1C1C"/>
                </a:solidFill>
              </a:rPr>
              <a:pPr eaLnBrk="1" hangingPunct="1">
                <a:spcBef>
                  <a:spcPct val="0"/>
                </a:spcBef>
                <a:buClrTx/>
                <a:buFontTx/>
                <a:buNone/>
              </a:pPr>
              <a:t>164</a:t>
            </a:fld>
            <a:endParaRPr lang="en-US" altLang="en-US" sz="1200" b="1">
              <a:solidFill>
                <a:srgbClr val="1C1C1C"/>
              </a:solidFill>
            </a:endParaRPr>
          </a:p>
        </p:txBody>
      </p:sp>
      <p:sp>
        <p:nvSpPr>
          <p:cNvPr id="207875" name="Rectangle 5">
            <a:extLst>
              <a:ext uri="{FF2B5EF4-FFF2-40B4-BE49-F238E27FC236}">
                <a16:creationId xmlns:a16="http://schemas.microsoft.com/office/drawing/2014/main" id="{9C75770C-A6CD-D447-CDD1-B24935156031}"/>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Push Products</a:t>
            </a:r>
            <a:endParaRPr lang="en-US" altLang="en-US" sz="2200" b="1">
              <a:solidFill>
                <a:schemeClr val="bg2"/>
              </a:solidFill>
            </a:endParaRPr>
          </a:p>
        </p:txBody>
      </p:sp>
      <p:sp>
        <p:nvSpPr>
          <p:cNvPr id="207876" name="Rectangle 6">
            <a:extLst>
              <a:ext uri="{FF2B5EF4-FFF2-40B4-BE49-F238E27FC236}">
                <a16:creationId xmlns:a16="http://schemas.microsoft.com/office/drawing/2014/main" id="{113D6B22-CEFE-323F-DF68-7BCDAE4DB9E5}"/>
              </a:ext>
            </a:extLst>
          </p:cNvPr>
          <p:cNvSpPr>
            <a:spLocks noChangeArrowheads="1"/>
          </p:cNvSpPr>
          <p:nvPr/>
        </p:nvSpPr>
        <p:spPr bwMode="auto">
          <a:xfrm>
            <a:off x="647700" y="1460500"/>
            <a:ext cx="7734300" cy="10541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200"/>
              <a:t> Automatically generated by systems</a:t>
            </a:r>
          </a:p>
          <a:p>
            <a:pPr eaLnBrk="1" hangingPunct="1">
              <a:buClr>
                <a:schemeClr val="bg2"/>
              </a:buClr>
              <a:buFontTx/>
              <a:buChar char="•"/>
            </a:pPr>
            <a:endParaRPr lang="en-US" altLang="en-US" sz="1800"/>
          </a:p>
          <a:p>
            <a:pPr eaLnBrk="1" hangingPunct="1">
              <a:buClr>
                <a:schemeClr val="bg2"/>
              </a:buClr>
              <a:buFontTx/>
              <a:buNone/>
            </a:pPr>
            <a:r>
              <a:rPr lang="en-US" altLang="en-US" sz="1800"/>
              <a:t> </a:t>
            </a:r>
          </a:p>
        </p:txBody>
      </p:sp>
      <p:pic>
        <p:nvPicPr>
          <p:cNvPr id="207877" name="Picture 9" descr="4_07">
            <a:extLst>
              <a:ext uri="{FF2B5EF4-FFF2-40B4-BE49-F238E27FC236}">
                <a16:creationId xmlns:a16="http://schemas.microsoft.com/office/drawing/2014/main" id="{F8A720AC-26CB-47FC-D87F-007EFA5939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76400" y="2514600"/>
            <a:ext cx="5715000" cy="3657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07878" name="TextBox 7">
            <a:extLst>
              <a:ext uri="{FF2B5EF4-FFF2-40B4-BE49-F238E27FC236}">
                <a16:creationId xmlns:a16="http://schemas.microsoft.com/office/drawing/2014/main" id="{FD98B332-8707-866B-2EFD-939BA37181EE}"/>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8897" name="Rectangle 2">
            <a:extLst>
              <a:ext uri="{FF2B5EF4-FFF2-40B4-BE49-F238E27FC236}">
                <a16:creationId xmlns:a16="http://schemas.microsoft.com/office/drawing/2014/main" id="{2F551472-427D-23C5-1AA1-0C34560851B2}"/>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08898" name="Text Box 3">
            <a:extLst>
              <a:ext uri="{FF2B5EF4-FFF2-40B4-BE49-F238E27FC236}">
                <a16:creationId xmlns:a16="http://schemas.microsoft.com/office/drawing/2014/main" id="{BF1657DC-5656-2408-00D2-9A46B6874324}"/>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E398B83-06A5-400F-AD8C-F73077FA4C5A}" type="slidenum">
              <a:rPr lang="en-US" altLang="en-US" sz="1200" b="1">
                <a:solidFill>
                  <a:srgbClr val="1C1C1C"/>
                </a:solidFill>
              </a:rPr>
              <a:pPr eaLnBrk="1" hangingPunct="1">
                <a:spcBef>
                  <a:spcPct val="0"/>
                </a:spcBef>
                <a:buClrTx/>
                <a:buFontTx/>
                <a:buNone/>
              </a:pPr>
              <a:t>165</a:t>
            </a:fld>
            <a:endParaRPr lang="en-US" altLang="en-US" sz="1200" b="1">
              <a:solidFill>
                <a:srgbClr val="1C1C1C"/>
              </a:solidFill>
            </a:endParaRPr>
          </a:p>
        </p:txBody>
      </p:sp>
      <p:sp>
        <p:nvSpPr>
          <p:cNvPr id="208899" name="Rectangle 7">
            <a:extLst>
              <a:ext uri="{FF2B5EF4-FFF2-40B4-BE49-F238E27FC236}">
                <a16:creationId xmlns:a16="http://schemas.microsoft.com/office/drawing/2014/main" id="{32569B23-49E9-EBFF-AE25-5D24B778AB1A}"/>
              </a:ext>
            </a:extLst>
          </p:cNvPr>
          <p:cNvSpPr>
            <a:spLocks noChangeArrowheads="1"/>
          </p:cNvSpPr>
          <p:nvPr/>
        </p:nvSpPr>
        <p:spPr bwMode="auto">
          <a:xfrm>
            <a:off x="406400" y="1052513"/>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Selected Items for Review List</a:t>
            </a:r>
            <a:endParaRPr lang="en-US" altLang="en-US" sz="2400" b="1">
              <a:solidFill>
                <a:schemeClr val="bg2"/>
              </a:solidFill>
            </a:endParaRPr>
          </a:p>
        </p:txBody>
      </p:sp>
      <p:sp>
        <p:nvSpPr>
          <p:cNvPr id="208900" name="Rectangle 8">
            <a:extLst>
              <a:ext uri="{FF2B5EF4-FFF2-40B4-BE49-F238E27FC236}">
                <a16:creationId xmlns:a16="http://schemas.microsoft.com/office/drawing/2014/main" id="{716103E4-7E6B-7876-9484-120F5465FAD2}"/>
              </a:ext>
            </a:extLst>
          </p:cNvPr>
          <p:cNvSpPr>
            <a:spLocks noChangeArrowheads="1"/>
          </p:cNvSpPr>
          <p:nvPr/>
        </p:nvSpPr>
        <p:spPr bwMode="auto">
          <a:xfrm>
            <a:off x="647700" y="1193800"/>
            <a:ext cx="8191500" cy="3644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000"/>
              <a:t> Lists all recoverable items currently computing a repair requirement for which there is no NHA record reviewed within past 12 months</a:t>
            </a:r>
          </a:p>
          <a:p>
            <a:pPr eaLnBrk="1" hangingPunct="1">
              <a:buClr>
                <a:schemeClr val="bg2"/>
              </a:buClr>
              <a:buFontTx/>
              <a:buNone/>
            </a:pPr>
            <a:endParaRPr lang="en-US" altLang="en-US" sz="2000"/>
          </a:p>
          <a:p>
            <a:pPr eaLnBrk="1" hangingPunct="1">
              <a:buClr>
                <a:schemeClr val="bg2"/>
              </a:buClr>
              <a:buFontTx/>
              <a:buChar char="•"/>
            </a:pPr>
            <a:r>
              <a:rPr lang="en-US" altLang="en-US" sz="2000"/>
              <a:t> Generates quarterly from ALC repair schedule</a:t>
            </a:r>
          </a:p>
          <a:p>
            <a:pPr eaLnBrk="1" hangingPunct="1">
              <a:buClr>
                <a:schemeClr val="bg2"/>
              </a:buClr>
              <a:buFontTx/>
              <a:buNone/>
            </a:pPr>
            <a:endParaRPr lang="en-US" altLang="en-US" sz="2000"/>
          </a:p>
          <a:p>
            <a:pPr eaLnBrk="1" hangingPunct="1">
              <a:buClr>
                <a:schemeClr val="bg2"/>
              </a:buClr>
              <a:buFontTx/>
              <a:buChar char="•"/>
            </a:pPr>
            <a:r>
              <a:rPr lang="en-US" altLang="en-US" sz="2000"/>
              <a:t> Any items not resident and reviewed within past 12 months are tagged for review</a:t>
            </a:r>
          </a:p>
          <a:p>
            <a:pPr eaLnBrk="1" hangingPunct="1">
              <a:buClr>
                <a:schemeClr val="bg2"/>
              </a:buClr>
              <a:buFontTx/>
              <a:buNone/>
            </a:pPr>
            <a:endParaRPr lang="en-US" altLang="en-US" sz="2000"/>
          </a:p>
          <a:p>
            <a:pPr eaLnBrk="1" hangingPunct="1">
              <a:buClr>
                <a:schemeClr val="bg2"/>
              </a:buClr>
              <a:buFontTx/>
              <a:buChar char="•"/>
            </a:pPr>
            <a:r>
              <a:rPr lang="en-US" altLang="en-US" sz="2000"/>
              <a:t> ES must review indenture data for NHA and components for accuracy and update as necessary</a:t>
            </a:r>
          </a:p>
          <a:p>
            <a:pPr eaLnBrk="1" hangingPunct="1">
              <a:buClr>
                <a:schemeClr val="bg2"/>
              </a:buClr>
              <a:buFontTx/>
              <a:buNone/>
            </a:pPr>
            <a:endParaRPr lang="en-US" altLang="en-US" sz="2000"/>
          </a:p>
          <a:p>
            <a:pPr eaLnBrk="1" hangingPunct="1">
              <a:buClr>
                <a:schemeClr val="bg2"/>
              </a:buClr>
              <a:buFontTx/>
              <a:buChar char="•"/>
            </a:pPr>
            <a:r>
              <a:rPr lang="en-US" altLang="en-US" sz="2000"/>
              <a:t> ES must establish current review date.  Can’t be &gt; 18 months old.</a:t>
            </a:r>
          </a:p>
          <a:p>
            <a:pPr eaLnBrk="1" hangingPunct="1">
              <a:buClr>
                <a:schemeClr val="bg2"/>
              </a:buClr>
              <a:buFontTx/>
              <a:buNone/>
            </a:pPr>
            <a:endParaRPr lang="en-US" altLang="en-US" sz="2000"/>
          </a:p>
          <a:p>
            <a:pPr eaLnBrk="1" hangingPunct="1">
              <a:buClr>
                <a:schemeClr val="bg2"/>
              </a:buClr>
              <a:buFontTx/>
              <a:buChar char="•"/>
            </a:pPr>
            <a:r>
              <a:rPr lang="en-US" altLang="en-US" sz="2000"/>
              <a:t> Review date is ES signature</a:t>
            </a:r>
          </a:p>
        </p:txBody>
      </p:sp>
      <p:sp>
        <p:nvSpPr>
          <p:cNvPr id="208901" name="TextBox 6">
            <a:extLst>
              <a:ext uri="{FF2B5EF4-FFF2-40B4-BE49-F238E27FC236}">
                <a16:creationId xmlns:a16="http://schemas.microsoft.com/office/drawing/2014/main" id="{D2CFD632-BEA9-6314-8F46-756BDCBDEC6F}"/>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921" name="Rectangle 2">
            <a:extLst>
              <a:ext uri="{FF2B5EF4-FFF2-40B4-BE49-F238E27FC236}">
                <a16:creationId xmlns:a16="http://schemas.microsoft.com/office/drawing/2014/main" id="{4453A4FF-BF99-F8AF-AF91-408E068EC4A8}"/>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09922" name="Text Box 3">
            <a:extLst>
              <a:ext uri="{FF2B5EF4-FFF2-40B4-BE49-F238E27FC236}">
                <a16:creationId xmlns:a16="http://schemas.microsoft.com/office/drawing/2014/main" id="{9CE398F3-E828-2FFA-F2E3-A789158ADBD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1B03F2A-28F5-4F4C-A903-DE641F2CE78F}" type="slidenum">
              <a:rPr lang="en-US" altLang="en-US" sz="1200" b="1">
                <a:solidFill>
                  <a:srgbClr val="1C1C1C"/>
                </a:solidFill>
              </a:rPr>
              <a:pPr eaLnBrk="1" hangingPunct="1">
                <a:spcBef>
                  <a:spcPct val="0"/>
                </a:spcBef>
                <a:buClrTx/>
                <a:buFontTx/>
                <a:buNone/>
              </a:pPr>
              <a:t>166</a:t>
            </a:fld>
            <a:endParaRPr lang="en-US" altLang="en-US" sz="1200" b="1">
              <a:solidFill>
                <a:srgbClr val="1C1C1C"/>
              </a:solidFill>
            </a:endParaRPr>
          </a:p>
        </p:txBody>
      </p:sp>
      <p:sp>
        <p:nvSpPr>
          <p:cNvPr id="209923" name="Rectangle 5">
            <a:extLst>
              <a:ext uri="{FF2B5EF4-FFF2-40B4-BE49-F238E27FC236}">
                <a16:creationId xmlns:a16="http://schemas.microsoft.com/office/drawing/2014/main" id="{780AD44D-E54F-6747-1744-BF26AB0EEF93}"/>
              </a:ext>
            </a:extLst>
          </p:cNvPr>
          <p:cNvSpPr>
            <a:spLocks noChangeArrowheads="1"/>
          </p:cNvSpPr>
          <p:nvPr/>
        </p:nvSpPr>
        <p:spPr bwMode="auto">
          <a:xfrm>
            <a:off x="406400" y="11430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Incomplete Indenture Chain Report (IIC)</a:t>
            </a:r>
            <a:endParaRPr lang="en-US" altLang="en-US" sz="2400" b="1">
              <a:solidFill>
                <a:schemeClr val="bg2"/>
              </a:solidFill>
            </a:endParaRPr>
          </a:p>
        </p:txBody>
      </p:sp>
      <p:sp>
        <p:nvSpPr>
          <p:cNvPr id="209924" name="Rectangle 6">
            <a:extLst>
              <a:ext uri="{FF2B5EF4-FFF2-40B4-BE49-F238E27FC236}">
                <a16:creationId xmlns:a16="http://schemas.microsoft.com/office/drawing/2014/main" id="{1F80C87D-4482-DFE8-FFE3-338BE9053D80}"/>
              </a:ext>
            </a:extLst>
          </p:cNvPr>
          <p:cNvSpPr>
            <a:spLocks noChangeArrowheads="1"/>
          </p:cNvSpPr>
          <p:nvPr/>
        </p:nvSpPr>
        <p:spPr bwMode="auto">
          <a:xfrm>
            <a:off x="647700" y="1600200"/>
            <a:ext cx="81915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API does quarterly comparison of applications to indentures</a:t>
            </a:r>
          </a:p>
          <a:p>
            <a:pPr eaLnBrk="1" hangingPunct="1">
              <a:buClr>
                <a:schemeClr val="bg2"/>
              </a:buClr>
              <a:buFontTx/>
              <a:buNone/>
            </a:pPr>
            <a:endParaRPr lang="en-US" altLang="en-US" sz="1800"/>
          </a:p>
          <a:p>
            <a:pPr eaLnBrk="1" hangingPunct="1">
              <a:buClr>
                <a:schemeClr val="bg2"/>
              </a:buClr>
              <a:buFontTx/>
              <a:buChar char="•"/>
            </a:pPr>
            <a:r>
              <a:rPr lang="en-US" altLang="en-US" sz="1800"/>
              <a:t> IIC allows users to compare physical relationships to program selection 	relationships to identify missing indentures</a:t>
            </a:r>
          </a:p>
          <a:p>
            <a:pPr eaLnBrk="1" hangingPunct="1">
              <a:buClr>
                <a:schemeClr val="bg2"/>
              </a:buClr>
              <a:buFontTx/>
              <a:buNone/>
            </a:pPr>
            <a:endParaRPr lang="en-US" altLang="en-US" sz="1800"/>
          </a:p>
          <a:p>
            <a:pPr eaLnBrk="1" hangingPunct="1">
              <a:buClr>
                <a:schemeClr val="bg2"/>
              </a:buClr>
              <a:buFontTx/>
              <a:buChar char="•"/>
            </a:pPr>
            <a:r>
              <a:rPr lang="en-US" altLang="en-US" sz="1800"/>
              <a:t> If indenture chain does not exist from SPD to component, report generates to 	ES of SPD and SPD is identified</a:t>
            </a:r>
          </a:p>
          <a:p>
            <a:pPr eaLnBrk="1" hangingPunct="1">
              <a:buClr>
                <a:schemeClr val="bg2"/>
              </a:buClr>
              <a:buFontTx/>
              <a:buNone/>
            </a:pPr>
            <a:endParaRPr lang="en-US" altLang="en-US" sz="1800"/>
          </a:p>
          <a:p>
            <a:pPr eaLnBrk="1" hangingPunct="1">
              <a:buClr>
                <a:schemeClr val="bg2"/>
              </a:buClr>
              <a:buFontTx/>
              <a:buChar char="•"/>
            </a:pPr>
            <a:r>
              <a:rPr lang="en-US" altLang="en-US" sz="1800"/>
              <a:t> If SPD does not exist as NHA in indenture, or indenture chain does not exist,  	report generates to ES of component and component is identified</a:t>
            </a:r>
          </a:p>
          <a:p>
            <a:pPr eaLnBrk="1" hangingPunct="1">
              <a:buClr>
                <a:schemeClr val="bg2"/>
              </a:buClr>
              <a:buFontTx/>
              <a:buNone/>
            </a:pPr>
            <a:endParaRPr lang="en-US" altLang="en-US" sz="1800"/>
          </a:p>
          <a:p>
            <a:pPr eaLnBrk="1" hangingPunct="1">
              <a:buClr>
                <a:schemeClr val="bg2"/>
              </a:buClr>
              <a:buFontTx/>
              <a:buChar char="•"/>
            </a:pPr>
            <a:r>
              <a:rPr lang="en-US" altLang="en-US" sz="1800"/>
              <a:t> Two parts to report: part 1 lists SPD applications that are </a:t>
            </a:r>
            <a:r>
              <a:rPr lang="en-US" altLang="en-US" sz="1800" i="1"/>
              <a:t>not </a:t>
            </a:r>
            <a:r>
              <a:rPr lang="en-US" altLang="en-US" sz="1800"/>
              <a:t>NHA, part 2 lists 	SPD applications that </a:t>
            </a:r>
            <a:r>
              <a:rPr lang="en-US" altLang="en-US" sz="1800" i="1"/>
              <a:t>are</a:t>
            </a:r>
            <a:r>
              <a:rPr lang="en-US" altLang="en-US" sz="1800"/>
              <a:t> NHA but don’t have a chained relationship to the 	component NIIN/TMS</a:t>
            </a:r>
          </a:p>
        </p:txBody>
      </p:sp>
      <p:sp>
        <p:nvSpPr>
          <p:cNvPr id="209925" name="TextBox 6">
            <a:extLst>
              <a:ext uri="{FF2B5EF4-FFF2-40B4-BE49-F238E27FC236}">
                <a16:creationId xmlns:a16="http://schemas.microsoft.com/office/drawing/2014/main" id="{88266B19-EAB4-5CF8-A9F1-2FC40869A523}"/>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0945" name="Rectangle 2">
            <a:extLst>
              <a:ext uri="{FF2B5EF4-FFF2-40B4-BE49-F238E27FC236}">
                <a16:creationId xmlns:a16="http://schemas.microsoft.com/office/drawing/2014/main" id="{48833AA6-DD8C-F021-2830-EE5AB97A0A3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10946" name="Text Box 3">
            <a:extLst>
              <a:ext uri="{FF2B5EF4-FFF2-40B4-BE49-F238E27FC236}">
                <a16:creationId xmlns:a16="http://schemas.microsoft.com/office/drawing/2014/main" id="{F726006D-6871-516E-C7CD-2F6EBF0E6F9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3D5556E-12EF-41BA-A180-481B15FCCF76}" type="slidenum">
              <a:rPr lang="en-US" altLang="en-US" sz="1200" b="1">
                <a:solidFill>
                  <a:srgbClr val="1C1C1C"/>
                </a:solidFill>
              </a:rPr>
              <a:pPr eaLnBrk="1" hangingPunct="1">
                <a:spcBef>
                  <a:spcPct val="0"/>
                </a:spcBef>
                <a:buClrTx/>
                <a:buFontTx/>
                <a:buNone/>
              </a:pPr>
              <a:t>167</a:t>
            </a:fld>
            <a:endParaRPr lang="en-US" altLang="en-US" sz="1200" b="1">
              <a:solidFill>
                <a:srgbClr val="1C1C1C"/>
              </a:solidFill>
            </a:endParaRPr>
          </a:p>
        </p:txBody>
      </p:sp>
      <p:sp>
        <p:nvSpPr>
          <p:cNvPr id="210947" name="Rectangle 5">
            <a:extLst>
              <a:ext uri="{FF2B5EF4-FFF2-40B4-BE49-F238E27FC236}">
                <a16:creationId xmlns:a16="http://schemas.microsoft.com/office/drawing/2014/main" id="{87C8E015-82D1-BD53-19CE-89FC77ECC948}"/>
              </a:ext>
            </a:extLst>
          </p:cNvPr>
          <p:cNvSpPr>
            <a:spLocks noChangeArrowheads="1"/>
          </p:cNvSpPr>
          <p:nvPr/>
        </p:nvSpPr>
        <p:spPr bwMode="auto">
          <a:xfrm>
            <a:off x="406400" y="11430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Review Update Suspense Notice</a:t>
            </a:r>
            <a:endParaRPr lang="en-US" altLang="en-US" sz="2400" b="1">
              <a:solidFill>
                <a:schemeClr val="bg2"/>
              </a:solidFill>
            </a:endParaRPr>
          </a:p>
        </p:txBody>
      </p:sp>
      <p:sp>
        <p:nvSpPr>
          <p:cNvPr id="210948" name="Rectangle 6">
            <a:extLst>
              <a:ext uri="{FF2B5EF4-FFF2-40B4-BE49-F238E27FC236}">
                <a16:creationId xmlns:a16="http://schemas.microsoft.com/office/drawing/2014/main" id="{6731F7B9-3DB5-8689-F123-434F8B539AC5}"/>
              </a:ext>
            </a:extLst>
          </p:cNvPr>
          <p:cNvSpPr>
            <a:spLocks noChangeArrowheads="1"/>
          </p:cNvSpPr>
          <p:nvPr/>
        </p:nvSpPr>
        <p:spPr bwMode="auto">
          <a:xfrm>
            <a:off x="647700" y="1476375"/>
            <a:ext cx="81915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Notifies ES of request for list of components needed to repair a NHA</a:t>
            </a:r>
          </a:p>
          <a:p>
            <a:pPr eaLnBrk="1" hangingPunct="1">
              <a:buClr>
                <a:schemeClr val="bg2"/>
              </a:buClr>
              <a:buFontTx/>
              <a:buNone/>
            </a:pPr>
            <a:endParaRPr lang="en-US" altLang="en-US" sz="2000"/>
          </a:p>
          <a:p>
            <a:pPr eaLnBrk="1" hangingPunct="1">
              <a:buClr>
                <a:schemeClr val="bg2"/>
              </a:buClr>
              <a:buFontTx/>
              <a:buChar char="•"/>
            </a:pPr>
            <a:r>
              <a:rPr lang="en-US" altLang="en-US" sz="2000"/>
              <a:t> Identifies NHA for which component data was requested</a:t>
            </a:r>
          </a:p>
          <a:p>
            <a:pPr eaLnBrk="1" hangingPunct="1">
              <a:buClr>
                <a:schemeClr val="bg2"/>
              </a:buClr>
              <a:buFontTx/>
              <a:buNone/>
            </a:pPr>
            <a:endParaRPr lang="en-US" altLang="en-US" sz="2000"/>
          </a:p>
          <a:p>
            <a:pPr eaLnBrk="1" hangingPunct="1">
              <a:buClr>
                <a:schemeClr val="bg2"/>
              </a:buClr>
              <a:buFontTx/>
              <a:buChar char="•"/>
            </a:pPr>
            <a:r>
              <a:rPr lang="en-US" altLang="en-US" sz="2000"/>
              <a:t> One of three messages will appear in report</a:t>
            </a:r>
          </a:p>
          <a:p>
            <a:pPr lvl="1" eaLnBrk="1" hangingPunct="1">
              <a:buClr>
                <a:schemeClr val="bg2"/>
              </a:buClr>
              <a:buFontTx/>
              <a:buNone/>
            </a:pPr>
            <a:r>
              <a:rPr lang="en-US" altLang="en-US" sz="2000"/>
              <a:t>1) “Initial Bill of Materials Provided. FRL and REA Produced for Review and Update of Relationships.”</a:t>
            </a:r>
          </a:p>
          <a:p>
            <a:pPr lvl="1" eaLnBrk="1" hangingPunct="1">
              <a:buClr>
                <a:schemeClr val="bg2"/>
              </a:buClr>
              <a:buFontTx/>
              <a:buNone/>
            </a:pPr>
            <a:r>
              <a:rPr lang="en-US" altLang="en-US" sz="2000"/>
              <a:t>2) “Item Exempt Coded. Requestor notified. Research Exempt Coded Items to Insure Properly Coded.”</a:t>
            </a:r>
          </a:p>
          <a:p>
            <a:pPr lvl="1" eaLnBrk="1" hangingPunct="1">
              <a:buClr>
                <a:schemeClr val="bg2"/>
              </a:buClr>
              <a:buFontTx/>
              <a:buNone/>
            </a:pPr>
            <a:r>
              <a:rPr lang="en-US" altLang="en-US" sz="2000"/>
              <a:t>3) “NHA Does Not Exist.”</a:t>
            </a:r>
          </a:p>
          <a:p>
            <a:pPr eaLnBrk="1" hangingPunct="1">
              <a:buClr>
                <a:schemeClr val="bg2"/>
              </a:buClr>
              <a:buFontTx/>
              <a:buNone/>
            </a:pPr>
            <a:endParaRPr lang="en-US" altLang="en-US" sz="2000"/>
          </a:p>
          <a:p>
            <a:pPr eaLnBrk="1" hangingPunct="1">
              <a:buClr>
                <a:schemeClr val="bg2"/>
              </a:buClr>
              <a:buFontTx/>
              <a:buChar char="•"/>
            </a:pPr>
            <a:r>
              <a:rPr lang="en-US" altLang="en-US" sz="2000"/>
              <a:t> Components remain in system until ES deletes them, or adds or changes information to complete the relationship</a:t>
            </a:r>
          </a:p>
          <a:p>
            <a:pPr eaLnBrk="1" hangingPunct="1">
              <a:buClr>
                <a:schemeClr val="bg2"/>
              </a:buClr>
              <a:buFontTx/>
              <a:buNone/>
            </a:pPr>
            <a:endParaRPr lang="en-US" altLang="en-US" sz="2000"/>
          </a:p>
        </p:txBody>
      </p:sp>
      <p:sp>
        <p:nvSpPr>
          <p:cNvPr id="210949" name="TextBox 6">
            <a:extLst>
              <a:ext uri="{FF2B5EF4-FFF2-40B4-BE49-F238E27FC236}">
                <a16:creationId xmlns:a16="http://schemas.microsoft.com/office/drawing/2014/main" id="{C84820F7-1A0E-E7B6-275D-5A6D65754D56}"/>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1969" name="Rectangle 2">
            <a:extLst>
              <a:ext uri="{FF2B5EF4-FFF2-40B4-BE49-F238E27FC236}">
                <a16:creationId xmlns:a16="http://schemas.microsoft.com/office/drawing/2014/main" id="{56B6085B-DB62-9D1F-B96B-E696D463357E}"/>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11970" name="Text Box 3">
            <a:extLst>
              <a:ext uri="{FF2B5EF4-FFF2-40B4-BE49-F238E27FC236}">
                <a16:creationId xmlns:a16="http://schemas.microsoft.com/office/drawing/2014/main" id="{585F5D8A-DED6-50B8-3C48-69E61BD4576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A8C45AB-E872-4CAC-9132-2956923D1222}" type="slidenum">
              <a:rPr lang="en-US" altLang="en-US" sz="1200" b="1">
                <a:solidFill>
                  <a:srgbClr val="1C1C1C"/>
                </a:solidFill>
              </a:rPr>
              <a:pPr eaLnBrk="1" hangingPunct="1">
                <a:spcBef>
                  <a:spcPct val="0"/>
                </a:spcBef>
                <a:buClrTx/>
                <a:buFontTx/>
                <a:buNone/>
              </a:pPr>
              <a:t>168</a:t>
            </a:fld>
            <a:endParaRPr lang="en-US" altLang="en-US" sz="1200" b="1">
              <a:solidFill>
                <a:srgbClr val="1C1C1C"/>
              </a:solidFill>
            </a:endParaRPr>
          </a:p>
        </p:txBody>
      </p:sp>
      <p:sp>
        <p:nvSpPr>
          <p:cNvPr id="211971" name="Rectangle 5">
            <a:extLst>
              <a:ext uri="{FF2B5EF4-FFF2-40B4-BE49-F238E27FC236}">
                <a16:creationId xmlns:a16="http://schemas.microsoft.com/office/drawing/2014/main" id="{59AB9441-C53A-8701-DD04-77B53C66FFF2}"/>
              </a:ext>
            </a:extLst>
          </p:cNvPr>
          <p:cNvSpPr>
            <a:spLocks noChangeArrowheads="1"/>
          </p:cNvSpPr>
          <p:nvPr/>
        </p:nvSpPr>
        <p:spPr bwMode="auto">
          <a:xfrm>
            <a:off x="406400" y="11430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New NHAs and Related Components</a:t>
            </a:r>
            <a:endParaRPr lang="en-US" altLang="en-US" sz="2400" b="1">
              <a:solidFill>
                <a:schemeClr val="bg2"/>
              </a:solidFill>
            </a:endParaRPr>
          </a:p>
        </p:txBody>
      </p:sp>
      <p:sp>
        <p:nvSpPr>
          <p:cNvPr id="211972" name="Rectangle 6">
            <a:extLst>
              <a:ext uri="{FF2B5EF4-FFF2-40B4-BE49-F238E27FC236}">
                <a16:creationId xmlns:a16="http://schemas.microsoft.com/office/drawing/2014/main" id="{A7041A5D-8FA2-42BF-0603-7BD7E4827167}"/>
              </a:ext>
            </a:extLst>
          </p:cNvPr>
          <p:cNvSpPr>
            <a:spLocks noChangeArrowheads="1"/>
          </p:cNvSpPr>
          <p:nvPr/>
        </p:nvSpPr>
        <p:spPr bwMode="auto">
          <a:xfrm>
            <a:off x="647700" y="1600200"/>
            <a:ext cx="81915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ES receives report when maintenance reports repair of NHA that is not identified as a NHA in API</a:t>
            </a:r>
          </a:p>
          <a:p>
            <a:pPr eaLnBrk="1" hangingPunct="1">
              <a:buClr>
                <a:schemeClr val="bg2"/>
              </a:buClr>
              <a:buFontTx/>
              <a:buNone/>
            </a:pPr>
            <a:endParaRPr lang="en-US" altLang="en-US" sz="2400"/>
          </a:p>
          <a:p>
            <a:pPr eaLnBrk="1" hangingPunct="1">
              <a:buClr>
                <a:schemeClr val="bg2"/>
              </a:buClr>
              <a:buFontTx/>
              <a:buChar char="•"/>
            </a:pPr>
            <a:r>
              <a:rPr lang="en-US" altLang="en-US" sz="2400"/>
              <a:t> Includes NHA that was repaired and a list of components consumed during repair</a:t>
            </a:r>
          </a:p>
          <a:p>
            <a:pPr eaLnBrk="1" hangingPunct="1">
              <a:buClr>
                <a:schemeClr val="bg2"/>
              </a:buClr>
              <a:buFontTx/>
              <a:buNone/>
            </a:pPr>
            <a:endParaRPr lang="en-US" altLang="en-US" sz="2400"/>
          </a:p>
          <a:p>
            <a:pPr eaLnBrk="1" hangingPunct="1">
              <a:buClr>
                <a:schemeClr val="bg2"/>
              </a:buClr>
              <a:buFontTx/>
              <a:buChar char="•"/>
            </a:pPr>
            <a:r>
              <a:rPr lang="en-US" altLang="en-US" sz="2400"/>
              <a:t> If ES determines relationship is valid, he or she must establish the NHA -	component relationship in API</a:t>
            </a:r>
          </a:p>
          <a:p>
            <a:pPr eaLnBrk="1" hangingPunct="1">
              <a:buClr>
                <a:schemeClr val="bg2"/>
              </a:buClr>
              <a:buFontTx/>
              <a:buNone/>
            </a:pPr>
            <a:endParaRPr lang="en-US" altLang="en-US" sz="2400"/>
          </a:p>
          <a:p>
            <a:pPr eaLnBrk="1" hangingPunct="1">
              <a:buClr>
                <a:schemeClr val="bg2"/>
              </a:buClr>
              <a:buFontTx/>
              <a:buChar char="•"/>
            </a:pPr>
            <a:r>
              <a:rPr lang="en-US" altLang="en-US" sz="2400"/>
              <a:t> If relationship data is inaccurate, the repair facility should be notified</a:t>
            </a:r>
          </a:p>
          <a:p>
            <a:pPr eaLnBrk="1" hangingPunct="1">
              <a:buClr>
                <a:schemeClr val="bg2"/>
              </a:buClr>
              <a:buFontTx/>
              <a:buNone/>
            </a:pPr>
            <a:endParaRPr lang="en-US" altLang="en-US" sz="1800"/>
          </a:p>
        </p:txBody>
      </p:sp>
      <p:sp>
        <p:nvSpPr>
          <p:cNvPr id="211973" name="TextBox 6">
            <a:extLst>
              <a:ext uri="{FF2B5EF4-FFF2-40B4-BE49-F238E27FC236}">
                <a16:creationId xmlns:a16="http://schemas.microsoft.com/office/drawing/2014/main" id="{8C83F821-04EC-D868-F805-D9FC6F773A3C}"/>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2993" name="Rectangle 2">
            <a:extLst>
              <a:ext uri="{FF2B5EF4-FFF2-40B4-BE49-F238E27FC236}">
                <a16:creationId xmlns:a16="http://schemas.microsoft.com/office/drawing/2014/main" id="{E4560CB0-198D-4855-3886-1AB4E6D2557F}"/>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12994" name="Text Box 3">
            <a:extLst>
              <a:ext uri="{FF2B5EF4-FFF2-40B4-BE49-F238E27FC236}">
                <a16:creationId xmlns:a16="http://schemas.microsoft.com/office/drawing/2014/main" id="{D2119644-B299-DE07-CD64-0096EBAD0633}"/>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B51556F-5013-4314-9744-9D31EE8785BA}" type="slidenum">
              <a:rPr lang="en-US" altLang="en-US" sz="1200" b="1">
                <a:solidFill>
                  <a:srgbClr val="1C1C1C"/>
                </a:solidFill>
              </a:rPr>
              <a:pPr eaLnBrk="1" hangingPunct="1">
                <a:spcBef>
                  <a:spcPct val="0"/>
                </a:spcBef>
                <a:buClrTx/>
                <a:buFontTx/>
                <a:buNone/>
              </a:pPr>
              <a:t>169</a:t>
            </a:fld>
            <a:endParaRPr lang="en-US" altLang="en-US" sz="1200" b="1">
              <a:solidFill>
                <a:srgbClr val="1C1C1C"/>
              </a:solidFill>
            </a:endParaRPr>
          </a:p>
        </p:txBody>
      </p:sp>
      <p:sp>
        <p:nvSpPr>
          <p:cNvPr id="212995" name="Rectangle 5">
            <a:extLst>
              <a:ext uri="{FF2B5EF4-FFF2-40B4-BE49-F238E27FC236}">
                <a16:creationId xmlns:a16="http://schemas.microsoft.com/office/drawing/2014/main" id="{4BBA4FE6-B9AC-FFD4-6D58-03B8D8D96831}"/>
              </a:ext>
            </a:extLst>
          </p:cNvPr>
          <p:cNvSpPr>
            <a:spLocks noChangeArrowheads="1"/>
          </p:cNvSpPr>
          <p:nvPr/>
        </p:nvSpPr>
        <p:spPr bwMode="auto">
          <a:xfrm>
            <a:off x="406400" y="11430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New Components for Existing NHA</a:t>
            </a:r>
            <a:endParaRPr lang="en-US" altLang="en-US" sz="2400" b="1">
              <a:solidFill>
                <a:schemeClr val="bg2"/>
              </a:solidFill>
            </a:endParaRPr>
          </a:p>
        </p:txBody>
      </p:sp>
      <p:sp>
        <p:nvSpPr>
          <p:cNvPr id="212996" name="Rectangle 6">
            <a:extLst>
              <a:ext uri="{FF2B5EF4-FFF2-40B4-BE49-F238E27FC236}">
                <a16:creationId xmlns:a16="http://schemas.microsoft.com/office/drawing/2014/main" id="{54848E48-58C6-613D-60B1-AE53A1B7B69E}"/>
              </a:ext>
            </a:extLst>
          </p:cNvPr>
          <p:cNvSpPr>
            <a:spLocks noChangeArrowheads="1"/>
          </p:cNvSpPr>
          <p:nvPr/>
        </p:nvSpPr>
        <p:spPr bwMode="auto">
          <a:xfrm>
            <a:off x="647700" y="1262063"/>
            <a:ext cx="81915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ES receives report when maintenance reports component consumption during NHA repair, and there is no relationship of that component to NHA in 	API</a:t>
            </a:r>
          </a:p>
          <a:p>
            <a:pPr eaLnBrk="1" hangingPunct="1">
              <a:buClr>
                <a:schemeClr val="bg2"/>
              </a:buClr>
              <a:buFontTx/>
              <a:buNone/>
            </a:pPr>
            <a:endParaRPr lang="en-US" altLang="en-US" sz="2000"/>
          </a:p>
          <a:p>
            <a:pPr eaLnBrk="1" hangingPunct="1">
              <a:buClr>
                <a:schemeClr val="bg2"/>
              </a:buClr>
              <a:buFontTx/>
              <a:buChar char="•"/>
            </a:pPr>
            <a:r>
              <a:rPr lang="en-US" altLang="en-US" sz="2000"/>
              <a:t> Purpose of report is to advise managing ES of NHA that components on report have been added to the indenture record in API</a:t>
            </a:r>
          </a:p>
          <a:p>
            <a:pPr eaLnBrk="1" hangingPunct="1">
              <a:buClr>
                <a:schemeClr val="bg2"/>
              </a:buClr>
              <a:buFontTx/>
              <a:buNone/>
            </a:pPr>
            <a:endParaRPr lang="en-US" altLang="en-US" sz="2000"/>
          </a:p>
          <a:p>
            <a:pPr eaLnBrk="1" hangingPunct="1">
              <a:buClr>
                <a:schemeClr val="bg2"/>
              </a:buClr>
              <a:buFontTx/>
              <a:buChar char="•"/>
            </a:pPr>
            <a:r>
              <a:rPr lang="en-US" altLang="en-US" sz="2000"/>
              <a:t> “V” SID code will appear on indentures screen, as well as “REVIEW” in the BSN field</a:t>
            </a:r>
          </a:p>
          <a:p>
            <a:pPr eaLnBrk="1" hangingPunct="1">
              <a:buClr>
                <a:schemeClr val="bg2"/>
              </a:buClr>
              <a:buFontTx/>
              <a:buNone/>
            </a:pPr>
            <a:endParaRPr lang="en-US" altLang="en-US" sz="2000"/>
          </a:p>
          <a:p>
            <a:pPr eaLnBrk="1" hangingPunct="1">
              <a:buClr>
                <a:schemeClr val="bg2"/>
              </a:buClr>
              <a:buFontTx/>
              <a:buChar char="•"/>
            </a:pPr>
            <a:r>
              <a:rPr lang="en-US" altLang="en-US" sz="2000"/>
              <a:t> ES should review report and verify that new indentures are valid (or reconcile existing indentures with the report)</a:t>
            </a:r>
          </a:p>
          <a:p>
            <a:pPr eaLnBrk="1" hangingPunct="1">
              <a:buClr>
                <a:schemeClr val="bg2"/>
              </a:buClr>
              <a:buFontTx/>
              <a:buNone/>
            </a:pPr>
            <a:endParaRPr lang="en-US" altLang="en-US" sz="2000"/>
          </a:p>
          <a:p>
            <a:pPr eaLnBrk="1" hangingPunct="1">
              <a:buClr>
                <a:schemeClr val="bg2"/>
              </a:buClr>
              <a:buFontTx/>
              <a:buChar char="•"/>
            </a:pPr>
            <a:r>
              <a:rPr lang="en-US" altLang="en-US" sz="2000"/>
              <a:t> ES may need to coordinate with maintenance activity to verify </a:t>
            </a:r>
          </a:p>
          <a:p>
            <a:pPr eaLnBrk="1" hangingPunct="1">
              <a:buClr>
                <a:schemeClr val="bg2"/>
              </a:buClr>
              <a:buFontTx/>
              <a:buNone/>
            </a:pPr>
            <a:endParaRPr lang="en-US" altLang="en-US" sz="2000"/>
          </a:p>
        </p:txBody>
      </p:sp>
      <p:sp>
        <p:nvSpPr>
          <p:cNvPr id="212997" name="TextBox 6">
            <a:extLst>
              <a:ext uri="{FF2B5EF4-FFF2-40B4-BE49-F238E27FC236}">
                <a16:creationId xmlns:a16="http://schemas.microsoft.com/office/drawing/2014/main" id="{F105D6EC-8DF6-2D7F-98AE-E957BD26F501}"/>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4017" name="Rectangle 2">
            <a:extLst>
              <a:ext uri="{FF2B5EF4-FFF2-40B4-BE49-F238E27FC236}">
                <a16:creationId xmlns:a16="http://schemas.microsoft.com/office/drawing/2014/main" id="{76411F34-F312-36C8-7079-375F8C7DF5EC}"/>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14018" name="Text Box 3">
            <a:extLst>
              <a:ext uri="{FF2B5EF4-FFF2-40B4-BE49-F238E27FC236}">
                <a16:creationId xmlns:a16="http://schemas.microsoft.com/office/drawing/2014/main" id="{04A0F3D0-9F9C-6A72-279C-343F56BCB30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E3275246-0244-47B9-830B-48F4589510EA}" type="slidenum">
              <a:rPr lang="en-US" altLang="en-US" sz="1200" b="1">
                <a:solidFill>
                  <a:srgbClr val="1C1C1C"/>
                </a:solidFill>
              </a:rPr>
              <a:pPr eaLnBrk="1" hangingPunct="1">
                <a:spcBef>
                  <a:spcPct val="0"/>
                </a:spcBef>
                <a:buClrTx/>
                <a:buFontTx/>
                <a:buNone/>
              </a:pPr>
              <a:t>170</a:t>
            </a:fld>
            <a:endParaRPr lang="en-US" altLang="en-US" sz="1200" b="1">
              <a:solidFill>
                <a:srgbClr val="1C1C1C"/>
              </a:solidFill>
            </a:endParaRPr>
          </a:p>
        </p:txBody>
      </p:sp>
      <p:sp>
        <p:nvSpPr>
          <p:cNvPr id="214019" name="Rectangle 5">
            <a:extLst>
              <a:ext uri="{FF2B5EF4-FFF2-40B4-BE49-F238E27FC236}">
                <a16:creationId xmlns:a16="http://schemas.microsoft.com/office/drawing/2014/main" id="{3E865A68-C8DC-CD14-6DBA-EECF35DAEBCA}"/>
              </a:ext>
            </a:extLst>
          </p:cNvPr>
          <p:cNvSpPr>
            <a:spLocks noChangeArrowheads="1"/>
          </p:cNvSpPr>
          <p:nvPr/>
        </p:nvSpPr>
        <p:spPr bwMode="auto">
          <a:xfrm>
            <a:off x="406400" y="11430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Component Items for Review – Action </a:t>
            </a:r>
            <a:endParaRPr lang="en-US" altLang="en-US" sz="2400" b="1">
              <a:solidFill>
                <a:schemeClr val="bg2"/>
              </a:solidFill>
            </a:endParaRPr>
          </a:p>
        </p:txBody>
      </p:sp>
      <p:sp>
        <p:nvSpPr>
          <p:cNvPr id="214020" name="Rectangle 6">
            <a:extLst>
              <a:ext uri="{FF2B5EF4-FFF2-40B4-BE49-F238E27FC236}">
                <a16:creationId xmlns:a16="http://schemas.microsoft.com/office/drawing/2014/main" id="{A84BB6C2-7042-0606-2D3D-67953F9082CB}"/>
              </a:ext>
            </a:extLst>
          </p:cNvPr>
          <p:cNvSpPr>
            <a:spLocks noChangeArrowheads="1"/>
          </p:cNvSpPr>
          <p:nvPr/>
        </p:nvSpPr>
        <p:spPr bwMode="auto">
          <a:xfrm>
            <a:off x="647700" y="1600200"/>
            <a:ext cx="8191500" cy="5029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Contains all “incomplete relationships” as of the date that the report is generated</a:t>
            </a:r>
          </a:p>
          <a:p>
            <a:pPr eaLnBrk="1" hangingPunct="1">
              <a:buClr>
                <a:schemeClr val="bg2"/>
              </a:buClr>
              <a:buFontTx/>
              <a:buNone/>
            </a:pPr>
            <a:endParaRPr lang="en-US" altLang="en-US" sz="2400"/>
          </a:p>
          <a:p>
            <a:pPr eaLnBrk="1" hangingPunct="1">
              <a:buClr>
                <a:schemeClr val="bg2"/>
              </a:buClr>
              <a:buFontTx/>
              <a:buChar char="•"/>
            </a:pPr>
            <a:r>
              <a:rPr lang="en-US" altLang="en-US" sz="2400"/>
              <a:t> All components in this report have previously appeared in New Components for Existing NHA report</a:t>
            </a:r>
          </a:p>
          <a:p>
            <a:pPr eaLnBrk="1" hangingPunct="1">
              <a:buClr>
                <a:schemeClr val="bg2"/>
              </a:buClr>
              <a:buFontTx/>
              <a:buNone/>
            </a:pPr>
            <a:endParaRPr lang="en-US" altLang="en-US" sz="2400"/>
          </a:p>
          <a:p>
            <a:pPr eaLnBrk="1" hangingPunct="1">
              <a:buClr>
                <a:schemeClr val="bg2"/>
              </a:buClr>
              <a:buFontTx/>
              <a:buChar char="•"/>
            </a:pPr>
            <a:r>
              <a:rPr lang="en-US" altLang="en-US" sz="2400"/>
              <a:t> Reminds ES of an invalid condition that must be verified or deleted</a:t>
            </a:r>
          </a:p>
          <a:p>
            <a:pPr eaLnBrk="1" hangingPunct="1">
              <a:buClr>
                <a:schemeClr val="bg2"/>
              </a:buClr>
              <a:buFontTx/>
              <a:buNone/>
            </a:pPr>
            <a:endParaRPr lang="en-US" altLang="en-US" sz="2400"/>
          </a:p>
          <a:p>
            <a:pPr eaLnBrk="1" hangingPunct="1">
              <a:buClr>
                <a:schemeClr val="bg2"/>
              </a:buClr>
              <a:buFontTx/>
              <a:buNone/>
            </a:pPr>
            <a:endParaRPr lang="en-US" altLang="en-US" sz="1800"/>
          </a:p>
        </p:txBody>
      </p:sp>
      <p:sp>
        <p:nvSpPr>
          <p:cNvPr id="214021" name="TextBox 6">
            <a:extLst>
              <a:ext uri="{FF2B5EF4-FFF2-40B4-BE49-F238E27FC236}">
                <a16:creationId xmlns:a16="http://schemas.microsoft.com/office/drawing/2014/main" id="{6CFE2C97-5FAB-1A99-94AD-391D011BA3C5}"/>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41" name="Rectangle 2">
            <a:extLst>
              <a:ext uri="{FF2B5EF4-FFF2-40B4-BE49-F238E27FC236}">
                <a16:creationId xmlns:a16="http://schemas.microsoft.com/office/drawing/2014/main" id="{9E9B7DD5-DFF8-15B5-2E9A-6EA3E5FCC2FD}"/>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15042" name="Text Box 3">
            <a:extLst>
              <a:ext uri="{FF2B5EF4-FFF2-40B4-BE49-F238E27FC236}">
                <a16:creationId xmlns:a16="http://schemas.microsoft.com/office/drawing/2014/main" id="{2F0B397F-9E58-2B72-1333-20C36B70632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FB03916-37A5-41EC-8DDE-64EE1DA31EE7}" type="slidenum">
              <a:rPr lang="en-US" altLang="en-US" sz="1200" b="1">
                <a:solidFill>
                  <a:srgbClr val="1C1C1C"/>
                </a:solidFill>
              </a:rPr>
              <a:pPr eaLnBrk="1" hangingPunct="1">
                <a:spcBef>
                  <a:spcPct val="0"/>
                </a:spcBef>
                <a:buClrTx/>
                <a:buFontTx/>
                <a:buNone/>
              </a:pPr>
              <a:t>171</a:t>
            </a:fld>
            <a:endParaRPr lang="en-US" altLang="en-US" sz="1200" b="1">
              <a:solidFill>
                <a:srgbClr val="1C1C1C"/>
              </a:solidFill>
            </a:endParaRPr>
          </a:p>
        </p:txBody>
      </p:sp>
      <p:pic>
        <p:nvPicPr>
          <p:cNvPr id="215043" name="Picture 7" descr="OutputProducts">
            <a:extLst>
              <a:ext uri="{FF2B5EF4-FFF2-40B4-BE49-F238E27FC236}">
                <a16:creationId xmlns:a16="http://schemas.microsoft.com/office/drawing/2014/main" id="{A8719133-4792-CDD7-38BA-15BD839AC9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1252538"/>
            <a:ext cx="7315200" cy="51260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5044" name="TextBox 5">
            <a:extLst>
              <a:ext uri="{FF2B5EF4-FFF2-40B4-BE49-F238E27FC236}">
                <a16:creationId xmlns:a16="http://schemas.microsoft.com/office/drawing/2014/main" id="{DE3F949A-CC2E-3BAD-4ADD-843FCC17828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6065" name="Rectangle 2">
            <a:extLst>
              <a:ext uri="{FF2B5EF4-FFF2-40B4-BE49-F238E27FC236}">
                <a16:creationId xmlns:a16="http://schemas.microsoft.com/office/drawing/2014/main" id="{C33E77F4-2ABD-B248-142F-65E34573104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16066" name="Text Box 3">
            <a:extLst>
              <a:ext uri="{FF2B5EF4-FFF2-40B4-BE49-F238E27FC236}">
                <a16:creationId xmlns:a16="http://schemas.microsoft.com/office/drawing/2014/main" id="{E8128CFF-CABF-A330-B003-3DDD480BEA91}"/>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2257C183-F35E-450E-8ADC-BE84C47C58E4}" type="slidenum">
              <a:rPr lang="en-US" altLang="en-US" sz="1200" b="1">
                <a:solidFill>
                  <a:srgbClr val="1C1C1C"/>
                </a:solidFill>
              </a:rPr>
              <a:pPr eaLnBrk="1" hangingPunct="1">
                <a:spcBef>
                  <a:spcPct val="0"/>
                </a:spcBef>
                <a:buClrTx/>
                <a:buFontTx/>
                <a:buNone/>
              </a:pPr>
              <a:t>172</a:t>
            </a:fld>
            <a:endParaRPr lang="en-US" altLang="en-US" sz="1200" b="1">
              <a:solidFill>
                <a:srgbClr val="1C1C1C"/>
              </a:solidFill>
            </a:endParaRPr>
          </a:p>
        </p:txBody>
      </p:sp>
      <p:sp>
        <p:nvSpPr>
          <p:cNvPr id="216067" name="Rectangle 5">
            <a:extLst>
              <a:ext uri="{FF2B5EF4-FFF2-40B4-BE49-F238E27FC236}">
                <a16:creationId xmlns:a16="http://schemas.microsoft.com/office/drawing/2014/main" id="{D6C582EF-01E7-49BE-6C21-9DEED2DAC66B}"/>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Component Item Review List (CIRL)</a:t>
            </a:r>
            <a:endParaRPr lang="en-US" altLang="en-US" sz="2200" b="1">
              <a:solidFill>
                <a:schemeClr val="bg2"/>
              </a:solidFill>
            </a:endParaRPr>
          </a:p>
        </p:txBody>
      </p:sp>
      <p:sp>
        <p:nvSpPr>
          <p:cNvPr id="216068" name="Rectangle 6">
            <a:extLst>
              <a:ext uri="{FF2B5EF4-FFF2-40B4-BE49-F238E27FC236}">
                <a16:creationId xmlns:a16="http://schemas.microsoft.com/office/drawing/2014/main" id="{D29405B9-F547-BDFA-BA7A-580D9E56FEAF}"/>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Displays all NHAs for specified component</a:t>
            </a:r>
          </a:p>
          <a:p>
            <a:pPr eaLnBrk="1" hangingPunct="1">
              <a:buClr>
                <a:schemeClr val="bg2"/>
              </a:buClr>
              <a:buFontTx/>
              <a:buChar char="•"/>
            </a:pPr>
            <a:endParaRPr lang="en-US" altLang="en-US" sz="2400"/>
          </a:p>
          <a:p>
            <a:pPr eaLnBrk="1" hangingPunct="1">
              <a:buClr>
                <a:schemeClr val="bg2"/>
              </a:buClr>
              <a:buFontTx/>
              <a:buChar char="•"/>
            </a:pPr>
            <a:r>
              <a:rPr lang="en-US" altLang="en-US" sz="2400"/>
              <a:t> Useful for locating NHAs affected by defective components or DMSMS</a:t>
            </a:r>
          </a:p>
          <a:p>
            <a:pPr lvl="1" eaLnBrk="1" hangingPunct="1">
              <a:buClr>
                <a:schemeClr val="bg2"/>
              </a:buClr>
              <a:buFontTx/>
              <a:buChar char="•"/>
            </a:pPr>
            <a:endParaRPr lang="en-US" altLang="en-US"/>
          </a:p>
          <a:p>
            <a:pPr eaLnBrk="1" hangingPunct="1">
              <a:buClr>
                <a:schemeClr val="bg2"/>
              </a:buClr>
              <a:buFontTx/>
              <a:buChar char="•"/>
            </a:pPr>
            <a:r>
              <a:rPr lang="en-US" altLang="en-US" sz="2400"/>
              <a:t> Displays NHA production, consumption, REPL%, and SRC</a:t>
            </a:r>
          </a:p>
          <a:p>
            <a:pPr eaLnBrk="1" hangingPunct="1">
              <a:buClr>
                <a:schemeClr val="bg2"/>
              </a:buClr>
              <a:buFontTx/>
              <a:buChar char="•"/>
            </a:pPr>
            <a:endParaRPr lang="en-US" altLang="en-US" sz="2400"/>
          </a:p>
          <a:p>
            <a:pPr eaLnBrk="1" hangingPunct="1">
              <a:buClr>
                <a:schemeClr val="bg2"/>
              </a:buClr>
              <a:buFontTx/>
              <a:buChar char="•"/>
            </a:pPr>
            <a:endParaRPr lang="en-US" altLang="en-US" sz="1800"/>
          </a:p>
          <a:p>
            <a:pPr eaLnBrk="1" hangingPunct="1">
              <a:buClr>
                <a:schemeClr val="bg2"/>
              </a:buClr>
              <a:buFontTx/>
              <a:buChar char="•"/>
            </a:pPr>
            <a:endParaRPr lang="en-US" altLang="en-US" sz="1800"/>
          </a:p>
        </p:txBody>
      </p:sp>
      <p:sp>
        <p:nvSpPr>
          <p:cNvPr id="216069" name="TextBox 6">
            <a:extLst>
              <a:ext uri="{FF2B5EF4-FFF2-40B4-BE49-F238E27FC236}">
                <a16:creationId xmlns:a16="http://schemas.microsoft.com/office/drawing/2014/main" id="{DA5D73BA-0DE2-BCD3-2705-0405E9DD4945}"/>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7089" name="Rectangle 2">
            <a:extLst>
              <a:ext uri="{FF2B5EF4-FFF2-40B4-BE49-F238E27FC236}">
                <a16:creationId xmlns:a16="http://schemas.microsoft.com/office/drawing/2014/main" id="{11638BD4-DEB9-D467-BB94-0B0F3E17543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17090" name="Text Box 3">
            <a:extLst>
              <a:ext uri="{FF2B5EF4-FFF2-40B4-BE49-F238E27FC236}">
                <a16:creationId xmlns:a16="http://schemas.microsoft.com/office/drawing/2014/main" id="{774A39FC-3734-1249-1B5A-36E7D83F6A8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05955E8-71AF-4188-B5CA-66F9486A918A}" type="slidenum">
              <a:rPr lang="en-US" altLang="en-US" sz="1200" b="1">
                <a:solidFill>
                  <a:srgbClr val="1C1C1C"/>
                </a:solidFill>
              </a:rPr>
              <a:pPr eaLnBrk="1" hangingPunct="1">
                <a:spcBef>
                  <a:spcPct val="0"/>
                </a:spcBef>
                <a:buClrTx/>
                <a:buFontTx/>
                <a:buNone/>
              </a:pPr>
              <a:t>173</a:t>
            </a:fld>
            <a:endParaRPr lang="en-US" altLang="en-US" sz="1200" b="1">
              <a:solidFill>
                <a:srgbClr val="1C1C1C"/>
              </a:solidFill>
            </a:endParaRPr>
          </a:p>
        </p:txBody>
      </p:sp>
      <p:sp>
        <p:nvSpPr>
          <p:cNvPr id="217091" name="Rectangle 5">
            <a:extLst>
              <a:ext uri="{FF2B5EF4-FFF2-40B4-BE49-F238E27FC236}">
                <a16:creationId xmlns:a16="http://schemas.microsoft.com/office/drawing/2014/main" id="{ADF0DA45-5489-7A17-FB97-0B7ED8284126}"/>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Full Range List (FRL)</a:t>
            </a:r>
            <a:endParaRPr lang="en-US" altLang="en-US" sz="2200" b="1">
              <a:solidFill>
                <a:schemeClr val="bg2"/>
              </a:solidFill>
            </a:endParaRPr>
          </a:p>
        </p:txBody>
      </p:sp>
      <p:sp>
        <p:nvSpPr>
          <p:cNvPr id="217092" name="Rectangle 6">
            <a:extLst>
              <a:ext uri="{FF2B5EF4-FFF2-40B4-BE49-F238E27FC236}">
                <a16:creationId xmlns:a16="http://schemas.microsoft.com/office/drawing/2014/main" id="{C23C0D02-F5BA-2B3C-203C-54D157154F83}"/>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400"/>
              <a:t> Displays all components indentured to NHA</a:t>
            </a:r>
          </a:p>
          <a:p>
            <a:pPr eaLnBrk="1" hangingPunct="1">
              <a:buClr>
                <a:schemeClr val="bg2"/>
              </a:buClr>
              <a:buFontTx/>
              <a:buChar char="•"/>
            </a:pPr>
            <a:endParaRPr lang="en-US" altLang="en-US" sz="2400"/>
          </a:p>
          <a:p>
            <a:pPr eaLnBrk="1" hangingPunct="1">
              <a:buClr>
                <a:schemeClr val="bg2"/>
              </a:buClr>
              <a:buFontTx/>
              <a:buChar char="•"/>
            </a:pPr>
            <a:r>
              <a:rPr lang="en-US" altLang="en-US" sz="2400"/>
              <a:t> Several ways to request report:</a:t>
            </a:r>
          </a:p>
          <a:p>
            <a:pPr lvl="1" eaLnBrk="1" hangingPunct="1">
              <a:buClr>
                <a:schemeClr val="bg2"/>
              </a:buClr>
              <a:buFontTx/>
              <a:buChar char="•"/>
            </a:pPr>
            <a:r>
              <a:rPr lang="en-US" altLang="en-US"/>
              <a:t>By NHA – enter part number and CAGE, enter “Y” in all levels</a:t>
            </a:r>
          </a:p>
          <a:p>
            <a:pPr lvl="1" eaLnBrk="1" hangingPunct="1">
              <a:buClr>
                <a:schemeClr val="bg2"/>
              </a:buClr>
              <a:buFontTx/>
              <a:buChar char="•"/>
            </a:pPr>
            <a:r>
              <a:rPr lang="en-US" altLang="en-US"/>
              <a:t>Only first level components – enter “N” in all levels</a:t>
            </a:r>
          </a:p>
          <a:p>
            <a:pPr lvl="1" eaLnBrk="1" hangingPunct="1">
              <a:buClr>
                <a:schemeClr val="bg2"/>
              </a:buClr>
              <a:buFontTx/>
              <a:buChar char="•"/>
            </a:pPr>
            <a:r>
              <a:rPr lang="en-US" altLang="en-US"/>
              <a:t>By ES managing NHA – enter only ALC, pseudo-division code, and ES code</a:t>
            </a:r>
          </a:p>
        </p:txBody>
      </p:sp>
      <p:sp>
        <p:nvSpPr>
          <p:cNvPr id="217093" name="TextBox 6">
            <a:extLst>
              <a:ext uri="{FF2B5EF4-FFF2-40B4-BE49-F238E27FC236}">
                <a16:creationId xmlns:a16="http://schemas.microsoft.com/office/drawing/2014/main" id="{481125B5-C69D-9761-FD0A-48CC1E911561}"/>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8113" name="Rectangle 2">
            <a:extLst>
              <a:ext uri="{FF2B5EF4-FFF2-40B4-BE49-F238E27FC236}">
                <a16:creationId xmlns:a16="http://schemas.microsoft.com/office/drawing/2014/main" id="{138D072F-503A-8270-EA9E-FC2B3A610B8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System</a:t>
            </a:r>
          </a:p>
        </p:txBody>
      </p:sp>
      <p:sp>
        <p:nvSpPr>
          <p:cNvPr id="218114" name="Text Box 3">
            <a:extLst>
              <a:ext uri="{FF2B5EF4-FFF2-40B4-BE49-F238E27FC236}">
                <a16:creationId xmlns:a16="http://schemas.microsoft.com/office/drawing/2014/main" id="{2CA0F28E-C18A-6463-EB86-845B2FAB915A}"/>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2EF1078-3F5C-4C0A-A052-A3F0B3C0F73E}" type="slidenum">
              <a:rPr lang="en-US" altLang="en-US" sz="1200" b="1">
                <a:solidFill>
                  <a:srgbClr val="1C1C1C"/>
                </a:solidFill>
              </a:rPr>
              <a:pPr eaLnBrk="1" hangingPunct="1">
                <a:spcBef>
                  <a:spcPct val="0"/>
                </a:spcBef>
                <a:buClrTx/>
                <a:buFontTx/>
                <a:buNone/>
              </a:pPr>
              <a:t>174</a:t>
            </a:fld>
            <a:endParaRPr lang="en-US" altLang="en-US" sz="1200" b="1">
              <a:solidFill>
                <a:srgbClr val="1C1C1C"/>
              </a:solidFill>
            </a:endParaRPr>
          </a:p>
        </p:txBody>
      </p:sp>
      <p:pic>
        <p:nvPicPr>
          <p:cNvPr id="218115" name="Picture 8" descr="FRL">
            <a:extLst>
              <a:ext uri="{FF2B5EF4-FFF2-40B4-BE49-F238E27FC236}">
                <a16:creationId xmlns:a16="http://schemas.microsoft.com/office/drawing/2014/main" id="{4DC570DE-0BD6-8976-DE69-CCE31AD162D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3200" y="1106488"/>
            <a:ext cx="8861425" cy="532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18116" name="TextBox 5">
            <a:extLst>
              <a:ext uri="{FF2B5EF4-FFF2-40B4-BE49-F238E27FC236}">
                <a16:creationId xmlns:a16="http://schemas.microsoft.com/office/drawing/2014/main" id="{03E5D980-4E81-9A85-3B81-EAEFB8AFB4BD}"/>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9137" name="Rectangle 2">
            <a:extLst>
              <a:ext uri="{FF2B5EF4-FFF2-40B4-BE49-F238E27FC236}">
                <a16:creationId xmlns:a16="http://schemas.microsoft.com/office/drawing/2014/main" id="{8C0896BF-F48B-B53F-EDDC-60A2DF613165}"/>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19138" name="Text Box 3">
            <a:extLst>
              <a:ext uri="{FF2B5EF4-FFF2-40B4-BE49-F238E27FC236}">
                <a16:creationId xmlns:a16="http://schemas.microsoft.com/office/drawing/2014/main" id="{913FAAF7-C5C8-1FD9-5B8B-BA63CF99D05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2F542D34-CAF5-481C-B32E-C8A368EC86AB}" type="slidenum">
              <a:rPr lang="en-US" altLang="en-US" sz="1200" b="1">
                <a:solidFill>
                  <a:srgbClr val="1C1C1C"/>
                </a:solidFill>
              </a:rPr>
              <a:pPr eaLnBrk="1" hangingPunct="1">
                <a:spcBef>
                  <a:spcPct val="0"/>
                </a:spcBef>
                <a:buClrTx/>
                <a:buFontTx/>
                <a:buNone/>
              </a:pPr>
              <a:t>175</a:t>
            </a:fld>
            <a:endParaRPr lang="en-US" altLang="en-US" sz="1200" b="1">
              <a:solidFill>
                <a:srgbClr val="1C1C1C"/>
              </a:solidFill>
            </a:endParaRPr>
          </a:p>
        </p:txBody>
      </p:sp>
      <p:sp>
        <p:nvSpPr>
          <p:cNvPr id="219139" name="Rectangle 5">
            <a:extLst>
              <a:ext uri="{FF2B5EF4-FFF2-40B4-BE49-F238E27FC236}">
                <a16:creationId xmlns:a16="http://schemas.microsoft.com/office/drawing/2014/main" id="{2342292B-71C7-D52A-4950-339858D6B5DA}"/>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 Chains (All)</a:t>
            </a:r>
            <a:endParaRPr lang="en-US" altLang="en-US" sz="2200" b="1">
              <a:solidFill>
                <a:schemeClr val="bg2"/>
              </a:solidFill>
            </a:endParaRPr>
          </a:p>
        </p:txBody>
      </p:sp>
      <p:sp>
        <p:nvSpPr>
          <p:cNvPr id="219140" name="Rectangle 6">
            <a:extLst>
              <a:ext uri="{FF2B5EF4-FFF2-40B4-BE49-F238E27FC236}">
                <a16:creationId xmlns:a16="http://schemas.microsoft.com/office/drawing/2014/main" id="{11BD5D9E-E529-584E-FC11-F737A3356DE4}"/>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400"/>
              <a:t> Displays all indenture chains that exist for a component</a:t>
            </a:r>
          </a:p>
          <a:p>
            <a:pPr eaLnBrk="1" hangingPunct="1">
              <a:buClr>
                <a:schemeClr val="bg2"/>
              </a:buClr>
              <a:buFontTx/>
              <a:buChar char="•"/>
            </a:pPr>
            <a:endParaRPr lang="en-US" altLang="en-US" sz="2400"/>
          </a:p>
          <a:p>
            <a:pPr eaLnBrk="1" hangingPunct="1">
              <a:buClr>
                <a:schemeClr val="bg2"/>
              </a:buClr>
              <a:buFontTx/>
              <a:buChar char="•"/>
            </a:pPr>
            <a:r>
              <a:rPr lang="en-US" altLang="en-US" sz="2400"/>
              <a:t> Request by specifying NIIN, part number/CAGE, or TMS</a:t>
            </a:r>
          </a:p>
          <a:p>
            <a:pPr eaLnBrk="1" hangingPunct="1">
              <a:buClr>
                <a:schemeClr val="bg2"/>
              </a:buClr>
              <a:buFontTx/>
              <a:buNone/>
            </a:pPr>
            <a:endParaRPr lang="en-US" altLang="en-US" sz="2400"/>
          </a:p>
          <a:p>
            <a:pPr eaLnBrk="1" hangingPunct="1">
              <a:buClr>
                <a:schemeClr val="bg2"/>
              </a:buClr>
              <a:buFontTx/>
              <a:buChar char="•"/>
            </a:pPr>
            <a:r>
              <a:rPr lang="en-US" altLang="en-US" sz="2400"/>
              <a:t> If component is link in multiple chains, each indenture chain listed on separate page</a:t>
            </a:r>
          </a:p>
        </p:txBody>
      </p:sp>
      <p:sp>
        <p:nvSpPr>
          <p:cNvPr id="219141" name="TextBox 6">
            <a:extLst>
              <a:ext uri="{FF2B5EF4-FFF2-40B4-BE49-F238E27FC236}">
                <a16:creationId xmlns:a16="http://schemas.microsoft.com/office/drawing/2014/main" id="{4AE85B8B-26C8-3A8E-1F64-534F4A00B2C8}"/>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161" name="Rectangle 2">
            <a:extLst>
              <a:ext uri="{FF2B5EF4-FFF2-40B4-BE49-F238E27FC236}">
                <a16:creationId xmlns:a16="http://schemas.microsoft.com/office/drawing/2014/main" id="{7C8FFFD3-FD5B-19B7-FEEF-B79D42CB90A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20162" name="Text Box 3">
            <a:extLst>
              <a:ext uri="{FF2B5EF4-FFF2-40B4-BE49-F238E27FC236}">
                <a16:creationId xmlns:a16="http://schemas.microsoft.com/office/drawing/2014/main" id="{38784E8A-86AD-1D2A-67F0-DF3EDEBED20E}"/>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A203D4C-2C64-4002-B8BE-B3DA5176DAD1}" type="slidenum">
              <a:rPr lang="en-US" altLang="en-US" sz="1200" b="1">
                <a:solidFill>
                  <a:srgbClr val="1C1C1C"/>
                </a:solidFill>
              </a:rPr>
              <a:pPr eaLnBrk="1" hangingPunct="1">
                <a:spcBef>
                  <a:spcPct val="0"/>
                </a:spcBef>
                <a:buClrTx/>
                <a:buFontTx/>
                <a:buNone/>
              </a:pPr>
              <a:t>176</a:t>
            </a:fld>
            <a:endParaRPr lang="en-US" altLang="en-US" sz="1200" b="1">
              <a:solidFill>
                <a:srgbClr val="1C1C1C"/>
              </a:solidFill>
            </a:endParaRPr>
          </a:p>
        </p:txBody>
      </p:sp>
      <p:sp>
        <p:nvSpPr>
          <p:cNvPr id="220163" name="Rectangle 5">
            <a:extLst>
              <a:ext uri="{FF2B5EF4-FFF2-40B4-BE49-F238E27FC236}">
                <a16:creationId xmlns:a16="http://schemas.microsoft.com/office/drawing/2014/main" id="{952EF19A-10AA-AF25-E587-DBE262B0C52D}"/>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Indenture Structure Top-Down</a:t>
            </a:r>
            <a:endParaRPr lang="en-US" altLang="en-US" sz="2200" b="1">
              <a:solidFill>
                <a:schemeClr val="bg2"/>
              </a:solidFill>
            </a:endParaRPr>
          </a:p>
        </p:txBody>
      </p:sp>
      <p:sp>
        <p:nvSpPr>
          <p:cNvPr id="220164" name="Rectangle 6">
            <a:extLst>
              <a:ext uri="{FF2B5EF4-FFF2-40B4-BE49-F238E27FC236}">
                <a16:creationId xmlns:a16="http://schemas.microsoft.com/office/drawing/2014/main" id="{E72D5244-AF8A-B859-CE88-8F3B9D8AE144}"/>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Displays NHA and its components from top to bottom</a:t>
            </a:r>
          </a:p>
          <a:p>
            <a:pPr eaLnBrk="1" hangingPunct="1">
              <a:buClr>
                <a:schemeClr val="bg2"/>
              </a:buClr>
              <a:buFontTx/>
              <a:buChar char="•"/>
            </a:pPr>
            <a:endParaRPr lang="en-US" altLang="en-US" sz="2400"/>
          </a:p>
          <a:p>
            <a:pPr eaLnBrk="1" hangingPunct="1">
              <a:buClr>
                <a:schemeClr val="bg2"/>
              </a:buClr>
              <a:buFontTx/>
              <a:buChar char="•"/>
            </a:pPr>
            <a:r>
              <a:rPr lang="en-US" altLang="en-US" sz="2400"/>
              <a:t> Similar to FRL but excludes tools, test equipment, bulk materials, parts kits, and TOs</a:t>
            </a:r>
          </a:p>
          <a:p>
            <a:pPr eaLnBrk="1" hangingPunct="1">
              <a:buClr>
                <a:schemeClr val="bg2"/>
              </a:buClr>
              <a:buFontTx/>
              <a:buNone/>
            </a:pPr>
            <a:endParaRPr lang="en-US" altLang="en-US" sz="2400"/>
          </a:p>
          <a:p>
            <a:pPr eaLnBrk="1" hangingPunct="1">
              <a:buClr>
                <a:schemeClr val="bg2"/>
              </a:buClr>
              <a:buFontTx/>
              <a:buChar char="•"/>
            </a:pPr>
            <a:r>
              <a:rPr lang="en-US" altLang="en-US" sz="2400"/>
              <a:t> May view all components or limit to components with C, P, S, and T ERRC codes</a:t>
            </a:r>
          </a:p>
          <a:p>
            <a:pPr eaLnBrk="1" hangingPunct="1">
              <a:buClr>
                <a:schemeClr val="bg2"/>
              </a:buClr>
              <a:buFontTx/>
              <a:buChar char="•"/>
            </a:pPr>
            <a:endParaRPr lang="en-US" altLang="en-US" sz="2400"/>
          </a:p>
          <a:p>
            <a:pPr eaLnBrk="1" hangingPunct="1">
              <a:buClr>
                <a:schemeClr val="bg2"/>
              </a:buClr>
              <a:buFontTx/>
              <a:buChar char="•"/>
            </a:pPr>
            <a:r>
              <a:rPr lang="en-US" altLang="en-US" sz="2400"/>
              <a:t> Request by entering NIIN, SPD, or part number/CAGE</a:t>
            </a:r>
          </a:p>
        </p:txBody>
      </p:sp>
      <p:sp>
        <p:nvSpPr>
          <p:cNvPr id="220165" name="TextBox 6">
            <a:extLst>
              <a:ext uri="{FF2B5EF4-FFF2-40B4-BE49-F238E27FC236}">
                <a16:creationId xmlns:a16="http://schemas.microsoft.com/office/drawing/2014/main" id="{258E8629-5590-C2CD-71FF-AE524AF60BD5}"/>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1185" name="Rectangle 2">
            <a:extLst>
              <a:ext uri="{FF2B5EF4-FFF2-40B4-BE49-F238E27FC236}">
                <a16:creationId xmlns:a16="http://schemas.microsoft.com/office/drawing/2014/main" id="{FC695707-0EAF-3498-BA0E-E5019D546E71}"/>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System</a:t>
            </a:r>
          </a:p>
        </p:txBody>
      </p:sp>
      <p:sp>
        <p:nvSpPr>
          <p:cNvPr id="221186" name="Text Box 3">
            <a:extLst>
              <a:ext uri="{FF2B5EF4-FFF2-40B4-BE49-F238E27FC236}">
                <a16:creationId xmlns:a16="http://schemas.microsoft.com/office/drawing/2014/main" id="{090B10A1-B1E3-4336-7848-FDCF73195CDE}"/>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453208B-4B6B-431A-A618-CFB9F4AE2EAF}" type="slidenum">
              <a:rPr lang="en-US" altLang="en-US" sz="1200" b="1">
                <a:solidFill>
                  <a:srgbClr val="1C1C1C"/>
                </a:solidFill>
              </a:rPr>
              <a:pPr eaLnBrk="1" hangingPunct="1">
                <a:spcBef>
                  <a:spcPct val="0"/>
                </a:spcBef>
                <a:buClrTx/>
                <a:buFontTx/>
                <a:buNone/>
              </a:pPr>
              <a:t>177</a:t>
            </a:fld>
            <a:endParaRPr lang="en-US" altLang="en-US" sz="1200" b="1">
              <a:solidFill>
                <a:srgbClr val="1C1C1C"/>
              </a:solidFill>
            </a:endParaRPr>
          </a:p>
        </p:txBody>
      </p:sp>
      <p:pic>
        <p:nvPicPr>
          <p:cNvPr id="221187" name="Picture 6" descr="IS_TopDown">
            <a:extLst>
              <a:ext uri="{FF2B5EF4-FFF2-40B4-BE49-F238E27FC236}">
                <a16:creationId xmlns:a16="http://schemas.microsoft.com/office/drawing/2014/main" id="{A9DBFECE-A15B-4E12-3DF3-B9CEA11259E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 y="1196975"/>
            <a:ext cx="8789988" cy="51704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1188" name="TextBox 5">
            <a:extLst>
              <a:ext uri="{FF2B5EF4-FFF2-40B4-BE49-F238E27FC236}">
                <a16:creationId xmlns:a16="http://schemas.microsoft.com/office/drawing/2014/main" id="{A40234AF-90E3-A066-69BA-119471068626}"/>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2209" name="Rectangle 2">
            <a:extLst>
              <a:ext uri="{FF2B5EF4-FFF2-40B4-BE49-F238E27FC236}">
                <a16:creationId xmlns:a16="http://schemas.microsoft.com/office/drawing/2014/main" id="{18E9BFDF-5B1F-DB87-21CD-90B54110D6FB}"/>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22210" name="Text Box 3">
            <a:extLst>
              <a:ext uri="{FF2B5EF4-FFF2-40B4-BE49-F238E27FC236}">
                <a16:creationId xmlns:a16="http://schemas.microsoft.com/office/drawing/2014/main" id="{30409E85-8658-C756-FC01-4B701A2BAAF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88A7DD2-CBD9-427D-8587-B6088E039B34}" type="slidenum">
              <a:rPr lang="en-US" altLang="en-US" sz="1200" b="1">
                <a:solidFill>
                  <a:srgbClr val="1C1C1C"/>
                </a:solidFill>
              </a:rPr>
              <a:pPr eaLnBrk="1" hangingPunct="1">
                <a:spcBef>
                  <a:spcPct val="0"/>
                </a:spcBef>
                <a:buClrTx/>
                <a:buFontTx/>
                <a:buNone/>
              </a:pPr>
              <a:t>178</a:t>
            </a:fld>
            <a:endParaRPr lang="en-US" altLang="en-US" sz="1200" b="1">
              <a:solidFill>
                <a:srgbClr val="1C1C1C"/>
              </a:solidFill>
            </a:endParaRPr>
          </a:p>
        </p:txBody>
      </p:sp>
      <p:sp>
        <p:nvSpPr>
          <p:cNvPr id="222211" name="Rectangle 5">
            <a:extLst>
              <a:ext uri="{FF2B5EF4-FFF2-40B4-BE49-F238E27FC236}">
                <a16:creationId xmlns:a16="http://schemas.microsoft.com/office/drawing/2014/main" id="{F9A8C21C-8276-3214-4D0D-B7FCA04B74E0}"/>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Material Requirements List (MRL)</a:t>
            </a:r>
            <a:endParaRPr lang="en-US" altLang="en-US" sz="2200" b="1">
              <a:solidFill>
                <a:schemeClr val="bg2"/>
              </a:solidFill>
            </a:endParaRPr>
          </a:p>
        </p:txBody>
      </p:sp>
      <p:sp>
        <p:nvSpPr>
          <p:cNvPr id="222212" name="Rectangle 6">
            <a:extLst>
              <a:ext uri="{FF2B5EF4-FFF2-40B4-BE49-F238E27FC236}">
                <a16:creationId xmlns:a16="http://schemas.microsoft.com/office/drawing/2014/main" id="{E091E101-2523-F7C9-3D14-4A4886A88CE3}"/>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Displays all components of NHA and repair quantity needed</a:t>
            </a:r>
          </a:p>
          <a:p>
            <a:pPr eaLnBrk="1" hangingPunct="1">
              <a:buClr>
                <a:schemeClr val="bg2"/>
              </a:buClr>
              <a:buFontTx/>
              <a:buChar char="•"/>
            </a:pPr>
            <a:endParaRPr lang="en-US" altLang="en-US" sz="1800"/>
          </a:p>
          <a:p>
            <a:pPr eaLnBrk="1" hangingPunct="1">
              <a:buClr>
                <a:schemeClr val="bg2"/>
              </a:buClr>
              <a:buFontTx/>
              <a:buChar char="•"/>
            </a:pPr>
            <a:r>
              <a:rPr lang="en-US" altLang="en-US" sz="1800"/>
              <a:t> Last section displays investment and expense cost information</a:t>
            </a:r>
          </a:p>
          <a:p>
            <a:pPr eaLnBrk="1" hangingPunct="1">
              <a:buClr>
                <a:schemeClr val="bg2"/>
              </a:buClr>
              <a:buFontTx/>
              <a:buNone/>
            </a:pPr>
            <a:endParaRPr lang="en-US" altLang="en-US" sz="1800"/>
          </a:p>
          <a:p>
            <a:pPr eaLnBrk="1" hangingPunct="1">
              <a:buClr>
                <a:schemeClr val="bg2"/>
              </a:buClr>
              <a:buFontTx/>
              <a:buChar char="•"/>
            </a:pPr>
            <a:r>
              <a:rPr lang="en-US" altLang="en-US" sz="1800"/>
              <a:t> May include all components or recoverable items only</a:t>
            </a:r>
          </a:p>
          <a:p>
            <a:pPr eaLnBrk="1" hangingPunct="1">
              <a:buClr>
                <a:schemeClr val="bg2"/>
              </a:buClr>
              <a:buFontTx/>
              <a:buNone/>
            </a:pPr>
            <a:endParaRPr lang="en-US" altLang="en-US" sz="1800"/>
          </a:p>
          <a:p>
            <a:pPr eaLnBrk="1" hangingPunct="1">
              <a:buClr>
                <a:schemeClr val="bg2"/>
              </a:buClr>
              <a:buFontTx/>
              <a:buChar char="•"/>
            </a:pPr>
            <a:r>
              <a:rPr lang="en-US" altLang="en-US" sz="1800"/>
              <a:t> Required to support contract maintenance</a:t>
            </a:r>
          </a:p>
          <a:p>
            <a:pPr eaLnBrk="1" hangingPunct="1">
              <a:buClr>
                <a:schemeClr val="bg2"/>
              </a:buClr>
              <a:buFontTx/>
              <a:buChar char="•"/>
            </a:pPr>
            <a:endParaRPr lang="en-US" altLang="en-US" sz="1800"/>
          </a:p>
          <a:p>
            <a:pPr eaLnBrk="1" hangingPunct="1">
              <a:buClr>
                <a:schemeClr val="bg2"/>
              </a:buClr>
              <a:buFontTx/>
              <a:buChar char="•"/>
            </a:pPr>
            <a:r>
              <a:rPr lang="en-US" altLang="en-US" sz="1800"/>
              <a:t> Components on list must have:</a:t>
            </a:r>
          </a:p>
          <a:p>
            <a:pPr lvl="1" eaLnBrk="1" hangingPunct="1">
              <a:buClr>
                <a:schemeClr val="bg2"/>
              </a:buClr>
              <a:buFontTx/>
              <a:buChar char="•"/>
            </a:pPr>
            <a:r>
              <a:rPr lang="en-US" altLang="en-US" sz="1800"/>
              <a:t>NIIN, or have a source code of AD or MD</a:t>
            </a:r>
          </a:p>
          <a:p>
            <a:pPr lvl="1" eaLnBrk="1" hangingPunct="1">
              <a:buClr>
                <a:schemeClr val="bg2"/>
              </a:buClr>
              <a:buFontTx/>
              <a:buChar char="•"/>
            </a:pPr>
            <a:r>
              <a:rPr lang="en-US" altLang="en-US" sz="1800"/>
              <a:t>REPL% greater than zero</a:t>
            </a:r>
          </a:p>
          <a:p>
            <a:pPr lvl="1" eaLnBrk="1" hangingPunct="1">
              <a:buClr>
                <a:schemeClr val="bg2"/>
              </a:buClr>
              <a:buFontTx/>
              <a:buChar char="•"/>
            </a:pPr>
            <a:r>
              <a:rPr lang="en-US" altLang="en-US" sz="1800"/>
              <a:t>Special Identification Designator other than D, E, F, G, L, R, or T</a:t>
            </a:r>
          </a:p>
          <a:p>
            <a:pPr lvl="1" eaLnBrk="1" hangingPunct="1">
              <a:buClr>
                <a:schemeClr val="bg2"/>
              </a:buClr>
              <a:buFontTx/>
              <a:buNone/>
            </a:pPr>
            <a:endParaRPr lang="en-US" altLang="en-US" sz="1800"/>
          </a:p>
          <a:p>
            <a:pPr eaLnBrk="1" hangingPunct="1">
              <a:buClr>
                <a:schemeClr val="bg2"/>
              </a:buClr>
              <a:buFontTx/>
              <a:buChar char="•"/>
            </a:pPr>
            <a:r>
              <a:rPr lang="en-US" altLang="en-US" sz="1800"/>
              <a:t> User may also request BML with this list</a:t>
            </a:r>
          </a:p>
        </p:txBody>
      </p:sp>
      <p:sp>
        <p:nvSpPr>
          <p:cNvPr id="222213" name="TextBox 6">
            <a:extLst>
              <a:ext uri="{FF2B5EF4-FFF2-40B4-BE49-F238E27FC236}">
                <a16:creationId xmlns:a16="http://schemas.microsoft.com/office/drawing/2014/main" id="{C37FFCA2-08D9-DD29-40C7-20B1862CAADC}"/>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3" name="Rectangle 2">
            <a:extLst>
              <a:ext uri="{FF2B5EF4-FFF2-40B4-BE49-F238E27FC236}">
                <a16:creationId xmlns:a16="http://schemas.microsoft.com/office/drawing/2014/main" id="{F01BB607-1C10-BA15-DC77-2DB75DCA94B1}"/>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23234" name="Text Box 3">
            <a:extLst>
              <a:ext uri="{FF2B5EF4-FFF2-40B4-BE49-F238E27FC236}">
                <a16:creationId xmlns:a16="http://schemas.microsoft.com/office/drawing/2014/main" id="{9DEFB773-DD42-A086-A1B8-F2D9F9F3FDA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12758EB-D585-4C8A-95B4-2C52F34E84CF}" type="slidenum">
              <a:rPr lang="en-US" altLang="en-US" sz="1200" b="1">
                <a:solidFill>
                  <a:srgbClr val="1C1C1C"/>
                </a:solidFill>
              </a:rPr>
              <a:pPr eaLnBrk="1" hangingPunct="1">
                <a:spcBef>
                  <a:spcPct val="0"/>
                </a:spcBef>
                <a:buClrTx/>
                <a:buFontTx/>
                <a:buNone/>
              </a:pPr>
              <a:t>179</a:t>
            </a:fld>
            <a:endParaRPr lang="en-US" altLang="en-US" sz="1200" b="1">
              <a:solidFill>
                <a:srgbClr val="1C1C1C"/>
              </a:solidFill>
            </a:endParaRPr>
          </a:p>
        </p:txBody>
      </p:sp>
      <p:sp>
        <p:nvSpPr>
          <p:cNvPr id="223235" name="Rectangle 5">
            <a:extLst>
              <a:ext uri="{FF2B5EF4-FFF2-40B4-BE49-F238E27FC236}">
                <a16:creationId xmlns:a16="http://schemas.microsoft.com/office/drawing/2014/main" id="{CE9A78F3-C8FF-2654-2140-3CEF6FC8121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Bulk Materials List (BML)</a:t>
            </a:r>
            <a:endParaRPr lang="en-US" altLang="en-US" sz="2200" b="1">
              <a:solidFill>
                <a:schemeClr val="bg2"/>
              </a:solidFill>
            </a:endParaRPr>
          </a:p>
        </p:txBody>
      </p:sp>
      <p:sp>
        <p:nvSpPr>
          <p:cNvPr id="223236" name="Rectangle 6">
            <a:extLst>
              <a:ext uri="{FF2B5EF4-FFF2-40B4-BE49-F238E27FC236}">
                <a16:creationId xmlns:a16="http://schemas.microsoft.com/office/drawing/2014/main" id="{C54F07B2-20B2-7D46-E22B-BA1897DBC226}"/>
              </a:ext>
            </a:extLst>
          </p:cNvPr>
          <p:cNvSpPr>
            <a:spLocks noChangeArrowheads="1"/>
          </p:cNvSpPr>
          <p:nvPr/>
        </p:nvSpPr>
        <p:spPr bwMode="auto">
          <a:xfrm>
            <a:off x="647700" y="1336675"/>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Contains all components of a specified NHA with SID L (bulk material)</a:t>
            </a:r>
          </a:p>
          <a:p>
            <a:pPr eaLnBrk="1" hangingPunct="1">
              <a:buClr>
                <a:schemeClr val="bg2"/>
              </a:buClr>
              <a:buFontTx/>
              <a:buChar char="•"/>
            </a:pPr>
            <a:endParaRPr lang="en-US" altLang="en-US" sz="2400"/>
          </a:p>
          <a:p>
            <a:pPr eaLnBrk="1" hangingPunct="1">
              <a:buClr>
                <a:schemeClr val="bg2"/>
              </a:buClr>
              <a:buFontTx/>
              <a:buChar char="•"/>
            </a:pPr>
            <a:r>
              <a:rPr lang="en-US" altLang="en-US" sz="2400"/>
              <a:t> If “Recoverables Only” option is selected, the report will give all levels of bulk materials to point in each chain when a component is ERRC coded C, T, S, U, or a Standard Designator (unless component is SID coded W)</a:t>
            </a:r>
          </a:p>
          <a:p>
            <a:pPr eaLnBrk="1" hangingPunct="1">
              <a:buClr>
                <a:schemeClr val="bg2"/>
              </a:buClr>
              <a:buFontTx/>
              <a:buNone/>
            </a:pPr>
            <a:endParaRPr lang="en-US" altLang="en-US" sz="2400"/>
          </a:p>
          <a:p>
            <a:pPr eaLnBrk="1" hangingPunct="1">
              <a:buClr>
                <a:schemeClr val="bg2"/>
              </a:buClr>
              <a:buFontTx/>
              <a:buChar char="•"/>
            </a:pPr>
            <a:r>
              <a:rPr lang="en-US" altLang="en-US" sz="2400"/>
              <a:t> Each occurrence of a bulk material item within indenture structure will be included on a separate component line</a:t>
            </a:r>
          </a:p>
          <a:p>
            <a:pPr eaLnBrk="1" hangingPunct="1">
              <a:buClr>
                <a:schemeClr val="bg2"/>
              </a:buClr>
              <a:buFontTx/>
              <a:buChar char="•"/>
            </a:pPr>
            <a:endParaRPr lang="en-US" altLang="en-US" sz="2400"/>
          </a:p>
          <a:p>
            <a:pPr eaLnBrk="1" hangingPunct="1">
              <a:buClr>
                <a:schemeClr val="bg2"/>
              </a:buClr>
              <a:buFontTx/>
              <a:buChar char="•"/>
            </a:pPr>
            <a:r>
              <a:rPr lang="en-US" altLang="en-US" sz="2400"/>
              <a:t> Cannot be obtained without the MRL</a:t>
            </a:r>
          </a:p>
          <a:p>
            <a:pPr eaLnBrk="1" hangingPunct="1">
              <a:buClr>
                <a:schemeClr val="bg2"/>
              </a:buClr>
              <a:buFontTx/>
              <a:buNone/>
            </a:pPr>
            <a:endParaRPr lang="en-US" altLang="en-US" sz="1800"/>
          </a:p>
        </p:txBody>
      </p:sp>
      <p:sp>
        <p:nvSpPr>
          <p:cNvPr id="223237" name="TextBox 6">
            <a:extLst>
              <a:ext uri="{FF2B5EF4-FFF2-40B4-BE49-F238E27FC236}">
                <a16:creationId xmlns:a16="http://schemas.microsoft.com/office/drawing/2014/main" id="{839A56F0-A709-8759-CDA3-90283DB34D7D}"/>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4257" name="Rectangle 2">
            <a:extLst>
              <a:ext uri="{FF2B5EF4-FFF2-40B4-BE49-F238E27FC236}">
                <a16:creationId xmlns:a16="http://schemas.microsoft.com/office/drawing/2014/main" id="{CED2E139-BC0A-7E62-0219-9F8864FF3BD8}"/>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System</a:t>
            </a:r>
          </a:p>
        </p:txBody>
      </p:sp>
      <p:sp>
        <p:nvSpPr>
          <p:cNvPr id="224258" name="Text Box 3">
            <a:extLst>
              <a:ext uri="{FF2B5EF4-FFF2-40B4-BE49-F238E27FC236}">
                <a16:creationId xmlns:a16="http://schemas.microsoft.com/office/drawing/2014/main" id="{7420F382-B219-58BE-89A1-DB1645079A0E}"/>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69A8A44-F18D-4298-9EC8-48BF4DCDE27C}" type="slidenum">
              <a:rPr lang="en-US" altLang="en-US" sz="1200" b="1">
                <a:solidFill>
                  <a:srgbClr val="1C1C1C"/>
                </a:solidFill>
              </a:rPr>
              <a:pPr eaLnBrk="1" hangingPunct="1">
                <a:spcBef>
                  <a:spcPct val="0"/>
                </a:spcBef>
                <a:buClrTx/>
                <a:buFontTx/>
                <a:buNone/>
              </a:pPr>
              <a:t>180</a:t>
            </a:fld>
            <a:endParaRPr lang="en-US" altLang="en-US" sz="1200" b="1">
              <a:solidFill>
                <a:srgbClr val="1C1C1C"/>
              </a:solidFill>
            </a:endParaRPr>
          </a:p>
        </p:txBody>
      </p:sp>
      <p:pic>
        <p:nvPicPr>
          <p:cNvPr id="224259" name="Picture 6" descr="MRL">
            <a:extLst>
              <a:ext uri="{FF2B5EF4-FFF2-40B4-BE49-F238E27FC236}">
                <a16:creationId xmlns:a16="http://schemas.microsoft.com/office/drawing/2014/main" id="{78B04A62-15CB-03A0-F154-78F7D405E9F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9700" y="1150938"/>
            <a:ext cx="8902700" cy="524986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4260" name="TextBox 5">
            <a:extLst>
              <a:ext uri="{FF2B5EF4-FFF2-40B4-BE49-F238E27FC236}">
                <a16:creationId xmlns:a16="http://schemas.microsoft.com/office/drawing/2014/main" id="{D21E83AB-976E-6999-5540-5A5116C18C45}"/>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1" name="Rectangle 2">
            <a:extLst>
              <a:ext uri="{FF2B5EF4-FFF2-40B4-BE49-F238E27FC236}">
                <a16:creationId xmlns:a16="http://schemas.microsoft.com/office/drawing/2014/main" id="{FA89FB12-F745-B9A4-435A-E9FC00CC25E5}"/>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25282" name="Text Box 3">
            <a:extLst>
              <a:ext uri="{FF2B5EF4-FFF2-40B4-BE49-F238E27FC236}">
                <a16:creationId xmlns:a16="http://schemas.microsoft.com/office/drawing/2014/main" id="{9947C48A-766E-631C-A7FA-E00A1670A367}"/>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3443B77-8C66-446A-A58C-8B3292F56BF8}" type="slidenum">
              <a:rPr lang="en-US" altLang="en-US" sz="1200" b="1">
                <a:solidFill>
                  <a:srgbClr val="1C1C1C"/>
                </a:solidFill>
              </a:rPr>
              <a:pPr eaLnBrk="1" hangingPunct="1">
                <a:spcBef>
                  <a:spcPct val="0"/>
                </a:spcBef>
                <a:buClrTx/>
                <a:buFontTx/>
                <a:buNone/>
              </a:pPr>
              <a:t>181</a:t>
            </a:fld>
            <a:endParaRPr lang="en-US" altLang="en-US" sz="1200" b="1">
              <a:solidFill>
                <a:srgbClr val="1C1C1C"/>
              </a:solidFill>
            </a:endParaRPr>
          </a:p>
        </p:txBody>
      </p:sp>
      <p:sp>
        <p:nvSpPr>
          <p:cNvPr id="225283" name="Rectangle 5">
            <a:extLst>
              <a:ext uri="{FF2B5EF4-FFF2-40B4-BE49-F238E27FC236}">
                <a16:creationId xmlns:a16="http://schemas.microsoft.com/office/drawing/2014/main" id="{46B7D483-CE9D-B20E-E6BF-0B5693911C9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NHA by ES (NBES)</a:t>
            </a:r>
            <a:endParaRPr lang="en-US" altLang="en-US" sz="2200" b="1">
              <a:solidFill>
                <a:schemeClr val="bg2"/>
              </a:solidFill>
            </a:endParaRPr>
          </a:p>
        </p:txBody>
      </p:sp>
      <p:sp>
        <p:nvSpPr>
          <p:cNvPr id="225284" name="Rectangle 6">
            <a:extLst>
              <a:ext uri="{FF2B5EF4-FFF2-40B4-BE49-F238E27FC236}">
                <a16:creationId xmlns:a16="http://schemas.microsoft.com/office/drawing/2014/main" id="{B960FC15-F49D-2D63-CAEB-D863DF981914}"/>
              </a:ext>
            </a:extLst>
          </p:cNvPr>
          <p:cNvSpPr>
            <a:spLocks noChangeArrowheads="1"/>
          </p:cNvSpPr>
          <p:nvPr/>
        </p:nvSpPr>
        <p:spPr bwMode="auto">
          <a:xfrm>
            <a:off x="647700" y="1460500"/>
            <a:ext cx="78867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400"/>
              <a:t> Displays every NHA in API assigned to a given ES code</a:t>
            </a:r>
          </a:p>
          <a:p>
            <a:pPr eaLnBrk="1" hangingPunct="1">
              <a:buClr>
                <a:schemeClr val="bg2"/>
              </a:buClr>
              <a:buFontTx/>
              <a:buChar char="•"/>
            </a:pPr>
            <a:endParaRPr lang="en-US" altLang="en-US" sz="2400"/>
          </a:p>
          <a:p>
            <a:pPr eaLnBrk="1" hangingPunct="1">
              <a:buClr>
                <a:schemeClr val="bg2"/>
              </a:buClr>
              <a:buFontTx/>
              <a:buChar char="•"/>
            </a:pPr>
            <a:r>
              <a:rPr lang="en-US" altLang="en-US" sz="2400"/>
              <a:t> Excellent report to review indentures and exempt-coded items for each ES</a:t>
            </a:r>
          </a:p>
        </p:txBody>
      </p:sp>
      <p:sp>
        <p:nvSpPr>
          <p:cNvPr id="225285" name="TextBox 6">
            <a:extLst>
              <a:ext uri="{FF2B5EF4-FFF2-40B4-BE49-F238E27FC236}">
                <a16:creationId xmlns:a16="http://schemas.microsoft.com/office/drawing/2014/main" id="{25785C3A-8BB0-54C8-C1D6-4EFBD820A296}"/>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305" name="Rectangle 2">
            <a:extLst>
              <a:ext uri="{FF2B5EF4-FFF2-40B4-BE49-F238E27FC236}">
                <a16:creationId xmlns:a16="http://schemas.microsoft.com/office/drawing/2014/main" id="{AFD1C4A3-F4B4-B14C-6AF9-1AFE1917F801}"/>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26306" name="Text Box 3">
            <a:extLst>
              <a:ext uri="{FF2B5EF4-FFF2-40B4-BE49-F238E27FC236}">
                <a16:creationId xmlns:a16="http://schemas.microsoft.com/office/drawing/2014/main" id="{93CDDF0A-B269-93DB-C318-03272284FA9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58C7A30-7EA8-4603-99A5-BC0B90227339}" type="slidenum">
              <a:rPr lang="en-US" altLang="en-US" sz="1200" b="1">
                <a:solidFill>
                  <a:srgbClr val="1C1C1C"/>
                </a:solidFill>
              </a:rPr>
              <a:pPr eaLnBrk="1" hangingPunct="1">
                <a:spcBef>
                  <a:spcPct val="0"/>
                </a:spcBef>
                <a:buClrTx/>
                <a:buFontTx/>
                <a:buNone/>
              </a:pPr>
              <a:t>182</a:t>
            </a:fld>
            <a:endParaRPr lang="en-US" altLang="en-US" sz="1200" b="1">
              <a:solidFill>
                <a:srgbClr val="1C1C1C"/>
              </a:solidFill>
            </a:endParaRPr>
          </a:p>
        </p:txBody>
      </p:sp>
      <p:sp>
        <p:nvSpPr>
          <p:cNvPr id="226307" name="Rectangle 5">
            <a:extLst>
              <a:ext uri="{FF2B5EF4-FFF2-40B4-BE49-F238E27FC236}">
                <a16:creationId xmlns:a16="http://schemas.microsoft.com/office/drawing/2014/main" id="{116F04B9-C560-719D-79ED-2DB5952AB8FF}"/>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NHAs with Indenture Suppress Indicator On (RSPI)</a:t>
            </a:r>
            <a:endParaRPr lang="en-US" altLang="en-US" sz="2200" b="1">
              <a:solidFill>
                <a:schemeClr val="bg2"/>
              </a:solidFill>
            </a:endParaRPr>
          </a:p>
        </p:txBody>
      </p:sp>
      <p:sp>
        <p:nvSpPr>
          <p:cNvPr id="226308" name="Rectangle 6">
            <a:extLst>
              <a:ext uri="{FF2B5EF4-FFF2-40B4-BE49-F238E27FC236}">
                <a16:creationId xmlns:a16="http://schemas.microsoft.com/office/drawing/2014/main" id="{FFB0CDB3-32E6-3FDB-9C78-2076880F72C1}"/>
              </a:ext>
            </a:extLst>
          </p:cNvPr>
          <p:cNvSpPr>
            <a:spLocks noChangeArrowheads="1"/>
          </p:cNvSpPr>
          <p:nvPr/>
        </p:nvSpPr>
        <p:spPr bwMode="auto">
          <a:xfrm>
            <a:off x="647700" y="1460500"/>
            <a:ext cx="78867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NHAs appear on this report when they meet these conditions:</a:t>
            </a:r>
          </a:p>
          <a:p>
            <a:pPr lvl="1" eaLnBrk="1" hangingPunct="1">
              <a:buClr>
                <a:schemeClr val="bg2"/>
              </a:buClr>
              <a:buFontTx/>
              <a:buChar char="•"/>
            </a:pPr>
            <a:r>
              <a:rPr lang="en-US" altLang="en-US" sz="2200"/>
              <a:t>Indenture Suppress Indicator equals “Y”</a:t>
            </a:r>
          </a:p>
          <a:p>
            <a:pPr lvl="1" eaLnBrk="1" hangingPunct="1">
              <a:buClr>
                <a:schemeClr val="bg2"/>
              </a:buClr>
              <a:buFontTx/>
              <a:buChar char="•"/>
            </a:pPr>
            <a:r>
              <a:rPr lang="en-US" altLang="en-US" sz="2200"/>
              <a:t>Review Date is within the requested range or within the default range</a:t>
            </a:r>
          </a:p>
          <a:p>
            <a:pPr lvl="1" eaLnBrk="1" hangingPunct="1">
              <a:buClr>
                <a:schemeClr val="bg2"/>
              </a:buClr>
              <a:buFontTx/>
              <a:buChar char="•"/>
            </a:pPr>
            <a:r>
              <a:rPr lang="en-US" altLang="en-US" sz="2200"/>
              <a:t>ALC matches the ALC in the selection criteria</a:t>
            </a:r>
          </a:p>
          <a:p>
            <a:pPr lvl="1" eaLnBrk="1" hangingPunct="1">
              <a:buClr>
                <a:schemeClr val="bg2"/>
              </a:buClr>
              <a:buFontTx/>
              <a:buChar char="•"/>
            </a:pPr>
            <a:r>
              <a:rPr lang="en-US" altLang="en-US" sz="2200"/>
              <a:t>If specified, the DIV and ES match those selected by the requestor</a:t>
            </a:r>
          </a:p>
          <a:p>
            <a:pPr eaLnBrk="1" hangingPunct="1">
              <a:buClr>
                <a:schemeClr val="bg2"/>
              </a:buClr>
              <a:buFontTx/>
              <a:buChar char="•"/>
            </a:pPr>
            <a:endParaRPr lang="en-US" altLang="en-US" sz="2200"/>
          </a:p>
          <a:p>
            <a:pPr eaLnBrk="1" hangingPunct="1">
              <a:buClr>
                <a:schemeClr val="bg2"/>
              </a:buClr>
              <a:buFontTx/>
              <a:buChar char="•"/>
            </a:pPr>
            <a:r>
              <a:rPr lang="en-US" altLang="en-US" sz="2200"/>
              <a:t> Report will indicate that Indenture Suppress Indicator of those NHAs having a Review Date older than 18 months will be reset at next monthly report</a:t>
            </a:r>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sp>
        <p:nvSpPr>
          <p:cNvPr id="226309" name="TextBox 6">
            <a:extLst>
              <a:ext uri="{FF2B5EF4-FFF2-40B4-BE49-F238E27FC236}">
                <a16:creationId xmlns:a16="http://schemas.microsoft.com/office/drawing/2014/main" id="{5DD71C24-82C0-EA28-AF1E-B7CA80201879}"/>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7329" name="Text Box 3">
            <a:extLst>
              <a:ext uri="{FF2B5EF4-FFF2-40B4-BE49-F238E27FC236}">
                <a16:creationId xmlns:a16="http://schemas.microsoft.com/office/drawing/2014/main" id="{8C433BAD-485F-E7B5-9E05-9334A483050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47546E5E-A02E-4432-AD9D-DBE5CBB22DFF}" type="slidenum">
              <a:rPr lang="en-US" altLang="en-US" sz="1200" b="1">
                <a:solidFill>
                  <a:srgbClr val="1C1C1C"/>
                </a:solidFill>
              </a:rPr>
              <a:pPr eaLnBrk="1" hangingPunct="1">
                <a:spcBef>
                  <a:spcPct val="0"/>
                </a:spcBef>
                <a:buClrTx/>
                <a:buFontTx/>
                <a:buNone/>
              </a:pPr>
              <a:t>183</a:t>
            </a:fld>
            <a:endParaRPr lang="en-US" altLang="en-US" sz="1200" b="1">
              <a:solidFill>
                <a:srgbClr val="1C1C1C"/>
              </a:solidFill>
            </a:endParaRPr>
          </a:p>
        </p:txBody>
      </p:sp>
      <p:sp>
        <p:nvSpPr>
          <p:cNvPr id="227330" name="Rectangle 5">
            <a:extLst>
              <a:ext uri="{FF2B5EF4-FFF2-40B4-BE49-F238E27FC236}">
                <a16:creationId xmlns:a16="http://schemas.microsoft.com/office/drawing/2014/main" id="{47FF392B-B4D1-1425-D538-6E095EDBBB70}"/>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Purchase Request Support List (PRSL)</a:t>
            </a:r>
            <a:endParaRPr lang="en-US" altLang="en-US" sz="2200" b="1">
              <a:solidFill>
                <a:schemeClr val="bg2"/>
              </a:solidFill>
            </a:endParaRPr>
          </a:p>
        </p:txBody>
      </p:sp>
      <p:sp>
        <p:nvSpPr>
          <p:cNvPr id="227331" name="Rectangle 6">
            <a:extLst>
              <a:ext uri="{FF2B5EF4-FFF2-40B4-BE49-F238E27FC236}">
                <a16:creationId xmlns:a16="http://schemas.microsoft.com/office/drawing/2014/main" id="{0680D86E-1E13-DCE6-3A62-FD3D1975435A}"/>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000"/>
              <a:t>Allows one MRL report for multiple NIINs (10 maximum).</a:t>
            </a:r>
          </a:p>
          <a:p>
            <a:pPr eaLnBrk="1" hangingPunct="1">
              <a:buClr>
                <a:schemeClr val="bg2"/>
              </a:buClr>
              <a:buFontTx/>
              <a:buChar char="•"/>
            </a:pPr>
            <a:endParaRPr lang="en-US" altLang="en-US" sz="2000"/>
          </a:p>
          <a:p>
            <a:pPr eaLnBrk="1" hangingPunct="1">
              <a:buClr>
                <a:schemeClr val="bg2"/>
              </a:buClr>
              <a:buFontTx/>
              <a:buChar char="•"/>
            </a:pPr>
            <a:r>
              <a:rPr lang="en-US" altLang="en-US" sz="2000"/>
              <a:t> Components on list must have:</a:t>
            </a:r>
          </a:p>
          <a:p>
            <a:pPr lvl="1" eaLnBrk="1" hangingPunct="1">
              <a:buClr>
                <a:schemeClr val="bg2"/>
              </a:buClr>
              <a:buFontTx/>
              <a:buChar char="•"/>
            </a:pPr>
            <a:r>
              <a:rPr lang="en-US" altLang="en-US" sz="2000"/>
              <a:t>NIIN, or have a source code of AD or MD</a:t>
            </a:r>
          </a:p>
          <a:p>
            <a:pPr lvl="1" eaLnBrk="1" hangingPunct="1">
              <a:buClr>
                <a:schemeClr val="bg2"/>
              </a:buClr>
              <a:buFontTx/>
              <a:buChar char="•"/>
            </a:pPr>
            <a:r>
              <a:rPr lang="en-US" altLang="en-US" sz="2000"/>
              <a:t>REPL% greater than zero</a:t>
            </a:r>
          </a:p>
          <a:p>
            <a:pPr lvl="1" eaLnBrk="1" hangingPunct="1">
              <a:buClr>
                <a:schemeClr val="bg2"/>
              </a:buClr>
              <a:buFontTx/>
              <a:buChar char="•"/>
            </a:pPr>
            <a:r>
              <a:rPr lang="en-US" altLang="en-US" sz="2000"/>
              <a:t>Special Identification Designator other than D, E, F, G, L, R, or T</a:t>
            </a:r>
          </a:p>
          <a:p>
            <a:pPr lvl="1" eaLnBrk="1" hangingPunct="1">
              <a:buClr>
                <a:schemeClr val="bg2"/>
              </a:buClr>
              <a:buFontTx/>
              <a:buChar char="•"/>
            </a:pPr>
            <a:endParaRPr lang="en-US" altLang="en-US" sz="2000"/>
          </a:p>
          <a:p>
            <a:pPr eaLnBrk="1" hangingPunct="1">
              <a:buClr>
                <a:schemeClr val="bg2"/>
              </a:buClr>
              <a:buFontTx/>
              <a:buChar char="•"/>
            </a:pPr>
            <a:r>
              <a:rPr lang="en-US" altLang="en-US" sz="2000"/>
              <a:t> Three parts:</a:t>
            </a:r>
          </a:p>
          <a:p>
            <a:pPr lvl="1" eaLnBrk="1" hangingPunct="1">
              <a:buClr>
                <a:schemeClr val="bg2"/>
              </a:buClr>
              <a:buFontTx/>
              <a:buChar char="•"/>
            </a:pPr>
            <a:r>
              <a:rPr lang="en-US" altLang="en-US" sz="2000"/>
              <a:t>Part 1 lists NSNs to be repaired</a:t>
            </a:r>
          </a:p>
          <a:p>
            <a:pPr lvl="1" eaLnBrk="1" hangingPunct="1">
              <a:buClr>
                <a:schemeClr val="bg2"/>
              </a:buClr>
              <a:buFontTx/>
              <a:buChar char="•"/>
            </a:pPr>
            <a:r>
              <a:rPr lang="en-US" altLang="en-US" sz="2000"/>
              <a:t>Part 2 lists components and quantities required to repair part 1 items</a:t>
            </a:r>
          </a:p>
          <a:p>
            <a:pPr lvl="1" eaLnBrk="1" hangingPunct="1">
              <a:buClr>
                <a:schemeClr val="bg2"/>
              </a:buClr>
              <a:buFontTx/>
              <a:buChar char="•"/>
            </a:pPr>
            <a:r>
              <a:rPr lang="en-US" altLang="en-US" sz="2000"/>
              <a:t>Part 3 sums cost data for part 2 component quantities</a:t>
            </a:r>
          </a:p>
          <a:p>
            <a:pPr eaLnBrk="1" hangingPunct="1">
              <a:buClr>
                <a:schemeClr val="bg2"/>
              </a:buClr>
              <a:buFontTx/>
              <a:buChar char="•"/>
            </a:pPr>
            <a:endParaRPr lang="en-US" altLang="en-US" sz="1800"/>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sp>
        <p:nvSpPr>
          <p:cNvPr id="227332" name="TextBox 7">
            <a:extLst>
              <a:ext uri="{FF2B5EF4-FFF2-40B4-BE49-F238E27FC236}">
                <a16:creationId xmlns:a16="http://schemas.microsoft.com/office/drawing/2014/main" id="{E6F5BE09-2D58-30CC-51E9-F33153899C5D}"/>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8353" name="Rectangle 2">
            <a:extLst>
              <a:ext uri="{FF2B5EF4-FFF2-40B4-BE49-F238E27FC236}">
                <a16:creationId xmlns:a16="http://schemas.microsoft.com/office/drawing/2014/main" id="{6FBB52DC-7987-0C34-EB19-726782A5DBD2}"/>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28354" name="Text Box 3">
            <a:extLst>
              <a:ext uri="{FF2B5EF4-FFF2-40B4-BE49-F238E27FC236}">
                <a16:creationId xmlns:a16="http://schemas.microsoft.com/office/drawing/2014/main" id="{310AE9C2-501B-67D4-6054-27B7720D646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A3F3542-6B6B-4BEF-9EDA-1D702D37A86F}" type="slidenum">
              <a:rPr lang="en-US" altLang="en-US" sz="1200" b="1">
                <a:solidFill>
                  <a:srgbClr val="1C1C1C"/>
                </a:solidFill>
              </a:rPr>
              <a:pPr eaLnBrk="1" hangingPunct="1">
                <a:spcBef>
                  <a:spcPct val="0"/>
                </a:spcBef>
                <a:buClrTx/>
                <a:buFontTx/>
                <a:buNone/>
              </a:pPr>
              <a:t>184</a:t>
            </a:fld>
            <a:endParaRPr lang="en-US" altLang="en-US" sz="1200" b="1">
              <a:solidFill>
                <a:srgbClr val="1C1C1C"/>
              </a:solidFill>
            </a:endParaRPr>
          </a:p>
        </p:txBody>
      </p:sp>
      <p:sp>
        <p:nvSpPr>
          <p:cNvPr id="228355" name="Rectangle 5">
            <a:extLst>
              <a:ext uri="{FF2B5EF4-FFF2-40B4-BE49-F238E27FC236}">
                <a16:creationId xmlns:a16="http://schemas.microsoft.com/office/drawing/2014/main" id="{25A19810-C200-8A22-E395-4951A1B240DE}"/>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Repair Experience Analysis (REA)</a:t>
            </a:r>
            <a:endParaRPr lang="en-US" altLang="en-US" sz="2200" b="1">
              <a:solidFill>
                <a:schemeClr val="bg2"/>
              </a:solidFill>
            </a:endParaRPr>
          </a:p>
        </p:txBody>
      </p:sp>
      <p:sp>
        <p:nvSpPr>
          <p:cNvPr id="228356" name="Rectangle 6">
            <a:extLst>
              <a:ext uri="{FF2B5EF4-FFF2-40B4-BE49-F238E27FC236}">
                <a16:creationId xmlns:a16="http://schemas.microsoft.com/office/drawing/2014/main" id="{4CB53416-B012-1A72-A5B8-8A82A0822DA6}"/>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000"/>
              <a:t> Displays repaired item with production history and all components with consumption history for item</a:t>
            </a:r>
          </a:p>
          <a:p>
            <a:pPr eaLnBrk="1" hangingPunct="1">
              <a:buClr>
                <a:schemeClr val="bg2"/>
              </a:buClr>
              <a:buFontTx/>
              <a:buChar char="•"/>
            </a:pPr>
            <a:endParaRPr lang="en-US" altLang="en-US" sz="2000"/>
          </a:p>
          <a:p>
            <a:pPr eaLnBrk="1" hangingPunct="1">
              <a:buClr>
                <a:schemeClr val="bg2"/>
              </a:buClr>
              <a:buFontTx/>
              <a:buChar char="•"/>
            </a:pPr>
            <a:r>
              <a:rPr lang="en-US" altLang="en-US" sz="2000"/>
              <a:t> Lists same components as Indenture Structure Top-Down</a:t>
            </a:r>
          </a:p>
          <a:p>
            <a:pPr eaLnBrk="1" hangingPunct="1">
              <a:buClr>
                <a:schemeClr val="bg2"/>
              </a:buClr>
              <a:buFontTx/>
              <a:buNone/>
            </a:pPr>
            <a:endParaRPr lang="en-US" altLang="en-US" sz="2000"/>
          </a:p>
          <a:p>
            <a:pPr eaLnBrk="1" hangingPunct="1">
              <a:buClr>
                <a:schemeClr val="bg2"/>
              </a:buClr>
              <a:buFontTx/>
              <a:buChar char="•"/>
            </a:pPr>
            <a:r>
              <a:rPr lang="en-US" altLang="en-US" sz="2000"/>
              <a:t> Reason codes are:</a:t>
            </a:r>
          </a:p>
          <a:p>
            <a:pPr lvl="1" eaLnBrk="1" hangingPunct="1">
              <a:buClr>
                <a:schemeClr val="bg2"/>
              </a:buClr>
              <a:buFontTx/>
              <a:buChar char="•"/>
            </a:pPr>
            <a:r>
              <a:rPr lang="en-US" altLang="en-US" sz="2000"/>
              <a:t>A – report was requested by user</a:t>
            </a:r>
          </a:p>
          <a:p>
            <a:pPr lvl="1" eaLnBrk="1" hangingPunct="1">
              <a:buClr>
                <a:schemeClr val="bg2"/>
              </a:buClr>
              <a:buFontTx/>
              <a:buChar char="•"/>
            </a:pPr>
            <a:r>
              <a:rPr lang="en-US" altLang="en-US" sz="2000"/>
              <a:t>B – report was generated as result of BOM being requested through G005M</a:t>
            </a:r>
          </a:p>
          <a:p>
            <a:pPr eaLnBrk="1" hangingPunct="1">
              <a:buClr>
                <a:schemeClr val="bg2"/>
              </a:buClr>
              <a:buFontTx/>
              <a:buNone/>
            </a:pPr>
            <a:endParaRPr lang="en-US" altLang="en-US" sz="2000"/>
          </a:p>
          <a:p>
            <a:pPr eaLnBrk="1" hangingPunct="1">
              <a:buClr>
                <a:schemeClr val="bg2"/>
              </a:buClr>
              <a:buFontTx/>
              <a:buChar char="•"/>
            </a:pPr>
            <a:r>
              <a:rPr lang="en-US" altLang="en-US" sz="2000"/>
              <a:t> Can request report for all NHAs assigned to specific ES</a:t>
            </a:r>
          </a:p>
        </p:txBody>
      </p:sp>
      <p:sp>
        <p:nvSpPr>
          <p:cNvPr id="228357" name="TextBox 6">
            <a:extLst>
              <a:ext uri="{FF2B5EF4-FFF2-40B4-BE49-F238E27FC236}">
                <a16:creationId xmlns:a16="http://schemas.microsoft.com/office/drawing/2014/main" id="{F4402AD9-7C9E-7D37-5E73-A0FB60A39A98}"/>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9377" name="Text Box 3">
            <a:extLst>
              <a:ext uri="{FF2B5EF4-FFF2-40B4-BE49-F238E27FC236}">
                <a16:creationId xmlns:a16="http://schemas.microsoft.com/office/drawing/2014/main" id="{5436DEAE-6F0A-208A-E8B7-D8572C9C9362}"/>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6E1A57F-167D-467B-A58C-B4DBBFF7048A}" type="slidenum">
              <a:rPr lang="en-US" altLang="en-US" sz="1200" b="1">
                <a:solidFill>
                  <a:srgbClr val="1C1C1C"/>
                </a:solidFill>
              </a:rPr>
              <a:pPr eaLnBrk="1" hangingPunct="1">
                <a:spcBef>
                  <a:spcPct val="0"/>
                </a:spcBef>
                <a:buClrTx/>
                <a:buFontTx/>
                <a:buNone/>
              </a:pPr>
              <a:t>185</a:t>
            </a:fld>
            <a:endParaRPr lang="en-US" altLang="en-US" sz="1200" b="1">
              <a:solidFill>
                <a:srgbClr val="1C1C1C"/>
              </a:solidFill>
            </a:endParaRPr>
          </a:p>
        </p:txBody>
      </p:sp>
      <p:sp>
        <p:nvSpPr>
          <p:cNvPr id="229378" name="Rectangle 5">
            <a:extLst>
              <a:ext uri="{FF2B5EF4-FFF2-40B4-BE49-F238E27FC236}">
                <a16:creationId xmlns:a16="http://schemas.microsoft.com/office/drawing/2014/main" id="{58BCEBC3-3505-416B-C82F-04B308FDB294}"/>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Repair Experience Analysis (REA)</a:t>
            </a:r>
            <a:endParaRPr lang="en-US" altLang="en-US" sz="2200" b="1">
              <a:solidFill>
                <a:schemeClr val="bg2"/>
              </a:solidFill>
            </a:endParaRPr>
          </a:p>
        </p:txBody>
      </p:sp>
      <p:sp>
        <p:nvSpPr>
          <p:cNvPr id="229379" name="Rectangle 6">
            <a:extLst>
              <a:ext uri="{FF2B5EF4-FFF2-40B4-BE49-F238E27FC236}">
                <a16:creationId xmlns:a16="http://schemas.microsoft.com/office/drawing/2014/main" id="{7542B546-6753-98A0-1ED3-814410EEE791}"/>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Displays repaired item with production history and all components with 	consumption history for item</a:t>
            </a:r>
          </a:p>
          <a:p>
            <a:pPr eaLnBrk="1" hangingPunct="1">
              <a:buClr>
                <a:schemeClr val="bg2"/>
              </a:buClr>
              <a:buFontTx/>
              <a:buChar char="•"/>
            </a:pPr>
            <a:endParaRPr lang="en-US" altLang="en-US" sz="1800"/>
          </a:p>
          <a:p>
            <a:pPr eaLnBrk="1" hangingPunct="1">
              <a:buClr>
                <a:schemeClr val="bg2"/>
              </a:buClr>
              <a:buFontTx/>
              <a:buChar char="•"/>
            </a:pPr>
            <a:r>
              <a:rPr lang="en-US" altLang="en-US" sz="1800"/>
              <a:t> Lists same components as Indenture Structure Top-Down</a:t>
            </a:r>
          </a:p>
          <a:p>
            <a:pPr eaLnBrk="1" hangingPunct="1">
              <a:buClr>
                <a:schemeClr val="bg2"/>
              </a:buClr>
              <a:buFontTx/>
              <a:buNone/>
            </a:pPr>
            <a:endParaRPr lang="en-US" altLang="en-US" sz="1800"/>
          </a:p>
          <a:p>
            <a:pPr eaLnBrk="1" hangingPunct="1">
              <a:buClr>
                <a:schemeClr val="bg2"/>
              </a:buClr>
              <a:buFontTx/>
              <a:buChar char="•"/>
            </a:pPr>
            <a:r>
              <a:rPr lang="en-US" altLang="en-US" sz="1800"/>
              <a:t> Reason codes are:</a:t>
            </a:r>
          </a:p>
          <a:p>
            <a:pPr lvl="1" eaLnBrk="1" hangingPunct="1">
              <a:buClr>
                <a:schemeClr val="bg2"/>
              </a:buClr>
              <a:buFontTx/>
              <a:buChar char="•"/>
            </a:pPr>
            <a:r>
              <a:rPr lang="en-US" altLang="en-US" sz="1600"/>
              <a:t>A – report was requested by user</a:t>
            </a:r>
          </a:p>
          <a:p>
            <a:pPr lvl="1" eaLnBrk="1" hangingPunct="1">
              <a:buClr>
                <a:schemeClr val="bg2"/>
              </a:buClr>
              <a:buFontTx/>
              <a:buChar char="•"/>
            </a:pPr>
            <a:r>
              <a:rPr lang="en-US" altLang="en-US" sz="1600"/>
              <a:t>B – report was generated as result of BOM being requested through G005M</a:t>
            </a:r>
          </a:p>
          <a:p>
            <a:pPr eaLnBrk="1" hangingPunct="1">
              <a:buClr>
                <a:schemeClr val="bg2"/>
              </a:buClr>
              <a:buFontTx/>
              <a:buNone/>
            </a:pPr>
            <a:endParaRPr lang="en-US" altLang="en-US" sz="1800"/>
          </a:p>
          <a:p>
            <a:pPr eaLnBrk="1" hangingPunct="1">
              <a:buClr>
                <a:schemeClr val="bg2"/>
              </a:buClr>
              <a:buFontTx/>
              <a:buChar char="•"/>
            </a:pPr>
            <a:r>
              <a:rPr lang="en-US" altLang="en-US" sz="1800"/>
              <a:t> Can request report for all NHAs assigned to specific ES</a:t>
            </a:r>
          </a:p>
        </p:txBody>
      </p:sp>
      <p:pic>
        <p:nvPicPr>
          <p:cNvPr id="229380" name="Picture 7" descr="REA">
            <a:extLst>
              <a:ext uri="{FF2B5EF4-FFF2-40B4-BE49-F238E27FC236}">
                <a16:creationId xmlns:a16="http://schemas.microsoft.com/office/drawing/2014/main" id="{534C1827-DAE0-93AE-A77B-BEC514AC6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2575" y="1127125"/>
            <a:ext cx="8759825" cy="52625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29381" name="TextBox 7">
            <a:extLst>
              <a:ext uri="{FF2B5EF4-FFF2-40B4-BE49-F238E27FC236}">
                <a16:creationId xmlns:a16="http://schemas.microsoft.com/office/drawing/2014/main" id="{36EF7C8A-8F32-1C5E-05F2-B1907407D34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0401" name="Rectangle 2">
            <a:extLst>
              <a:ext uri="{FF2B5EF4-FFF2-40B4-BE49-F238E27FC236}">
                <a16:creationId xmlns:a16="http://schemas.microsoft.com/office/drawing/2014/main" id="{6B49F162-1839-CDFC-B56E-B0D95C95DC07}"/>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30402" name="Text Box 3">
            <a:extLst>
              <a:ext uri="{FF2B5EF4-FFF2-40B4-BE49-F238E27FC236}">
                <a16:creationId xmlns:a16="http://schemas.microsoft.com/office/drawing/2014/main" id="{0712B1EF-7264-F592-0220-43E61675FF1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9C6BD54-5821-40F9-AD70-641410C8391A}" type="slidenum">
              <a:rPr lang="en-US" altLang="en-US" sz="1200" b="1">
                <a:solidFill>
                  <a:srgbClr val="1C1C1C"/>
                </a:solidFill>
              </a:rPr>
              <a:pPr eaLnBrk="1" hangingPunct="1">
                <a:spcBef>
                  <a:spcPct val="0"/>
                </a:spcBef>
                <a:buClrTx/>
                <a:buFontTx/>
                <a:buNone/>
              </a:pPr>
              <a:t>186</a:t>
            </a:fld>
            <a:endParaRPr lang="en-US" altLang="en-US" sz="1200" b="1">
              <a:solidFill>
                <a:srgbClr val="1C1C1C"/>
              </a:solidFill>
            </a:endParaRPr>
          </a:p>
        </p:txBody>
      </p:sp>
      <p:sp>
        <p:nvSpPr>
          <p:cNvPr id="230403" name="Rectangle 5">
            <a:extLst>
              <a:ext uri="{FF2B5EF4-FFF2-40B4-BE49-F238E27FC236}">
                <a16:creationId xmlns:a16="http://schemas.microsoft.com/office/drawing/2014/main" id="{1E1F7D93-8521-7B1E-5062-C5A1F63FD108}"/>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ESD Identification Product (RESD)</a:t>
            </a:r>
            <a:endParaRPr lang="en-US" altLang="en-US" sz="2200" b="1">
              <a:solidFill>
                <a:schemeClr val="bg2"/>
              </a:solidFill>
            </a:endParaRPr>
          </a:p>
        </p:txBody>
      </p:sp>
      <p:sp>
        <p:nvSpPr>
          <p:cNvPr id="230404" name="Rectangle 6">
            <a:extLst>
              <a:ext uri="{FF2B5EF4-FFF2-40B4-BE49-F238E27FC236}">
                <a16:creationId xmlns:a16="http://schemas.microsoft.com/office/drawing/2014/main" id="{D5C28DC6-F576-32D4-F3CE-E7D0C4F51B38}"/>
              </a:ext>
            </a:extLst>
          </p:cNvPr>
          <p:cNvSpPr>
            <a:spLocks noChangeArrowheads="1"/>
          </p:cNvSpPr>
          <p:nvPr/>
        </p:nvSpPr>
        <p:spPr bwMode="auto">
          <a:xfrm>
            <a:off x="647700" y="1325563"/>
            <a:ext cx="78867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2400"/>
              <a:t> </a:t>
            </a:r>
            <a:r>
              <a:rPr lang="en-US" altLang="en-US" sz="2200"/>
              <a:t>Displays all components with ESD designator</a:t>
            </a:r>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sp>
        <p:nvSpPr>
          <p:cNvPr id="481287" name="Rectangle 7">
            <a:extLst>
              <a:ext uri="{FF2B5EF4-FFF2-40B4-BE49-F238E27FC236}">
                <a16:creationId xmlns:a16="http://schemas.microsoft.com/office/drawing/2014/main" id="{9702D20A-E470-A216-9E2E-1A41CD3545F1}"/>
              </a:ext>
            </a:extLst>
          </p:cNvPr>
          <p:cNvSpPr>
            <a:spLocks noChangeArrowheads="1"/>
          </p:cNvSpPr>
          <p:nvPr/>
        </p:nvSpPr>
        <p:spPr bwMode="auto">
          <a:xfrm>
            <a:off x="406400" y="22606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Indent Chain-Specified NHA (RICS)</a:t>
            </a:r>
            <a:endParaRPr lang="en-US" altLang="en-US" sz="2200" b="1">
              <a:solidFill>
                <a:schemeClr val="bg2"/>
              </a:solidFill>
            </a:endParaRPr>
          </a:p>
        </p:txBody>
      </p:sp>
      <p:sp>
        <p:nvSpPr>
          <p:cNvPr id="481288" name="Rectangle 8">
            <a:extLst>
              <a:ext uri="{FF2B5EF4-FFF2-40B4-BE49-F238E27FC236}">
                <a16:creationId xmlns:a16="http://schemas.microsoft.com/office/drawing/2014/main" id="{EEC81E09-5CBE-D468-2EA2-85CF594E118D}"/>
              </a:ext>
            </a:extLst>
          </p:cNvPr>
          <p:cNvSpPr>
            <a:spLocks noChangeArrowheads="1"/>
          </p:cNvSpPr>
          <p:nvPr/>
        </p:nvSpPr>
        <p:spPr bwMode="auto">
          <a:xfrm>
            <a:off x="647700" y="2397125"/>
            <a:ext cx="788670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Displays all indenture chains between specified NHA and component</a:t>
            </a:r>
          </a:p>
          <a:p>
            <a:pPr eaLnBrk="1" hangingPunct="1">
              <a:buClr>
                <a:schemeClr val="bg2"/>
              </a:buClr>
              <a:buFontTx/>
              <a:buChar char="•"/>
            </a:pPr>
            <a:endParaRPr lang="en-US" altLang="en-US" sz="1800"/>
          </a:p>
        </p:txBody>
      </p:sp>
      <p:sp>
        <p:nvSpPr>
          <p:cNvPr id="481289" name="Rectangle 9">
            <a:extLst>
              <a:ext uri="{FF2B5EF4-FFF2-40B4-BE49-F238E27FC236}">
                <a16:creationId xmlns:a16="http://schemas.microsoft.com/office/drawing/2014/main" id="{D94C1453-1A15-1CAE-EADF-9DBC46521266}"/>
              </a:ext>
            </a:extLst>
          </p:cNvPr>
          <p:cNvSpPr>
            <a:spLocks noChangeArrowheads="1"/>
          </p:cNvSpPr>
          <p:nvPr/>
        </p:nvSpPr>
        <p:spPr bwMode="auto">
          <a:xfrm>
            <a:off x="406400" y="3722688"/>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Special ID Designator (RSID)</a:t>
            </a:r>
            <a:endParaRPr lang="en-US" altLang="en-US" sz="2200" b="1">
              <a:solidFill>
                <a:schemeClr val="bg2"/>
              </a:solidFill>
            </a:endParaRPr>
          </a:p>
        </p:txBody>
      </p:sp>
      <p:sp>
        <p:nvSpPr>
          <p:cNvPr id="481290" name="Rectangle 10">
            <a:extLst>
              <a:ext uri="{FF2B5EF4-FFF2-40B4-BE49-F238E27FC236}">
                <a16:creationId xmlns:a16="http://schemas.microsoft.com/office/drawing/2014/main" id="{FA90F544-C72A-81D2-0267-618C629A1CCE}"/>
              </a:ext>
            </a:extLst>
          </p:cNvPr>
          <p:cNvSpPr>
            <a:spLocks noChangeArrowheads="1"/>
          </p:cNvSpPr>
          <p:nvPr/>
        </p:nvSpPr>
        <p:spPr bwMode="auto">
          <a:xfrm>
            <a:off x="647700" y="3886200"/>
            <a:ext cx="7886700" cy="2133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200"/>
              <a:t>Displays all components of a specified NHA that are assigned a SID</a:t>
            </a:r>
          </a:p>
          <a:p>
            <a:pPr eaLnBrk="1" hangingPunct="1">
              <a:buClr>
                <a:schemeClr val="bg2"/>
              </a:buClr>
              <a:buFontTx/>
              <a:buChar char="•"/>
            </a:pPr>
            <a:endParaRPr lang="en-US" altLang="en-US" sz="2200"/>
          </a:p>
          <a:p>
            <a:pPr eaLnBrk="1" hangingPunct="1">
              <a:buClr>
                <a:schemeClr val="bg2"/>
              </a:buClr>
              <a:buFontTx/>
              <a:buChar char="•"/>
            </a:pPr>
            <a:r>
              <a:rPr lang="en-US" altLang="en-US" sz="2200"/>
              <a:t> Can be used to list all shop manufactured items (SID M), repair parts/kits   (SID S), tech orders (SID T), or G005M parts (SID V)</a:t>
            </a:r>
          </a:p>
          <a:p>
            <a:pPr eaLnBrk="1" hangingPunct="1">
              <a:buClr>
                <a:schemeClr val="bg2"/>
              </a:buClr>
              <a:buFontTx/>
              <a:buChar char="•"/>
            </a:pPr>
            <a:endParaRPr lang="en-US" altLang="en-US" sz="1800"/>
          </a:p>
        </p:txBody>
      </p:sp>
      <p:sp>
        <p:nvSpPr>
          <p:cNvPr id="230409" name="TextBox 10">
            <a:extLst>
              <a:ext uri="{FF2B5EF4-FFF2-40B4-BE49-F238E27FC236}">
                <a16:creationId xmlns:a16="http://schemas.microsoft.com/office/drawing/2014/main" id="{66F6E515-0135-AC20-4CD0-42DD4D89585E}"/>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81287"/>
                                        </p:tgtEl>
                                        <p:attrNameLst>
                                          <p:attrName>style.visibility</p:attrName>
                                        </p:attrNameLst>
                                      </p:cBhvr>
                                      <p:to>
                                        <p:strVal val="visible"/>
                                      </p:to>
                                    </p:set>
                                    <p:animEffect transition="in" filter="fade">
                                      <p:cBhvr>
                                        <p:cTn id="7" dur="500"/>
                                        <p:tgtEl>
                                          <p:spTgt spid="481287"/>
                                        </p:tgtEl>
                                      </p:cBhvr>
                                    </p:animEffect>
                                  </p:childTnLst>
                                </p:cTn>
                              </p:par>
                            </p:childTnLst>
                          </p:cTn>
                        </p:par>
                        <p:par>
                          <p:cTn id="8" fill="hold" nodeType="afterGroup">
                            <p:stCondLst>
                              <p:cond delay="500"/>
                            </p:stCondLst>
                            <p:childTnLst>
                              <p:par>
                                <p:cTn id="9" presetID="1" presetClass="entr" presetSubtype="0" fill="hold" nodeType="afterEffect">
                                  <p:stCondLst>
                                    <p:cond delay="0"/>
                                  </p:stCondLst>
                                  <p:childTnLst>
                                    <p:set>
                                      <p:cBhvr>
                                        <p:cTn id="10" dur="1" fill="hold">
                                          <p:stCondLst>
                                            <p:cond delay="0"/>
                                          </p:stCondLst>
                                        </p:cTn>
                                        <p:tgtEl>
                                          <p:spTgt spid="481288"/>
                                        </p:tgtEl>
                                        <p:attrNameLst>
                                          <p:attrName>style.visibility</p:attrName>
                                        </p:attrNameLst>
                                      </p:cBhvr>
                                      <p:to>
                                        <p:strVal val="visible"/>
                                      </p:to>
                                    </p:set>
                                  </p:childTnLst>
                                </p:cTn>
                              </p:par>
                            </p:childTnLst>
                          </p:cTn>
                        </p:par>
                      </p:childTnLst>
                    </p:cTn>
                  </p:par>
                  <p:par>
                    <p:cTn id="11" fill="hold" nodeType="clickPar">
                      <p:stCondLst>
                        <p:cond delay="indefinite"/>
                      </p:stCondLst>
                      <p:childTnLst>
                        <p:par>
                          <p:cTn id="12" fill="hold" nodeType="withGroup">
                            <p:stCondLst>
                              <p:cond delay="0"/>
                            </p:stCondLst>
                            <p:childTnLst>
                              <p:par>
                                <p:cTn id="13" presetID="10" presetClass="entr" presetSubtype="0" fill="hold" nodeType="clickEffect">
                                  <p:stCondLst>
                                    <p:cond delay="0"/>
                                  </p:stCondLst>
                                  <p:childTnLst>
                                    <p:set>
                                      <p:cBhvr>
                                        <p:cTn id="14" dur="1" fill="hold">
                                          <p:stCondLst>
                                            <p:cond delay="0"/>
                                          </p:stCondLst>
                                        </p:cTn>
                                        <p:tgtEl>
                                          <p:spTgt spid="481289"/>
                                        </p:tgtEl>
                                        <p:attrNameLst>
                                          <p:attrName>style.visibility</p:attrName>
                                        </p:attrNameLst>
                                      </p:cBhvr>
                                      <p:to>
                                        <p:strVal val="visible"/>
                                      </p:to>
                                    </p:set>
                                    <p:animEffect transition="in" filter="fade">
                                      <p:cBhvr>
                                        <p:cTn id="15" dur="500"/>
                                        <p:tgtEl>
                                          <p:spTgt spid="481289"/>
                                        </p:tgtEl>
                                      </p:cBhvr>
                                    </p:animEffect>
                                  </p:childTnLst>
                                </p:cTn>
                              </p:par>
                            </p:childTnLst>
                          </p:cTn>
                        </p:par>
                        <p:par>
                          <p:cTn id="16" fill="hold" nodeType="afterGroup">
                            <p:stCondLst>
                              <p:cond delay="500"/>
                            </p:stCondLst>
                            <p:childTnLst>
                              <p:par>
                                <p:cTn id="17" presetID="1" presetClass="entr" presetSubtype="0" fill="hold" nodeType="afterEffect">
                                  <p:stCondLst>
                                    <p:cond delay="0"/>
                                  </p:stCondLst>
                                  <p:childTnLst>
                                    <p:set>
                                      <p:cBhvr>
                                        <p:cTn id="18" dur="1" fill="hold">
                                          <p:stCondLst>
                                            <p:cond delay="0"/>
                                          </p:stCondLst>
                                        </p:cTn>
                                        <p:tgtEl>
                                          <p:spTgt spid="48129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287" grpId="0"/>
      <p:bldP spid="481288" grpId="0"/>
      <p:bldP spid="481289" grpId="0"/>
      <p:bldP spid="481290" grpId="0"/>
    </p:bldLst>
  </p:timing>
</p:sld>
</file>

<file path=ppt/slides/slide1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1425" name="Rectangle 2">
            <a:extLst>
              <a:ext uri="{FF2B5EF4-FFF2-40B4-BE49-F238E27FC236}">
                <a16:creationId xmlns:a16="http://schemas.microsoft.com/office/drawing/2014/main" id="{5B87D16F-721C-BAAD-7F01-98C5BBE4A8A7}"/>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31426" name="Text Box 3">
            <a:extLst>
              <a:ext uri="{FF2B5EF4-FFF2-40B4-BE49-F238E27FC236}">
                <a16:creationId xmlns:a16="http://schemas.microsoft.com/office/drawing/2014/main" id="{7E9FD1F6-2114-1CB8-F523-7BEF4747F11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429DE7AE-5A9C-40AE-9749-60DC8644225E}" type="slidenum">
              <a:rPr lang="en-US" altLang="en-US" sz="1200" b="1">
                <a:solidFill>
                  <a:srgbClr val="1C1C1C"/>
                </a:solidFill>
              </a:rPr>
              <a:pPr eaLnBrk="1" hangingPunct="1">
                <a:spcBef>
                  <a:spcPct val="0"/>
                </a:spcBef>
                <a:buClrTx/>
                <a:buFontTx/>
                <a:buNone/>
              </a:pPr>
              <a:t>187</a:t>
            </a:fld>
            <a:endParaRPr lang="en-US" altLang="en-US" sz="1200" b="1">
              <a:solidFill>
                <a:srgbClr val="1C1C1C"/>
              </a:solidFill>
            </a:endParaRPr>
          </a:p>
        </p:txBody>
      </p:sp>
      <p:sp>
        <p:nvSpPr>
          <p:cNvPr id="231427" name="Rectangle 5">
            <a:extLst>
              <a:ext uri="{FF2B5EF4-FFF2-40B4-BE49-F238E27FC236}">
                <a16:creationId xmlns:a16="http://schemas.microsoft.com/office/drawing/2014/main" id="{79025BB3-C44F-B92E-233A-E83BD0165016}"/>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Exempt Code Query (RXMT)</a:t>
            </a:r>
            <a:endParaRPr lang="en-US" altLang="en-US" sz="2200" b="1">
              <a:solidFill>
                <a:schemeClr val="bg2"/>
              </a:solidFill>
            </a:endParaRPr>
          </a:p>
        </p:txBody>
      </p:sp>
      <p:sp>
        <p:nvSpPr>
          <p:cNvPr id="231428" name="Rectangle 6">
            <a:extLst>
              <a:ext uri="{FF2B5EF4-FFF2-40B4-BE49-F238E27FC236}">
                <a16:creationId xmlns:a16="http://schemas.microsoft.com/office/drawing/2014/main" id="{F11A64D8-35BD-E0B2-F32D-F26FAAC61B66}"/>
              </a:ext>
            </a:extLst>
          </p:cNvPr>
          <p:cNvSpPr>
            <a:spLocks noChangeArrowheads="1"/>
          </p:cNvSpPr>
          <p:nvPr/>
        </p:nvSpPr>
        <p:spPr bwMode="auto">
          <a:xfrm>
            <a:off x="647700" y="1460500"/>
            <a:ext cx="7886700" cy="1739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Displays all NHA identities for specified exempt code</a:t>
            </a:r>
          </a:p>
          <a:p>
            <a:pPr eaLnBrk="1" hangingPunct="1">
              <a:buClr>
                <a:schemeClr val="bg2"/>
              </a:buClr>
              <a:buFontTx/>
              <a:buChar char="•"/>
            </a:pPr>
            <a:endParaRPr lang="en-US" altLang="en-US" sz="1800"/>
          </a:p>
          <a:p>
            <a:pPr eaLnBrk="1" hangingPunct="1">
              <a:buClr>
                <a:schemeClr val="bg2"/>
              </a:buClr>
              <a:buFontTx/>
              <a:buNone/>
            </a:pPr>
            <a:endParaRPr lang="en-US" altLang="en-US" sz="1800"/>
          </a:p>
        </p:txBody>
      </p:sp>
      <p:sp>
        <p:nvSpPr>
          <p:cNvPr id="482311" name="Rectangle 7">
            <a:extLst>
              <a:ext uri="{FF2B5EF4-FFF2-40B4-BE49-F238E27FC236}">
                <a16:creationId xmlns:a16="http://schemas.microsoft.com/office/drawing/2014/main" id="{DB5949AB-22BA-E5B7-6989-9FA269A744EB}"/>
              </a:ext>
            </a:extLst>
          </p:cNvPr>
          <p:cNvSpPr>
            <a:spLocks noChangeArrowheads="1"/>
          </p:cNvSpPr>
          <p:nvPr/>
        </p:nvSpPr>
        <p:spPr bwMode="auto">
          <a:xfrm>
            <a:off x="406400" y="2667000"/>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Tools and Test Equipment (TTE)</a:t>
            </a:r>
            <a:endParaRPr lang="en-US" altLang="en-US" sz="2200" b="1">
              <a:solidFill>
                <a:schemeClr val="bg2"/>
              </a:solidFill>
            </a:endParaRPr>
          </a:p>
        </p:txBody>
      </p:sp>
      <p:sp>
        <p:nvSpPr>
          <p:cNvPr id="482312" name="Rectangle 8">
            <a:extLst>
              <a:ext uri="{FF2B5EF4-FFF2-40B4-BE49-F238E27FC236}">
                <a16:creationId xmlns:a16="http://schemas.microsoft.com/office/drawing/2014/main" id="{6160C045-8E2D-6479-30F3-1E581A420239}"/>
              </a:ext>
            </a:extLst>
          </p:cNvPr>
          <p:cNvSpPr>
            <a:spLocks noChangeArrowheads="1"/>
          </p:cNvSpPr>
          <p:nvPr/>
        </p:nvSpPr>
        <p:spPr bwMode="auto">
          <a:xfrm>
            <a:off x="647700" y="2984500"/>
            <a:ext cx="7886700" cy="34925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eaLnBrk="1" hangingPunct="1">
              <a:buClr>
                <a:schemeClr val="bg2"/>
              </a:buClr>
              <a:buFontTx/>
              <a:buChar char="•"/>
            </a:pPr>
            <a:r>
              <a:rPr lang="en-US" altLang="en-US" sz="1800"/>
              <a:t> </a:t>
            </a:r>
            <a:r>
              <a:rPr lang="en-US" altLang="en-US" sz="2400"/>
              <a:t>Identifies and describes TTE necessary to repair NHA</a:t>
            </a:r>
          </a:p>
          <a:p>
            <a:pPr eaLnBrk="1" hangingPunct="1">
              <a:buClr>
                <a:schemeClr val="bg2"/>
              </a:buClr>
              <a:buFontTx/>
              <a:buChar char="•"/>
            </a:pPr>
            <a:endParaRPr lang="en-US" altLang="en-US" sz="2400"/>
          </a:p>
          <a:p>
            <a:pPr eaLnBrk="1" hangingPunct="1">
              <a:buClr>
                <a:schemeClr val="bg2"/>
              </a:buClr>
              <a:buFontTx/>
              <a:buChar char="•"/>
            </a:pPr>
            <a:r>
              <a:rPr lang="en-US" altLang="en-US" sz="2400"/>
              <a:t> May view all component levels by leaving “Recoverables Only” field blank</a:t>
            </a:r>
          </a:p>
          <a:p>
            <a:pPr eaLnBrk="1" hangingPunct="1">
              <a:buClr>
                <a:schemeClr val="bg2"/>
              </a:buClr>
              <a:buFontTx/>
              <a:buChar char="•"/>
            </a:pPr>
            <a:endParaRPr lang="en-US" altLang="en-US" sz="2400"/>
          </a:p>
          <a:p>
            <a:pPr eaLnBrk="1" hangingPunct="1">
              <a:buClr>
                <a:schemeClr val="bg2"/>
              </a:buClr>
              <a:buFontTx/>
              <a:buChar char="•"/>
            </a:pPr>
            <a:r>
              <a:rPr lang="en-US" altLang="en-US" sz="2400"/>
              <a:t> Entering “Y” produces all component levels to point where reparable component is noted</a:t>
            </a:r>
          </a:p>
          <a:p>
            <a:pPr eaLnBrk="1" hangingPunct="1">
              <a:buClr>
                <a:schemeClr val="bg2"/>
              </a:buClr>
              <a:buFontTx/>
              <a:buChar char="•"/>
            </a:pPr>
            <a:endParaRPr lang="en-US" altLang="en-US" sz="1800"/>
          </a:p>
        </p:txBody>
      </p:sp>
      <p:sp>
        <p:nvSpPr>
          <p:cNvPr id="231431" name="TextBox 8">
            <a:extLst>
              <a:ext uri="{FF2B5EF4-FFF2-40B4-BE49-F238E27FC236}">
                <a16:creationId xmlns:a16="http://schemas.microsoft.com/office/drawing/2014/main" id="{441336C4-F7D3-6E30-08B3-279AC0C922D4}"/>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482311"/>
                                        </p:tgtEl>
                                        <p:attrNameLst>
                                          <p:attrName>style.visibility</p:attrName>
                                        </p:attrNameLst>
                                      </p:cBhvr>
                                      <p:to>
                                        <p:strVal val="visible"/>
                                      </p:to>
                                    </p:set>
                                    <p:animEffect transition="in" filter="fade">
                                      <p:cBhvr>
                                        <p:cTn id="7" dur="2000"/>
                                        <p:tgtEl>
                                          <p:spTgt spid="482311"/>
                                        </p:tgtEl>
                                      </p:cBhvr>
                                    </p:animEffect>
                                  </p:childTnLst>
                                </p:cTn>
                              </p:par>
                            </p:childTnLst>
                          </p:cTn>
                        </p:par>
                        <p:par>
                          <p:cTn id="8" fill="hold" nodeType="afterGroup">
                            <p:stCondLst>
                              <p:cond delay="2000"/>
                            </p:stCondLst>
                            <p:childTnLst>
                              <p:par>
                                <p:cTn id="9" presetID="1" presetClass="entr" presetSubtype="0" fill="hold" nodeType="afterEffect">
                                  <p:stCondLst>
                                    <p:cond delay="0"/>
                                  </p:stCondLst>
                                  <p:childTnLst>
                                    <p:set>
                                      <p:cBhvr>
                                        <p:cTn id="10" dur="1" fill="hold">
                                          <p:stCondLst>
                                            <p:cond delay="0"/>
                                          </p:stCondLst>
                                        </p:cTn>
                                        <p:tgtEl>
                                          <p:spTgt spid="4823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2311" grpId="0"/>
      <p:bldP spid="482312" grpId="0"/>
    </p:bldLst>
  </p:timing>
</p:sld>
</file>

<file path=ppt/slides/slide1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2449" name="Rectangle 2">
            <a:extLst>
              <a:ext uri="{FF2B5EF4-FFF2-40B4-BE49-F238E27FC236}">
                <a16:creationId xmlns:a16="http://schemas.microsoft.com/office/drawing/2014/main" id="{AEB44762-0AF6-0AFE-ABB1-D2B00AF0BDEC}"/>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32450" name="Text Box 3">
            <a:extLst>
              <a:ext uri="{FF2B5EF4-FFF2-40B4-BE49-F238E27FC236}">
                <a16:creationId xmlns:a16="http://schemas.microsoft.com/office/drawing/2014/main" id="{1ABF39F2-F60C-3652-6B3B-09BA1347F5F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EB532A3-1212-4C81-98D8-703E1A7DBF79}" type="slidenum">
              <a:rPr lang="en-US" altLang="en-US" sz="1200" b="1">
                <a:solidFill>
                  <a:srgbClr val="1C1C1C"/>
                </a:solidFill>
              </a:rPr>
              <a:pPr eaLnBrk="1" hangingPunct="1">
                <a:spcBef>
                  <a:spcPct val="0"/>
                </a:spcBef>
                <a:buClrTx/>
                <a:buFontTx/>
                <a:buNone/>
              </a:pPr>
              <a:t>188</a:t>
            </a:fld>
            <a:endParaRPr lang="en-US" altLang="en-US" sz="1200" b="1">
              <a:solidFill>
                <a:srgbClr val="1C1C1C"/>
              </a:solidFill>
            </a:endParaRPr>
          </a:p>
        </p:txBody>
      </p:sp>
      <p:sp>
        <p:nvSpPr>
          <p:cNvPr id="232451" name="Rectangle 4">
            <a:extLst>
              <a:ext uri="{FF2B5EF4-FFF2-40B4-BE49-F238E27FC236}">
                <a16:creationId xmlns:a16="http://schemas.microsoft.com/office/drawing/2014/main" id="{E07E1D98-F330-2FBA-16C2-67071D0CF568}"/>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4d</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232452" name="TextBox 5">
            <a:extLst>
              <a:ext uri="{FF2B5EF4-FFF2-40B4-BE49-F238E27FC236}">
                <a16:creationId xmlns:a16="http://schemas.microsoft.com/office/drawing/2014/main" id="{C56C6EB5-C489-D07C-1107-1745CCC651D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3473" name="Rectangle 2">
            <a:extLst>
              <a:ext uri="{FF2B5EF4-FFF2-40B4-BE49-F238E27FC236}">
                <a16:creationId xmlns:a16="http://schemas.microsoft.com/office/drawing/2014/main" id="{BE3BD850-7BEC-76E8-8B5A-78390E36AA18}"/>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33474" name="Text Box 3">
            <a:extLst>
              <a:ext uri="{FF2B5EF4-FFF2-40B4-BE49-F238E27FC236}">
                <a16:creationId xmlns:a16="http://schemas.microsoft.com/office/drawing/2014/main" id="{5FC2A7BA-FC84-38D0-6FF8-DA1094F7431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CFEAC8C-5CF3-428E-B479-938378FD6F46}" type="slidenum">
              <a:rPr lang="en-US" altLang="en-US" sz="1200" b="1">
                <a:solidFill>
                  <a:srgbClr val="1C1C1C"/>
                </a:solidFill>
              </a:rPr>
              <a:pPr eaLnBrk="1" hangingPunct="1">
                <a:spcBef>
                  <a:spcPct val="0"/>
                </a:spcBef>
                <a:buClrTx/>
                <a:buFontTx/>
                <a:buNone/>
              </a:pPr>
              <a:t>189</a:t>
            </a:fld>
            <a:endParaRPr lang="en-US" altLang="en-US" sz="1200" b="1">
              <a:solidFill>
                <a:srgbClr val="1C1C1C"/>
              </a:solidFill>
            </a:endParaRPr>
          </a:p>
        </p:txBody>
      </p:sp>
      <p:sp>
        <p:nvSpPr>
          <p:cNvPr id="233475" name="Rectangle 4">
            <a:extLst>
              <a:ext uri="{FF2B5EF4-FFF2-40B4-BE49-F238E27FC236}">
                <a16:creationId xmlns:a16="http://schemas.microsoft.com/office/drawing/2014/main" id="{1FD1E8F5-62EC-3BB7-59D4-6EFE63DCB992}"/>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b="1"/>
              <a:t>Lesson 4e</a:t>
            </a:r>
          </a:p>
          <a:p>
            <a:pPr algn="ctr" eaLnBrk="1" hangingPunct="1">
              <a:buClr>
                <a:schemeClr val="bg2"/>
              </a:buClr>
              <a:buFontTx/>
              <a:buNone/>
            </a:pPr>
            <a:endParaRPr lang="en-US" altLang="en-US" b="1"/>
          </a:p>
          <a:p>
            <a:pPr algn="ctr" eaLnBrk="1" hangingPunct="1">
              <a:buClr>
                <a:schemeClr val="bg2"/>
              </a:buClr>
              <a:buFontTx/>
              <a:buNone/>
            </a:pPr>
            <a:r>
              <a:rPr lang="en-US" altLang="en-US" b="1"/>
              <a:t>API File Maintenance (FM) Screens</a:t>
            </a:r>
            <a:endParaRPr lang="en-US" altLang="en-US" b="1">
              <a:solidFill>
                <a:schemeClr val="bg2"/>
              </a:solidFill>
            </a:endParaRPr>
          </a:p>
        </p:txBody>
      </p:sp>
      <p:sp>
        <p:nvSpPr>
          <p:cNvPr id="233476" name="TextBox 4">
            <a:extLst>
              <a:ext uri="{FF2B5EF4-FFF2-40B4-BE49-F238E27FC236}">
                <a16:creationId xmlns:a16="http://schemas.microsoft.com/office/drawing/2014/main" id="{7949B177-ECD9-C665-4412-B1F526768C8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4497" name="Rectangle 2">
            <a:extLst>
              <a:ext uri="{FF2B5EF4-FFF2-40B4-BE49-F238E27FC236}">
                <a16:creationId xmlns:a16="http://schemas.microsoft.com/office/drawing/2014/main" id="{28167585-E1B0-7D53-743C-4E93CF0A10B9}"/>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34498" name="Text Box 3">
            <a:extLst>
              <a:ext uri="{FF2B5EF4-FFF2-40B4-BE49-F238E27FC236}">
                <a16:creationId xmlns:a16="http://schemas.microsoft.com/office/drawing/2014/main" id="{FD72A4DD-6D6D-BF02-7D48-1087AC5D7A41}"/>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1B05FA4-F3DD-403F-BCFD-DB0F705A6814}" type="slidenum">
              <a:rPr lang="en-US" altLang="en-US" sz="1200" b="1">
                <a:solidFill>
                  <a:srgbClr val="1C1C1C"/>
                </a:solidFill>
              </a:rPr>
              <a:pPr eaLnBrk="1" hangingPunct="1">
                <a:spcBef>
                  <a:spcPct val="0"/>
                </a:spcBef>
                <a:buClrTx/>
                <a:buFontTx/>
                <a:buNone/>
              </a:pPr>
              <a:t>190</a:t>
            </a:fld>
            <a:endParaRPr lang="en-US" altLang="en-US" sz="1200" b="1">
              <a:solidFill>
                <a:srgbClr val="1C1C1C"/>
              </a:solidFill>
            </a:endParaRPr>
          </a:p>
        </p:txBody>
      </p:sp>
      <p:sp>
        <p:nvSpPr>
          <p:cNvPr id="234499" name="Rectangle 5">
            <a:extLst>
              <a:ext uri="{FF2B5EF4-FFF2-40B4-BE49-F238E27FC236}">
                <a16:creationId xmlns:a16="http://schemas.microsoft.com/office/drawing/2014/main" id="{2FFD03A8-FFF0-84BA-2297-6E6238162ED7}"/>
              </a:ext>
            </a:extLst>
          </p:cNvPr>
          <p:cNvSpPr>
            <a:spLocks noChangeArrowheads="1"/>
          </p:cNvSpPr>
          <p:nvPr/>
        </p:nvSpPr>
        <p:spPr bwMode="auto">
          <a:xfrm>
            <a:off x="400050" y="1646238"/>
            <a:ext cx="8337550" cy="679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234500" name="Rectangle 6">
            <a:extLst>
              <a:ext uri="{FF2B5EF4-FFF2-40B4-BE49-F238E27FC236}">
                <a16:creationId xmlns:a16="http://schemas.microsoft.com/office/drawing/2014/main" id="{0178136D-DCB1-1E7E-313D-B5E5BE86A5FB}"/>
              </a:ext>
            </a:extLst>
          </p:cNvPr>
          <p:cNvSpPr>
            <a:spLocks noChangeArrowheads="1"/>
          </p:cNvSpPr>
          <p:nvPr/>
        </p:nvSpPr>
        <p:spPr bwMode="auto">
          <a:xfrm>
            <a:off x="647700" y="2262188"/>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Covers API file maintenance screens</a:t>
            </a:r>
          </a:p>
        </p:txBody>
      </p:sp>
      <p:sp>
        <p:nvSpPr>
          <p:cNvPr id="234501" name="TextBox 6">
            <a:extLst>
              <a:ext uri="{FF2B5EF4-FFF2-40B4-BE49-F238E27FC236}">
                <a16:creationId xmlns:a16="http://schemas.microsoft.com/office/drawing/2014/main" id="{FF6A27F8-CAC8-27EE-76DE-381435BF43A5}"/>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21" name="Rectangle 2">
            <a:extLst>
              <a:ext uri="{FF2B5EF4-FFF2-40B4-BE49-F238E27FC236}">
                <a16:creationId xmlns:a16="http://schemas.microsoft.com/office/drawing/2014/main" id="{7036B19B-DD45-3E72-0FEC-1704F2783495}"/>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35522" name="Text Box 3">
            <a:extLst>
              <a:ext uri="{FF2B5EF4-FFF2-40B4-BE49-F238E27FC236}">
                <a16:creationId xmlns:a16="http://schemas.microsoft.com/office/drawing/2014/main" id="{689FE193-C6B7-EA9E-08CF-DE74ECA0B2F5}"/>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5A89879-8DE3-4CE6-BE2F-7E1CD8A8B969}" type="slidenum">
              <a:rPr lang="en-US" altLang="en-US" sz="1200" b="1">
                <a:solidFill>
                  <a:srgbClr val="1C1C1C"/>
                </a:solidFill>
              </a:rPr>
              <a:pPr eaLnBrk="1" hangingPunct="1">
                <a:spcBef>
                  <a:spcPct val="0"/>
                </a:spcBef>
                <a:buClrTx/>
                <a:buFontTx/>
                <a:buNone/>
              </a:pPr>
              <a:t>191</a:t>
            </a:fld>
            <a:endParaRPr lang="en-US" altLang="en-US" sz="1200" b="1">
              <a:solidFill>
                <a:srgbClr val="1C1C1C"/>
              </a:solidFill>
            </a:endParaRPr>
          </a:p>
        </p:txBody>
      </p:sp>
      <p:sp>
        <p:nvSpPr>
          <p:cNvPr id="235523" name="Rectangle 5">
            <a:extLst>
              <a:ext uri="{FF2B5EF4-FFF2-40B4-BE49-F238E27FC236}">
                <a16:creationId xmlns:a16="http://schemas.microsoft.com/office/drawing/2014/main" id="{7A30BBCE-6517-E739-9DE3-8CBA6B3478B6}"/>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API User Groups</a:t>
            </a:r>
            <a:endParaRPr lang="en-US" altLang="en-US" sz="2200" b="1">
              <a:solidFill>
                <a:schemeClr val="bg2"/>
              </a:solidFill>
            </a:endParaRPr>
          </a:p>
        </p:txBody>
      </p:sp>
      <p:sp>
        <p:nvSpPr>
          <p:cNvPr id="235524" name="Rectangle 6">
            <a:extLst>
              <a:ext uri="{FF2B5EF4-FFF2-40B4-BE49-F238E27FC236}">
                <a16:creationId xmlns:a16="http://schemas.microsoft.com/office/drawing/2014/main" id="{E9D8DF3C-6227-3CD5-F571-181EA9791D4C}"/>
              </a:ext>
            </a:extLst>
          </p:cNvPr>
          <p:cNvSpPr>
            <a:spLocks noChangeArrowheads="1"/>
          </p:cNvSpPr>
          <p:nvPr/>
        </p:nvSpPr>
        <p:spPr bwMode="auto">
          <a:xfrm>
            <a:off x="647700" y="1460500"/>
            <a:ext cx="7734300" cy="5092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14300" algn="l"/>
              </a:tabLst>
              <a:defRPr sz="2800">
                <a:solidFill>
                  <a:schemeClr val="tx1"/>
                </a:solidFill>
                <a:latin typeface="Arial" panose="020B0604020202020204" pitchFamily="34" charset="0"/>
              </a:defRPr>
            </a:lvl1pPr>
            <a:lvl2pPr marL="688975" indent="-282575">
              <a:spcBef>
                <a:spcPct val="20000"/>
              </a:spcBef>
              <a:buClr>
                <a:srgbClr val="151C77"/>
              </a:buClr>
              <a:buFont typeface="Arial" panose="020B0604020202020204" pitchFamily="34" charset="0"/>
              <a:buChar char="–"/>
              <a:tabLst>
                <a:tab pos="1143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143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14300" algn="l"/>
              </a:tabLst>
              <a:defRPr sz="2000">
                <a:solidFill>
                  <a:schemeClr val="tx1"/>
                </a:solidFill>
                <a:latin typeface="Arial" panose="020B0604020202020204" pitchFamily="34" charset="0"/>
              </a:defRPr>
            </a:lvl9pPr>
          </a:lstStyle>
          <a:p>
            <a:pPr eaLnBrk="1" hangingPunct="1">
              <a:buClrTx/>
              <a:buFontTx/>
              <a:buNone/>
            </a:pPr>
            <a:r>
              <a:rPr lang="en-US" altLang="en-US" sz="1800"/>
              <a:t> </a:t>
            </a:r>
          </a:p>
          <a:p>
            <a:pPr lvl="1" eaLnBrk="1" hangingPunct="1">
              <a:buClr>
                <a:schemeClr val="bg2"/>
              </a:buClr>
              <a:buFontTx/>
              <a:buChar char="•"/>
            </a:pPr>
            <a:r>
              <a:rPr lang="en-US" altLang="en-US" sz="1800"/>
              <a:t>Equipment Specialists (ES)</a:t>
            </a:r>
          </a:p>
          <a:p>
            <a:pPr lvl="1" eaLnBrk="1" hangingPunct="1">
              <a:buClr>
                <a:schemeClr val="bg2"/>
              </a:buClr>
              <a:buFontTx/>
              <a:buChar char="•"/>
            </a:pPr>
            <a:r>
              <a:rPr lang="en-US" altLang="en-US" sz="1800"/>
              <a:t>HQ AFMC Indenture OPR</a:t>
            </a:r>
          </a:p>
          <a:p>
            <a:pPr lvl="1" eaLnBrk="1" hangingPunct="1">
              <a:buClr>
                <a:schemeClr val="bg2"/>
              </a:buClr>
              <a:buFontTx/>
              <a:buChar char="•"/>
            </a:pPr>
            <a:r>
              <a:rPr lang="en-US" altLang="en-US" sz="1800"/>
              <a:t>HQ AFMC Program OPR</a:t>
            </a:r>
          </a:p>
          <a:p>
            <a:pPr lvl="1" eaLnBrk="1" hangingPunct="1">
              <a:buClr>
                <a:schemeClr val="bg2"/>
              </a:buClr>
              <a:buFontTx/>
              <a:buChar char="•"/>
            </a:pPr>
            <a:r>
              <a:rPr lang="en-US" altLang="en-US" sz="1800"/>
              <a:t>HQ AFMC MMM RDB Policy OPR</a:t>
            </a:r>
          </a:p>
          <a:p>
            <a:pPr lvl="1" eaLnBrk="1" hangingPunct="1">
              <a:buClr>
                <a:schemeClr val="bg2"/>
              </a:buClr>
              <a:buFontTx/>
              <a:buChar char="•"/>
            </a:pPr>
            <a:r>
              <a:rPr lang="en-US" altLang="en-US" sz="1800"/>
              <a:t>HQ AFMC Reclamation OPR</a:t>
            </a:r>
          </a:p>
          <a:p>
            <a:pPr lvl="1" eaLnBrk="1" hangingPunct="1">
              <a:buClr>
                <a:schemeClr val="bg2"/>
              </a:buClr>
              <a:buFontTx/>
              <a:buChar char="•"/>
            </a:pPr>
            <a:r>
              <a:rPr lang="en-US" altLang="en-US" sz="1800"/>
              <a:t>ALC Indenture Monitor</a:t>
            </a:r>
          </a:p>
          <a:p>
            <a:pPr lvl="1" eaLnBrk="1" hangingPunct="1">
              <a:buClr>
                <a:schemeClr val="bg2"/>
              </a:buClr>
              <a:buFontTx/>
              <a:buChar char="•"/>
            </a:pPr>
            <a:r>
              <a:rPr lang="en-US" altLang="en-US" sz="1800"/>
              <a:t>ALC Program Monitor</a:t>
            </a:r>
          </a:p>
          <a:p>
            <a:pPr lvl="1" eaLnBrk="1" hangingPunct="1">
              <a:buClr>
                <a:schemeClr val="bg2"/>
              </a:buClr>
              <a:buFontTx/>
              <a:buChar char="•"/>
            </a:pPr>
            <a:r>
              <a:rPr lang="en-US" altLang="en-US" sz="1800"/>
              <a:t>Systems Program Manager (SPM)</a:t>
            </a:r>
          </a:p>
          <a:p>
            <a:pPr lvl="1" eaLnBrk="1" hangingPunct="1">
              <a:buClr>
                <a:schemeClr val="bg2"/>
              </a:buClr>
              <a:buFontTx/>
              <a:buChar char="•"/>
            </a:pPr>
            <a:r>
              <a:rPr lang="en-US" altLang="en-US" sz="1800"/>
              <a:t>Production Management Specialist (PMS)</a:t>
            </a:r>
          </a:p>
          <a:p>
            <a:pPr lvl="1" eaLnBrk="1" hangingPunct="1">
              <a:buClr>
                <a:schemeClr val="bg2"/>
              </a:buClr>
              <a:buFontTx/>
              <a:buChar char="•"/>
            </a:pPr>
            <a:r>
              <a:rPr lang="en-US" altLang="en-US" sz="1800"/>
              <a:t>Reclamation Program Control Officer (RPCO)</a:t>
            </a:r>
          </a:p>
          <a:p>
            <a:pPr lvl="1" eaLnBrk="1" hangingPunct="1">
              <a:buClr>
                <a:schemeClr val="bg2"/>
              </a:buClr>
              <a:buFontTx/>
              <a:buNone/>
            </a:pPr>
            <a:endParaRPr lang="en-US" altLang="en-US" sz="1800"/>
          </a:p>
          <a:p>
            <a:pPr eaLnBrk="1" hangingPunct="1">
              <a:buClr>
                <a:schemeClr val="bg2"/>
              </a:buClr>
              <a:buFontTx/>
              <a:buChar char="•"/>
            </a:pPr>
            <a:r>
              <a:rPr lang="en-US" altLang="en-US" sz="1800"/>
              <a:t> Only ES can file maintain indentures</a:t>
            </a:r>
          </a:p>
          <a:p>
            <a:pPr eaLnBrk="1" hangingPunct="1">
              <a:buClr>
                <a:schemeClr val="bg2"/>
              </a:buClr>
              <a:buFontTx/>
              <a:buChar char="•"/>
            </a:pPr>
            <a:endParaRPr lang="en-US" altLang="en-US" sz="1800"/>
          </a:p>
          <a:p>
            <a:pPr eaLnBrk="1" hangingPunct="1">
              <a:buClr>
                <a:schemeClr val="bg2"/>
              </a:buClr>
              <a:buFontTx/>
              <a:buChar char="•"/>
            </a:pPr>
            <a:r>
              <a:rPr lang="en-US" altLang="en-US" sz="1800"/>
              <a:t> ES must be owner of higher assembly/end item</a:t>
            </a:r>
          </a:p>
        </p:txBody>
      </p:sp>
      <p:pic>
        <p:nvPicPr>
          <p:cNvPr id="235525" name="Picture 7" descr="MPj03959930000[1]">
            <a:extLst>
              <a:ext uri="{FF2B5EF4-FFF2-40B4-BE49-F238E27FC236}">
                <a16:creationId xmlns:a16="http://schemas.microsoft.com/office/drawing/2014/main" id="{3D608F15-A772-7ED8-8481-EF4825E559D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019800" y="1473200"/>
            <a:ext cx="2378075" cy="35814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5526" name="TextBox 7">
            <a:extLst>
              <a:ext uri="{FF2B5EF4-FFF2-40B4-BE49-F238E27FC236}">
                <a16:creationId xmlns:a16="http://schemas.microsoft.com/office/drawing/2014/main" id="{59897D42-1938-8A9C-80B0-9BFCC860F95D}"/>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6545" name="Rectangle 2">
            <a:extLst>
              <a:ext uri="{FF2B5EF4-FFF2-40B4-BE49-F238E27FC236}">
                <a16:creationId xmlns:a16="http://schemas.microsoft.com/office/drawing/2014/main" id="{324A6BE8-B486-D927-5154-6446278E0263}"/>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36546" name="Text Box 3">
            <a:extLst>
              <a:ext uri="{FF2B5EF4-FFF2-40B4-BE49-F238E27FC236}">
                <a16:creationId xmlns:a16="http://schemas.microsoft.com/office/drawing/2014/main" id="{60375DDD-F5C7-C5D9-C0B2-0808F6E905E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DEF3A15-A324-4B5E-B0D1-3BA050B29090}" type="slidenum">
              <a:rPr lang="en-US" altLang="en-US" sz="1200" b="1">
                <a:solidFill>
                  <a:srgbClr val="1C1C1C"/>
                </a:solidFill>
              </a:rPr>
              <a:pPr eaLnBrk="1" hangingPunct="1">
                <a:spcBef>
                  <a:spcPct val="0"/>
                </a:spcBef>
                <a:buClrTx/>
                <a:buFontTx/>
                <a:buNone/>
              </a:pPr>
              <a:t>192</a:t>
            </a:fld>
            <a:endParaRPr lang="en-US" altLang="en-US" sz="1200" b="1">
              <a:solidFill>
                <a:srgbClr val="1C1C1C"/>
              </a:solidFill>
            </a:endParaRPr>
          </a:p>
        </p:txBody>
      </p:sp>
      <p:sp>
        <p:nvSpPr>
          <p:cNvPr id="236547" name="Rectangle 5">
            <a:extLst>
              <a:ext uri="{FF2B5EF4-FFF2-40B4-BE49-F238E27FC236}">
                <a16:creationId xmlns:a16="http://schemas.microsoft.com/office/drawing/2014/main" id="{5F6DE9C7-A539-3524-8328-F95AD96B399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File Maintenance</a:t>
            </a:r>
            <a:endParaRPr lang="en-US" altLang="en-US" sz="2200" b="1">
              <a:solidFill>
                <a:schemeClr val="bg2"/>
              </a:solidFill>
            </a:endParaRPr>
          </a:p>
        </p:txBody>
      </p:sp>
      <p:pic>
        <p:nvPicPr>
          <p:cNvPr id="236548" name="Picture 8" descr="APImenu">
            <a:extLst>
              <a:ext uri="{FF2B5EF4-FFF2-40B4-BE49-F238E27FC236}">
                <a16:creationId xmlns:a16="http://schemas.microsoft.com/office/drawing/2014/main" id="{220538F0-B000-C52A-5DBC-8E3ABBFA5F3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71600" y="1727200"/>
            <a:ext cx="6400800" cy="45831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6549" name="TextBox 6">
            <a:extLst>
              <a:ext uri="{FF2B5EF4-FFF2-40B4-BE49-F238E27FC236}">
                <a16:creationId xmlns:a16="http://schemas.microsoft.com/office/drawing/2014/main" id="{43EC046B-3D39-8C23-303A-54B0A18A4F0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7569" name="Rectangle 2">
            <a:extLst>
              <a:ext uri="{FF2B5EF4-FFF2-40B4-BE49-F238E27FC236}">
                <a16:creationId xmlns:a16="http://schemas.microsoft.com/office/drawing/2014/main" id="{B52B2724-E7D3-11BE-B7B5-77CE3EAAE1B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37570" name="Text Box 3">
            <a:extLst>
              <a:ext uri="{FF2B5EF4-FFF2-40B4-BE49-F238E27FC236}">
                <a16:creationId xmlns:a16="http://schemas.microsoft.com/office/drawing/2014/main" id="{65519B94-C361-848C-46B2-B051AFFB038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E0AC950-6F60-4B55-BA8E-253D0CA2D88C}" type="slidenum">
              <a:rPr lang="en-US" altLang="en-US" sz="1200" b="1">
                <a:solidFill>
                  <a:srgbClr val="1C1C1C"/>
                </a:solidFill>
              </a:rPr>
              <a:pPr eaLnBrk="1" hangingPunct="1">
                <a:spcBef>
                  <a:spcPct val="0"/>
                </a:spcBef>
                <a:buClrTx/>
                <a:buFontTx/>
                <a:buNone/>
              </a:pPr>
              <a:t>193</a:t>
            </a:fld>
            <a:endParaRPr lang="en-US" altLang="en-US" sz="1200" b="1">
              <a:solidFill>
                <a:srgbClr val="1C1C1C"/>
              </a:solidFill>
            </a:endParaRPr>
          </a:p>
        </p:txBody>
      </p:sp>
      <p:sp>
        <p:nvSpPr>
          <p:cNvPr id="237571" name="Rectangle 5">
            <a:extLst>
              <a:ext uri="{FF2B5EF4-FFF2-40B4-BE49-F238E27FC236}">
                <a16:creationId xmlns:a16="http://schemas.microsoft.com/office/drawing/2014/main" id="{76B74B39-E556-E964-3FE5-C656F46F7AD1}"/>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Copy/Add Indenture (CAI)</a:t>
            </a:r>
            <a:endParaRPr lang="en-US" altLang="en-US" sz="2200" b="1">
              <a:solidFill>
                <a:schemeClr val="bg2"/>
              </a:solidFill>
            </a:endParaRPr>
          </a:p>
        </p:txBody>
      </p:sp>
      <p:pic>
        <p:nvPicPr>
          <p:cNvPr id="237572" name="Picture 7" descr="CAI">
            <a:extLst>
              <a:ext uri="{FF2B5EF4-FFF2-40B4-BE49-F238E27FC236}">
                <a16:creationId xmlns:a16="http://schemas.microsoft.com/office/drawing/2014/main" id="{348EF9AA-D474-20AC-A7D3-83B82DB679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6213" y="1689100"/>
            <a:ext cx="6338887" cy="462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7573" name="TextBox 6">
            <a:extLst>
              <a:ext uri="{FF2B5EF4-FFF2-40B4-BE49-F238E27FC236}">
                <a16:creationId xmlns:a16="http://schemas.microsoft.com/office/drawing/2014/main" id="{FEA5B582-F798-BF96-8544-A22891FA6A7D}"/>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8593" name="Rectangle 2">
            <a:extLst>
              <a:ext uri="{FF2B5EF4-FFF2-40B4-BE49-F238E27FC236}">
                <a16:creationId xmlns:a16="http://schemas.microsoft.com/office/drawing/2014/main" id="{85A2EA56-4D23-D3A6-0063-6FAAB9D0657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38594" name="Text Box 3">
            <a:extLst>
              <a:ext uri="{FF2B5EF4-FFF2-40B4-BE49-F238E27FC236}">
                <a16:creationId xmlns:a16="http://schemas.microsoft.com/office/drawing/2014/main" id="{D0E1111C-8A84-363A-5D27-EBB7E04A207B}"/>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C85D13E3-F088-4809-AC2F-E39F1156C1F7}" type="slidenum">
              <a:rPr lang="en-US" altLang="en-US" sz="1200" b="1">
                <a:solidFill>
                  <a:srgbClr val="1C1C1C"/>
                </a:solidFill>
              </a:rPr>
              <a:pPr eaLnBrk="1" hangingPunct="1">
                <a:spcBef>
                  <a:spcPct val="0"/>
                </a:spcBef>
                <a:buClrTx/>
                <a:buFontTx/>
                <a:buNone/>
              </a:pPr>
              <a:t>194</a:t>
            </a:fld>
            <a:endParaRPr lang="en-US" altLang="en-US" sz="1200" b="1">
              <a:solidFill>
                <a:srgbClr val="1C1C1C"/>
              </a:solidFill>
            </a:endParaRPr>
          </a:p>
        </p:txBody>
      </p:sp>
      <p:sp>
        <p:nvSpPr>
          <p:cNvPr id="238595" name="Rectangle 5">
            <a:extLst>
              <a:ext uri="{FF2B5EF4-FFF2-40B4-BE49-F238E27FC236}">
                <a16:creationId xmlns:a16="http://schemas.microsoft.com/office/drawing/2014/main" id="{FDA77260-9DFB-47EB-0F8E-440896FF35BB}"/>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Change of Program Select Code (CHPS)</a:t>
            </a:r>
            <a:endParaRPr lang="en-US" altLang="en-US" sz="2200" b="1">
              <a:solidFill>
                <a:schemeClr val="bg2"/>
              </a:solidFill>
            </a:endParaRPr>
          </a:p>
        </p:txBody>
      </p:sp>
      <p:pic>
        <p:nvPicPr>
          <p:cNvPr id="238596" name="Picture 7" descr="CHPS">
            <a:extLst>
              <a:ext uri="{FF2B5EF4-FFF2-40B4-BE49-F238E27FC236}">
                <a16:creationId xmlns:a16="http://schemas.microsoft.com/office/drawing/2014/main" id="{5B8EB3B7-063A-1097-E980-E64B0E8A0AF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77988"/>
            <a:ext cx="6343650" cy="4643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8597" name="TextBox 6">
            <a:extLst>
              <a:ext uri="{FF2B5EF4-FFF2-40B4-BE49-F238E27FC236}">
                <a16:creationId xmlns:a16="http://schemas.microsoft.com/office/drawing/2014/main" id="{142C0004-6BF8-798F-84A6-FC8E24DA8F5E}"/>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9617" name="Rectangle 2">
            <a:extLst>
              <a:ext uri="{FF2B5EF4-FFF2-40B4-BE49-F238E27FC236}">
                <a16:creationId xmlns:a16="http://schemas.microsoft.com/office/drawing/2014/main" id="{A51E8B9E-F7D6-530C-AF68-B4E8E682DFD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39618" name="Text Box 3">
            <a:extLst>
              <a:ext uri="{FF2B5EF4-FFF2-40B4-BE49-F238E27FC236}">
                <a16:creationId xmlns:a16="http://schemas.microsoft.com/office/drawing/2014/main" id="{966A60A7-3317-9444-347C-E79218A71FBE}"/>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7400466-B964-4EC9-B640-584FC39B8703}" type="slidenum">
              <a:rPr lang="en-US" altLang="en-US" sz="1200" b="1">
                <a:solidFill>
                  <a:srgbClr val="1C1C1C"/>
                </a:solidFill>
              </a:rPr>
              <a:pPr eaLnBrk="1" hangingPunct="1">
                <a:spcBef>
                  <a:spcPct val="0"/>
                </a:spcBef>
                <a:buClrTx/>
                <a:buFontTx/>
                <a:buNone/>
              </a:pPr>
              <a:t>195</a:t>
            </a:fld>
            <a:endParaRPr lang="en-US" altLang="en-US" sz="1200" b="1">
              <a:solidFill>
                <a:srgbClr val="1C1C1C"/>
              </a:solidFill>
            </a:endParaRPr>
          </a:p>
        </p:txBody>
      </p:sp>
      <p:sp>
        <p:nvSpPr>
          <p:cNvPr id="239619" name="Rectangle 5">
            <a:extLst>
              <a:ext uri="{FF2B5EF4-FFF2-40B4-BE49-F238E27FC236}">
                <a16:creationId xmlns:a16="http://schemas.microsoft.com/office/drawing/2014/main" id="{697FCA34-0E28-C84E-5CD7-123D0154278F}"/>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Consumption History (CONS)</a:t>
            </a:r>
            <a:endParaRPr lang="en-US" altLang="en-US" sz="2200" b="1">
              <a:solidFill>
                <a:schemeClr val="bg2"/>
              </a:solidFill>
            </a:endParaRPr>
          </a:p>
        </p:txBody>
      </p:sp>
      <p:pic>
        <p:nvPicPr>
          <p:cNvPr id="239620" name="Picture 7" descr="CONS">
            <a:extLst>
              <a:ext uri="{FF2B5EF4-FFF2-40B4-BE49-F238E27FC236}">
                <a16:creationId xmlns:a16="http://schemas.microsoft.com/office/drawing/2014/main" id="{E431FFDE-8B95-9C04-7058-DE44B5A8A1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200" y="1682750"/>
            <a:ext cx="6326188" cy="46053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39621" name="TextBox 6">
            <a:extLst>
              <a:ext uri="{FF2B5EF4-FFF2-40B4-BE49-F238E27FC236}">
                <a16:creationId xmlns:a16="http://schemas.microsoft.com/office/drawing/2014/main" id="{6BABA064-B341-786B-81C2-FB0BD7F447CB}"/>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0641" name="Rectangle 2">
            <a:extLst>
              <a:ext uri="{FF2B5EF4-FFF2-40B4-BE49-F238E27FC236}">
                <a16:creationId xmlns:a16="http://schemas.microsoft.com/office/drawing/2014/main" id="{F8439C1E-6623-E9D8-1FAF-A3F8D6559B29}"/>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40642" name="Text Box 3">
            <a:extLst>
              <a:ext uri="{FF2B5EF4-FFF2-40B4-BE49-F238E27FC236}">
                <a16:creationId xmlns:a16="http://schemas.microsoft.com/office/drawing/2014/main" id="{62F94CDF-7C6C-824A-5856-54F221DF5C92}"/>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0A6A907-9292-494B-94C4-2AAFF95A6D3D}" type="slidenum">
              <a:rPr lang="en-US" altLang="en-US" sz="1200" b="1">
                <a:solidFill>
                  <a:srgbClr val="1C1C1C"/>
                </a:solidFill>
              </a:rPr>
              <a:pPr eaLnBrk="1" hangingPunct="1">
                <a:spcBef>
                  <a:spcPct val="0"/>
                </a:spcBef>
                <a:buClrTx/>
                <a:buFontTx/>
                <a:buNone/>
              </a:pPr>
              <a:t>196</a:t>
            </a:fld>
            <a:endParaRPr lang="en-US" altLang="en-US" sz="1200" b="1">
              <a:solidFill>
                <a:srgbClr val="1C1C1C"/>
              </a:solidFill>
            </a:endParaRPr>
          </a:p>
        </p:txBody>
      </p:sp>
      <p:sp>
        <p:nvSpPr>
          <p:cNvPr id="240643" name="Rectangle 5">
            <a:extLst>
              <a:ext uri="{FF2B5EF4-FFF2-40B4-BE49-F238E27FC236}">
                <a16:creationId xmlns:a16="http://schemas.microsoft.com/office/drawing/2014/main" id="{F8677401-F3D2-FC58-B383-8F38F64E2CF7}"/>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Next Higher Assembly (NHA)</a:t>
            </a:r>
            <a:endParaRPr lang="en-US" altLang="en-US" sz="2200" b="1">
              <a:solidFill>
                <a:schemeClr val="bg2"/>
              </a:solidFill>
            </a:endParaRPr>
          </a:p>
        </p:txBody>
      </p:sp>
      <p:pic>
        <p:nvPicPr>
          <p:cNvPr id="240644" name="Picture 7" descr="NHA">
            <a:extLst>
              <a:ext uri="{FF2B5EF4-FFF2-40B4-BE49-F238E27FC236}">
                <a16:creationId xmlns:a16="http://schemas.microsoft.com/office/drawing/2014/main" id="{961D6D4C-C031-4E44-AD5B-58B412ACCB3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73200" y="1670050"/>
            <a:ext cx="6326188" cy="47085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0645" name="TextBox 6">
            <a:extLst>
              <a:ext uri="{FF2B5EF4-FFF2-40B4-BE49-F238E27FC236}">
                <a16:creationId xmlns:a16="http://schemas.microsoft.com/office/drawing/2014/main" id="{5283A52F-ED36-43A3-D7BE-B4A7D812498D}"/>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1665" name="Rectangle 2">
            <a:extLst>
              <a:ext uri="{FF2B5EF4-FFF2-40B4-BE49-F238E27FC236}">
                <a16:creationId xmlns:a16="http://schemas.microsoft.com/office/drawing/2014/main" id="{1103EBCA-7AD1-0438-1FDB-6C478AEBEA8F}"/>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41666" name="Text Box 3">
            <a:extLst>
              <a:ext uri="{FF2B5EF4-FFF2-40B4-BE49-F238E27FC236}">
                <a16:creationId xmlns:a16="http://schemas.microsoft.com/office/drawing/2014/main" id="{C97D8F18-2D8A-E1BA-9305-8F4C50143FC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BDF7217A-782F-47DE-8FA6-F763D1E6EB0B}" type="slidenum">
              <a:rPr lang="en-US" altLang="en-US" sz="1200" b="1">
                <a:solidFill>
                  <a:srgbClr val="1C1C1C"/>
                </a:solidFill>
              </a:rPr>
              <a:pPr eaLnBrk="1" hangingPunct="1">
                <a:spcBef>
                  <a:spcPct val="0"/>
                </a:spcBef>
                <a:buClrTx/>
                <a:buFontTx/>
                <a:buNone/>
              </a:pPr>
              <a:t>197</a:t>
            </a:fld>
            <a:endParaRPr lang="en-US" altLang="en-US" sz="1200" b="1">
              <a:solidFill>
                <a:srgbClr val="1C1C1C"/>
              </a:solidFill>
            </a:endParaRPr>
          </a:p>
        </p:txBody>
      </p:sp>
      <p:sp>
        <p:nvSpPr>
          <p:cNvPr id="241667" name="Rectangle 5">
            <a:extLst>
              <a:ext uri="{FF2B5EF4-FFF2-40B4-BE49-F238E27FC236}">
                <a16:creationId xmlns:a16="http://schemas.microsoft.com/office/drawing/2014/main" id="{F468D496-0B3C-1F1E-6869-A8FD5668681D}"/>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NHA Exempt Codes</a:t>
            </a:r>
            <a:endParaRPr lang="en-US" altLang="en-US" sz="2200" b="1">
              <a:solidFill>
                <a:schemeClr val="bg2"/>
              </a:solidFill>
            </a:endParaRPr>
          </a:p>
        </p:txBody>
      </p:sp>
      <p:pic>
        <p:nvPicPr>
          <p:cNvPr id="241668" name="Picture 8" descr="ExemptCodes">
            <a:extLst>
              <a:ext uri="{FF2B5EF4-FFF2-40B4-BE49-F238E27FC236}">
                <a16:creationId xmlns:a16="http://schemas.microsoft.com/office/drawing/2014/main" id="{B7ABF30F-CACA-EA4E-CA73-BA0C550C66B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4413" y="1665288"/>
            <a:ext cx="4725987" cy="48625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1669" name="TextBox 7">
            <a:extLst>
              <a:ext uri="{FF2B5EF4-FFF2-40B4-BE49-F238E27FC236}">
                <a16:creationId xmlns:a16="http://schemas.microsoft.com/office/drawing/2014/main" id="{2CA7DD73-4B80-005F-DBDA-E05E72BD0847}"/>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2689" name="Rectangle 2">
            <a:extLst>
              <a:ext uri="{FF2B5EF4-FFF2-40B4-BE49-F238E27FC236}">
                <a16:creationId xmlns:a16="http://schemas.microsoft.com/office/drawing/2014/main" id="{25C56140-59A0-17CE-9726-C1ED3FA4AFBC}"/>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42690" name="Text Box 3">
            <a:extLst>
              <a:ext uri="{FF2B5EF4-FFF2-40B4-BE49-F238E27FC236}">
                <a16:creationId xmlns:a16="http://schemas.microsoft.com/office/drawing/2014/main" id="{0C0177BD-0B7C-C984-73D3-EF808C28A670}"/>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6527E14-0AC8-4B02-91ED-C37C7F4816E7}" type="slidenum">
              <a:rPr lang="en-US" altLang="en-US" sz="1200" b="1">
                <a:solidFill>
                  <a:srgbClr val="1C1C1C"/>
                </a:solidFill>
              </a:rPr>
              <a:pPr eaLnBrk="1" hangingPunct="1">
                <a:spcBef>
                  <a:spcPct val="0"/>
                </a:spcBef>
                <a:buClrTx/>
                <a:buFontTx/>
                <a:buNone/>
              </a:pPr>
              <a:t>198</a:t>
            </a:fld>
            <a:endParaRPr lang="en-US" altLang="en-US" sz="1200" b="1">
              <a:solidFill>
                <a:srgbClr val="1C1C1C"/>
              </a:solidFill>
            </a:endParaRPr>
          </a:p>
        </p:txBody>
      </p:sp>
      <p:sp>
        <p:nvSpPr>
          <p:cNvPr id="242691" name="Rectangle 5">
            <a:extLst>
              <a:ext uri="{FF2B5EF4-FFF2-40B4-BE49-F238E27FC236}">
                <a16:creationId xmlns:a16="http://schemas.microsoft.com/office/drawing/2014/main" id="{10B38D89-4E04-843B-DD8A-0280C7E7175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Production History (PROD)</a:t>
            </a:r>
            <a:endParaRPr lang="en-US" altLang="en-US" sz="2200" b="1">
              <a:solidFill>
                <a:schemeClr val="bg2"/>
              </a:solidFill>
            </a:endParaRPr>
          </a:p>
        </p:txBody>
      </p:sp>
      <p:pic>
        <p:nvPicPr>
          <p:cNvPr id="242692" name="Picture 7" descr="PROD">
            <a:extLst>
              <a:ext uri="{FF2B5EF4-FFF2-40B4-BE49-F238E27FC236}">
                <a16:creationId xmlns:a16="http://schemas.microsoft.com/office/drawing/2014/main" id="{CA48FBA9-FF20-B8B0-39DB-97F6D8DB24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60500" y="1665288"/>
            <a:ext cx="6343650" cy="48752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2693" name="TextBox 7">
            <a:extLst>
              <a:ext uri="{FF2B5EF4-FFF2-40B4-BE49-F238E27FC236}">
                <a16:creationId xmlns:a16="http://schemas.microsoft.com/office/drawing/2014/main" id="{8D34CE67-BB5A-B6B1-AB07-E49B0EE7070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1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3" name="Rectangle 2">
            <a:extLst>
              <a:ext uri="{FF2B5EF4-FFF2-40B4-BE49-F238E27FC236}">
                <a16:creationId xmlns:a16="http://schemas.microsoft.com/office/drawing/2014/main" id="{754BC33F-7912-7079-3749-E8A99E5A071E}"/>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43714" name="Text Box 3">
            <a:extLst>
              <a:ext uri="{FF2B5EF4-FFF2-40B4-BE49-F238E27FC236}">
                <a16:creationId xmlns:a16="http://schemas.microsoft.com/office/drawing/2014/main" id="{51E3456C-BCB2-1D74-564D-3096B98F233B}"/>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B4242BF-9C4A-4CDF-AA80-DCF1B3A1CE7C}" type="slidenum">
              <a:rPr lang="en-US" altLang="en-US" sz="1200" b="1">
                <a:solidFill>
                  <a:srgbClr val="1C1C1C"/>
                </a:solidFill>
              </a:rPr>
              <a:pPr eaLnBrk="1" hangingPunct="1">
                <a:spcBef>
                  <a:spcPct val="0"/>
                </a:spcBef>
                <a:buClrTx/>
                <a:buFontTx/>
                <a:buNone/>
              </a:pPr>
              <a:t>199</a:t>
            </a:fld>
            <a:endParaRPr lang="en-US" altLang="en-US" sz="1200" b="1">
              <a:solidFill>
                <a:srgbClr val="1C1C1C"/>
              </a:solidFill>
            </a:endParaRPr>
          </a:p>
        </p:txBody>
      </p:sp>
      <p:sp>
        <p:nvSpPr>
          <p:cNvPr id="243715" name="Rectangle 5">
            <a:extLst>
              <a:ext uri="{FF2B5EF4-FFF2-40B4-BE49-F238E27FC236}">
                <a16:creationId xmlns:a16="http://schemas.microsoft.com/office/drawing/2014/main" id="{E17EA6FE-51BB-BBDA-1CFF-8C70E6F012B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Selection (PS)</a:t>
            </a:r>
            <a:endParaRPr lang="en-US" altLang="en-US" sz="2200" b="1">
              <a:solidFill>
                <a:schemeClr val="bg2"/>
              </a:solidFill>
            </a:endParaRPr>
          </a:p>
        </p:txBody>
      </p:sp>
      <p:pic>
        <p:nvPicPr>
          <p:cNvPr id="243716" name="Picture 7" descr="PS">
            <a:extLst>
              <a:ext uri="{FF2B5EF4-FFF2-40B4-BE49-F238E27FC236}">
                <a16:creationId xmlns:a16="http://schemas.microsoft.com/office/drawing/2014/main" id="{F024C734-2FD9-0708-E6A2-0CC95C5C23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47800" y="1689100"/>
            <a:ext cx="6334125" cy="4854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3717" name="TextBox 7">
            <a:extLst>
              <a:ext uri="{FF2B5EF4-FFF2-40B4-BE49-F238E27FC236}">
                <a16:creationId xmlns:a16="http://schemas.microsoft.com/office/drawing/2014/main" id="{84DC7E12-C0ED-544B-486C-18DFD529DEC8}"/>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7" name="Rectangle 2">
            <a:extLst>
              <a:ext uri="{FF2B5EF4-FFF2-40B4-BE49-F238E27FC236}">
                <a16:creationId xmlns:a16="http://schemas.microsoft.com/office/drawing/2014/main" id="{4236B088-880B-1025-E16E-E715365B540C}"/>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44738" name="Text Box 3">
            <a:extLst>
              <a:ext uri="{FF2B5EF4-FFF2-40B4-BE49-F238E27FC236}">
                <a16:creationId xmlns:a16="http://schemas.microsoft.com/office/drawing/2014/main" id="{12A326E0-3F78-2E53-044C-DB8783D9F12E}"/>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3006617-B02F-465A-B081-514FD03A9813}" type="slidenum">
              <a:rPr lang="en-US" altLang="en-US" sz="1200" b="1">
                <a:solidFill>
                  <a:srgbClr val="1C1C1C"/>
                </a:solidFill>
              </a:rPr>
              <a:pPr eaLnBrk="1" hangingPunct="1">
                <a:spcBef>
                  <a:spcPct val="0"/>
                </a:spcBef>
                <a:buClrTx/>
                <a:buFontTx/>
                <a:buNone/>
              </a:pPr>
              <a:t>200</a:t>
            </a:fld>
            <a:endParaRPr lang="en-US" altLang="en-US" sz="1200" b="1">
              <a:solidFill>
                <a:srgbClr val="1C1C1C"/>
              </a:solidFill>
            </a:endParaRPr>
          </a:p>
        </p:txBody>
      </p:sp>
      <p:sp>
        <p:nvSpPr>
          <p:cNvPr id="244739" name="Rectangle 4">
            <a:extLst>
              <a:ext uri="{FF2B5EF4-FFF2-40B4-BE49-F238E27FC236}">
                <a16:creationId xmlns:a16="http://schemas.microsoft.com/office/drawing/2014/main" id="{A71B7107-CD10-12AD-BC90-776C23557A04}"/>
              </a:ext>
            </a:extLst>
          </p:cNvPr>
          <p:cNvSpPr>
            <a:spLocks noChangeArrowheads="1"/>
          </p:cNvSpPr>
          <p:nvPr/>
        </p:nvSpPr>
        <p:spPr bwMode="auto">
          <a:xfrm>
            <a:off x="387350" y="25908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4e</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244740" name="TextBox 5">
            <a:extLst>
              <a:ext uri="{FF2B5EF4-FFF2-40B4-BE49-F238E27FC236}">
                <a16:creationId xmlns:a16="http://schemas.microsoft.com/office/drawing/2014/main" id="{0C7237D1-3D99-BD59-9486-215A237E87D6}"/>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61" name="Rectangle 2">
            <a:extLst>
              <a:ext uri="{FF2B5EF4-FFF2-40B4-BE49-F238E27FC236}">
                <a16:creationId xmlns:a16="http://schemas.microsoft.com/office/drawing/2014/main" id="{12091A45-888E-E7C9-A426-9363FE05117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45762" name="Text Box 3">
            <a:extLst>
              <a:ext uri="{FF2B5EF4-FFF2-40B4-BE49-F238E27FC236}">
                <a16:creationId xmlns:a16="http://schemas.microsoft.com/office/drawing/2014/main" id="{EBE0AD94-084B-359C-075F-C1362DE2D90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DD577BF-FF87-4FDB-B6AD-14177BF6174E}" type="slidenum">
              <a:rPr lang="en-US" altLang="en-US" sz="1200" b="1">
                <a:solidFill>
                  <a:srgbClr val="1C1C1C"/>
                </a:solidFill>
              </a:rPr>
              <a:pPr eaLnBrk="1" hangingPunct="1">
                <a:spcBef>
                  <a:spcPct val="0"/>
                </a:spcBef>
                <a:buClrTx/>
                <a:buFontTx/>
                <a:buNone/>
              </a:pPr>
              <a:t>201</a:t>
            </a:fld>
            <a:endParaRPr lang="en-US" altLang="en-US" sz="1200" b="1">
              <a:solidFill>
                <a:srgbClr val="1C1C1C"/>
              </a:solidFill>
            </a:endParaRPr>
          </a:p>
        </p:txBody>
      </p:sp>
      <p:sp>
        <p:nvSpPr>
          <p:cNvPr id="245763" name="Rectangle 4">
            <a:extLst>
              <a:ext uri="{FF2B5EF4-FFF2-40B4-BE49-F238E27FC236}">
                <a16:creationId xmlns:a16="http://schemas.microsoft.com/office/drawing/2014/main" id="{30288778-58CC-4317-F5A0-27737A5EA7EB}"/>
              </a:ext>
            </a:extLst>
          </p:cNvPr>
          <p:cNvSpPr>
            <a:spLocks noChangeArrowheads="1"/>
          </p:cNvSpPr>
          <p:nvPr/>
        </p:nvSpPr>
        <p:spPr bwMode="auto">
          <a:xfrm>
            <a:off x="387350" y="2727325"/>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r>
              <a:rPr lang="en-US" altLang="en-US" sz="2400" b="1"/>
              <a:t>Lesson 4f</a:t>
            </a:r>
          </a:p>
          <a:p>
            <a:pPr algn="ctr" eaLnBrk="1" hangingPunct="1">
              <a:buClr>
                <a:schemeClr val="bg2"/>
              </a:buClr>
              <a:buFontTx/>
              <a:buNone/>
            </a:pPr>
            <a:endParaRPr lang="en-US" altLang="en-US" sz="2400" b="1"/>
          </a:p>
          <a:p>
            <a:pPr algn="ctr" eaLnBrk="1" hangingPunct="1">
              <a:buClr>
                <a:schemeClr val="bg2"/>
              </a:buClr>
              <a:buFontTx/>
              <a:buNone/>
            </a:pPr>
            <a:r>
              <a:rPr lang="en-US" altLang="en-US" sz="2600"/>
              <a:t>Indenture (IND) Screen in File Maintenance</a:t>
            </a:r>
            <a:endParaRPr lang="en-US" altLang="en-US" sz="2600" b="1">
              <a:solidFill>
                <a:schemeClr val="bg2"/>
              </a:solidFill>
            </a:endParaRPr>
          </a:p>
        </p:txBody>
      </p:sp>
      <p:sp>
        <p:nvSpPr>
          <p:cNvPr id="245764" name="TextBox 4">
            <a:extLst>
              <a:ext uri="{FF2B5EF4-FFF2-40B4-BE49-F238E27FC236}">
                <a16:creationId xmlns:a16="http://schemas.microsoft.com/office/drawing/2014/main" id="{97BDEDCC-BD62-B0AB-9D7E-7C28EC6A07E6}"/>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6785" name="Rectangle 2">
            <a:extLst>
              <a:ext uri="{FF2B5EF4-FFF2-40B4-BE49-F238E27FC236}">
                <a16:creationId xmlns:a16="http://schemas.microsoft.com/office/drawing/2014/main" id="{79B33E9C-8B5D-C2C2-C9A0-7611E5B297F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46786" name="Text Box 3">
            <a:extLst>
              <a:ext uri="{FF2B5EF4-FFF2-40B4-BE49-F238E27FC236}">
                <a16:creationId xmlns:a16="http://schemas.microsoft.com/office/drawing/2014/main" id="{A912CF74-EB50-33CA-32B2-DECACCE63F3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436940C-5C60-43DC-A2DD-A1D0910E8146}" type="slidenum">
              <a:rPr lang="en-US" altLang="en-US" sz="1200" b="1">
                <a:solidFill>
                  <a:srgbClr val="1C1C1C"/>
                </a:solidFill>
              </a:rPr>
              <a:pPr eaLnBrk="1" hangingPunct="1">
                <a:spcBef>
                  <a:spcPct val="0"/>
                </a:spcBef>
                <a:buClrTx/>
                <a:buFontTx/>
                <a:buNone/>
              </a:pPr>
              <a:t>202</a:t>
            </a:fld>
            <a:endParaRPr lang="en-US" altLang="en-US" sz="1200" b="1">
              <a:solidFill>
                <a:srgbClr val="1C1C1C"/>
              </a:solidFill>
            </a:endParaRPr>
          </a:p>
        </p:txBody>
      </p:sp>
      <p:sp>
        <p:nvSpPr>
          <p:cNvPr id="246787" name="Rectangle 5">
            <a:extLst>
              <a:ext uri="{FF2B5EF4-FFF2-40B4-BE49-F238E27FC236}">
                <a16:creationId xmlns:a16="http://schemas.microsoft.com/office/drawing/2014/main" id="{86E59950-4397-D45C-2D62-4644B454A5C7}"/>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Lesson Preview</a:t>
            </a:r>
            <a:endParaRPr lang="en-US" altLang="en-US" sz="2200" b="1">
              <a:solidFill>
                <a:schemeClr val="bg2"/>
              </a:solidFill>
            </a:endParaRPr>
          </a:p>
        </p:txBody>
      </p:sp>
      <p:sp>
        <p:nvSpPr>
          <p:cNvPr id="246788" name="Rectangle 6">
            <a:extLst>
              <a:ext uri="{FF2B5EF4-FFF2-40B4-BE49-F238E27FC236}">
                <a16:creationId xmlns:a16="http://schemas.microsoft.com/office/drawing/2014/main" id="{36E94FE7-FEA0-AE0B-3A4A-AE261E18388F}"/>
              </a:ext>
            </a:extLst>
          </p:cNvPr>
          <p:cNvSpPr>
            <a:spLocks noChangeArrowheads="1"/>
          </p:cNvSpPr>
          <p:nvPr/>
        </p:nvSpPr>
        <p:spPr bwMode="auto">
          <a:xfrm>
            <a:off x="647700" y="146050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400"/>
              <a:t> Reviews procedures for entering and modifying indenture records in API</a:t>
            </a:r>
          </a:p>
          <a:p>
            <a:pPr eaLnBrk="1" hangingPunct="1">
              <a:buClr>
                <a:schemeClr val="bg2"/>
              </a:buClr>
              <a:buFontTx/>
              <a:buNone/>
            </a:pPr>
            <a:endParaRPr lang="en-US" altLang="en-US" sz="2000"/>
          </a:p>
          <a:p>
            <a:pPr eaLnBrk="1" hangingPunct="1">
              <a:buClr>
                <a:schemeClr val="bg2"/>
              </a:buClr>
              <a:buFontTx/>
              <a:buNone/>
            </a:pPr>
            <a:endParaRPr lang="en-US" altLang="en-US" sz="2000"/>
          </a:p>
        </p:txBody>
      </p:sp>
      <p:sp>
        <p:nvSpPr>
          <p:cNvPr id="246789" name="TextBox 6">
            <a:extLst>
              <a:ext uri="{FF2B5EF4-FFF2-40B4-BE49-F238E27FC236}">
                <a16:creationId xmlns:a16="http://schemas.microsoft.com/office/drawing/2014/main" id="{5E095051-5229-B187-2204-40441FA7C048}"/>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7809" name="Rectangle 2">
            <a:extLst>
              <a:ext uri="{FF2B5EF4-FFF2-40B4-BE49-F238E27FC236}">
                <a16:creationId xmlns:a16="http://schemas.microsoft.com/office/drawing/2014/main" id="{CADD4096-CAB6-D241-30D7-927B62660341}"/>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47810" name="Text Box 3">
            <a:extLst>
              <a:ext uri="{FF2B5EF4-FFF2-40B4-BE49-F238E27FC236}">
                <a16:creationId xmlns:a16="http://schemas.microsoft.com/office/drawing/2014/main" id="{7B8C2A60-2D0A-2A19-8597-88E3FD8117A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D7D247E-8F93-4739-9217-619B3F6EB043}" type="slidenum">
              <a:rPr lang="en-US" altLang="en-US" sz="1200" b="1">
                <a:solidFill>
                  <a:srgbClr val="1C1C1C"/>
                </a:solidFill>
              </a:rPr>
              <a:pPr eaLnBrk="1" hangingPunct="1">
                <a:spcBef>
                  <a:spcPct val="0"/>
                </a:spcBef>
                <a:buClrTx/>
                <a:buFontTx/>
                <a:buNone/>
              </a:pPr>
              <a:t>203</a:t>
            </a:fld>
            <a:endParaRPr lang="en-US" altLang="en-US" sz="1200" b="1">
              <a:solidFill>
                <a:srgbClr val="1C1C1C"/>
              </a:solidFill>
            </a:endParaRPr>
          </a:p>
        </p:txBody>
      </p:sp>
      <p:pic>
        <p:nvPicPr>
          <p:cNvPr id="247811" name="Picture 8" descr="IND">
            <a:extLst>
              <a:ext uri="{FF2B5EF4-FFF2-40B4-BE49-F238E27FC236}">
                <a16:creationId xmlns:a16="http://schemas.microsoft.com/office/drawing/2014/main" id="{E002EDC8-0EB9-E692-BD04-1B9A33B976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66775" y="1196975"/>
            <a:ext cx="7410450" cy="50847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7812" name="TextBox 5">
            <a:extLst>
              <a:ext uri="{FF2B5EF4-FFF2-40B4-BE49-F238E27FC236}">
                <a16:creationId xmlns:a16="http://schemas.microsoft.com/office/drawing/2014/main" id="{7E44D8EA-234D-66B5-DDB2-02F0881DB497}"/>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8833" name="Picture 12" descr="IPB">
            <a:extLst>
              <a:ext uri="{FF2B5EF4-FFF2-40B4-BE49-F238E27FC236}">
                <a16:creationId xmlns:a16="http://schemas.microsoft.com/office/drawing/2014/main" id="{37A7A47B-37BB-A190-16B1-E0D15564DA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89000" y="1600200"/>
            <a:ext cx="7343775" cy="47672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8834" name="Rectangle 2">
            <a:extLst>
              <a:ext uri="{FF2B5EF4-FFF2-40B4-BE49-F238E27FC236}">
                <a16:creationId xmlns:a16="http://schemas.microsoft.com/office/drawing/2014/main" id="{D9AF3499-3DDF-9C94-6228-1E44BDBAB015}"/>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48835" name="Text Box 3">
            <a:extLst>
              <a:ext uri="{FF2B5EF4-FFF2-40B4-BE49-F238E27FC236}">
                <a16:creationId xmlns:a16="http://schemas.microsoft.com/office/drawing/2014/main" id="{8300EC8E-B405-58F2-2D84-24E073D5368E}"/>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063E118-A36C-4583-8948-62EF13C27BC3}" type="slidenum">
              <a:rPr lang="en-US" altLang="en-US" sz="1200" b="1">
                <a:solidFill>
                  <a:srgbClr val="1C1C1C"/>
                </a:solidFill>
              </a:rPr>
              <a:pPr eaLnBrk="1" hangingPunct="1">
                <a:spcBef>
                  <a:spcPct val="0"/>
                </a:spcBef>
                <a:buClrTx/>
                <a:buFontTx/>
                <a:buNone/>
              </a:pPr>
              <a:t>204</a:t>
            </a:fld>
            <a:endParaRPr lang="en-US" altLang="en-US" sz="1200" b="1">
              <a:solidFill>
                <a:srgbClr val="1C1C1C"/>
              </a:solidFill>
            </a:endParaRPr>
          </a:p>
        </p:txBody>
      </p:sp>
      <p:sp>
        <p:nvSpPr>
          <p:cNvPr id="248836" name="Rectangle 5">
            <a:extLst>
              <a:ext uri="{FF2B5EF4-FFF2-40B4-BE49-F238E27FC236}">
                <a16:creationId xmlns:a16="http://schemas.microsoft.com/office/drawing/2014/main" id="{9C056905-B887-029E-CD64-EA6F07CBE4FD}"/>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New Indenture Walkthrough</a:t>
            </a:r>
            <a:endParaRPr lang="en-US" altLang="en-US" sz="2200" b="1">
              <a:solidFill>
                <a:schemeClr val="bg2"/>
              </a:solidFill>
            </a:endParaRPr>
          </a:p>
        </p:txBody>
      </p:sp>
      <p:sp>
        <p:nvSpPr>
          <p:cNvPr id="248837" name="Rectangle 9">
            <a:extLst>
              <a:ext uri="{FF2B5EF4-FFF2-40B4-BE49-F238E27FC236}">
                <a16:creationId xmlns:a16="http://schemas.microsoft.com/office/drawing/2014/main" id="{D3B44C65-114A-4BEF-D03F-E5AE6DAEFE1C}"/>
              </a:ext>
            </a:extLst>
          </p:cNvPr>
          <p:cNvSpPr>
            <a:spLocks noChangeArrowheads="1"/>
          </p:cNvSpPr>
          <p:nvPr/>
        </p:nvSpPr>
        <p:spPr bwMode="auto">
          <a:xfrm>
            <a:off x="3898900" y="2590800"/>
            <a:ext cx="2476500" cy="215900"/>
          </a:xfrm>
          <a:prstGeom prst="rect">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sp>
        <p:nvSpPr>
          <p:cNvPr id="248838" name="Rectangle 13">
            <a:extLst>
              <a:ext uri="{FF2B5EF4-FFF2-40B4-BE49-F238E27FC236}">
                <a16:creationId xmlns:a16="http://schemas.microsoft.com/office/drawing/2014/main" id="{6479963F-9779-A5BC-1024-BC0F2B3F8147}"/>
              </a:ext>
            </a:extLst>
          </p:cNvPr>
          <p:cNvSpPr>
            <a:spLocks noChangeArrowheads="1"/>
          </p:cNvSpPr>
          <p:nvPr/>
        </p:nvSpPr>
        <p:spPr bwMode="auto">
          <a:xfrm>
            <a:off x="3898900" y="2120900"/>
            <a:ext cx="2476500" cy="292100"/>
          </a:xfrm>
          <a:prstGeom prst="rect">
            <a:avLst/>
          </a:prstGeom>
          <a:noFill/>
          <a:ln w="25400">
            <a:solidFill>
              <a:srgbClr val="0000FF"/>
            </a:solidFill>
            <a:miter lim="800000"/>
            <a:headEnd/>
            <a:tailEnd/>
          </a:ln>
          <a:extLst>
            <a:ext uri="{909E8E84-426E-40DD-AFC4-6F175D3DCCD1}">
              <a14:hiddenFill xmlns:a14="http://schemas.microsoft.com/office/drawing/2010/main">
                <a:solidFill>
                  <a:srgbClr val="FFFFFF"/>
                </a:solidFill>
              </a14:hiddenFill>
            </a:ext>
          </a:extLst>
        </p:spPr>
        <p:txBody>
          <a:bodyPr wrap="none" anchor="ct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endParaRPr lang="en-US" altLang="en-US" sz="1800"/>
          </a:p>
        </p:txBody>
      </p:sp>
      <p:pic>
        <p:nvPicPr>
          <p:cNvPr id="248839" name="Picture 11">
            <a:extLst>
              <a:ext uri="{FF2B5EF4-FFF2-40B4-BE49-F238E27FC236}">
                <a16:creationId xmlns:a16="http://schemas.microsoft.com/office/drawing/2014/main" id="{11010A8D-D49A-51CC-6DEB-232D9123DE0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620000" y="3155950"/>
            <a:ext cx="476250" cy="152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48840" name="TextBox 9">
            <a:extLst>
              <a:ext uri="{FF2B5EF4-FFF2-40B4-BE49-F238E27FC236}">
                <a16:creationId xmlns:a16="http://schemas.microsoft.com/office/drawing/2014/main" id="{584AE844-E5BE-2248-F674-20F4E96C9A1F}"/>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9857" name="Rectangle 2">
            <a:extLst>
              <a:ext uri="{FF2B5EF4-FFF2-40B4-BE49-F238E27FC236}">
                <a16:creationId xmlns:a16="http://schemas.microsoft.com/office/drawing/2014/main" id="{430A4DDA-6BD0-CCE5-13A5-C93FAB20C947}"/>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49858" name="Text Box 3">
            <a:extLst>
              <a:ext uri="{FF2B5EF4-FFF2-40B4-BE49-F238E27FC236}">
                <a16:creationId xmlns:a16="http://schemas.microsoft.com/office/drawing/2014/main" id="{07BFBACC-F77C-0BF3-70BA-0FBE0C01539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86B4E06E-9342-4714-AAE1-A6D086E7DF72}" type="slidenum">
              <a:rPr lang="en-US" altLang="en-US" sz="1200" b="1">
                <a:solidFill>
                  <a:srgbClr val="1C1C1C"/>
                </a:solidFill>
              </a:rPr>
              <a:pPr eaLnBrk="1" hangingPunct="1">
                <a:spcBef>
                  <a:spcPct val="0"/>
                </a:spcBef>
                <a:buClrTx/>
                <a:buFontTx/>
                <a:buNone/>
              </a:pPr>
              <a:t>205</a:t>
            </a:fld>
            <a:endParaRPr lang="en-US" altLang="en-US" sz="1200" b="1">
              <a:solidFill>
                <a:srgbClr val="1C1C1C"/>
              </a:solidFill>
            </a:endParaRPr>
          </a:p>
        </p:txBody>
      </p:sp>
      <p:sp>
        <p:nvSpPr>
          <p:cNvPr id="249859" name="Rectangle 5">
            <a:extLst>
              <a:ext uri="{FF2B5EF4-FFF2-40B4-BE49-F238E27FC236}">
                <a16:creationId xmlns:a16="http://schemas.microsoft.com/office/drawing/2014/main" id="{94C7DBE7-B8AD-20D4-C702-FF138F7CE5A6}"/>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New Indenture Walkthrough</a:t>
            </a:r>
            <a:endParaRPr lang="en-US" altLang="en-US" sz="2200" b="1">
              <a:solidFill>
                <a:schemeClr val="bg2"/>
              </a:solidFill>
            </a:endParaRPr>
          </a:p>
        </p:txBody>
      </p:sp>
      <p:sp>
        <p:nvSpPr>
          <p:cNvPr id="249860" name="Rectangle 9">
            <a:extLst>
              <a:ext uri="{FF2B5EF4-FFF2-40B4-BE49-F238E27FC236}">
                <a16:creationId xmlns:a16="http://schemas.microsoft.com/office/drawing/2014/main" id="{87979401-F4DE-EC71-8403-98BDF2A8968C}"/>
              </a:ext>
            </a:extLst>
          </p:cNvPr>
          <p:cNvSpPr>
            <a:spLocks noChangeArrowheads="1"/>
          </p:cNvSpPr>
          <p:nvPr/>
        </p:nvSpPr>
        <p:spPr bwMode="auto">
          <a:xfrm>
            <a:off x="647700" y="146050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None/>
            </a:pPr>
            <a:r>
              <a:rPr lang="en-US" altLang="en-US" sz="2000"/>
              <a:t>Step 1) Access Indentures screen</a:t>
            </a:r>
            <a:endParaRPr lang="en-US" altLang="en-US" sz="1000"/>
          </a:p>
          <a:p>
            <a:pPr eaLnBrk="1" hangingPunct="1">
              <a:buClr>
                <a:schemeClr val="bg2"/>
              </a:buClr>
              <a:buFontTx/>
              <a:buNone/>
            </a:pPr>
            <a:endParaRPr lang="en-US" altLang="en-US" sz="2000"/>
          </a:p>
          <a:p>
            <a:pPr eaLnBrk="1" hangingPunct="1">
              <a:buClr>
                <a:schemeClr val="bg2"/>
              </a:buClr>
              <a:buFontTx/>
              <a:buNone/>
            </a:pPr>
            <a:r>
              <a:rPr lang="en-US" altLang="en-US" sz="2000"/>
              <a:t>Step 2) Select Blank function to clear existing data from screen</a:t>
            </a:r>
          </a:p>
        </p:txBody>
      </p:sp>
      <p:pic>
        <p:nvPicPr>
          <p:cNvPr id="249861" name="Picture 11" descr="walk_1">
            <a:extLst>
              <a:ext uri="{FF2B5EF4-FFF2-40B4-BE49-F238E27FC236}">
                <a16:creationId xmlns:a16="http://schemas.microsoft.com/office/drawing/2014/main" id="{A3626B1B-46CF-FECC-071A-3A115ECE95F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06600" y="3302000"/>
            <a:ext cx="5105400" cy="30035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9862" name="TextBox 7">
            <a:extLst>
              <a:ext uri="{FF2B5EF4-FFF2-40B4-BE49-F238E27FC236}">
                <a16:creationId xmlns:a16="http://schemas.microsoft.com/office/drawing/2014/main" id="{B2B2D836-FD4C-10F8-B85A-CD6B0E1284C1}"/>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0881" name="Rectangle 2">
            <a:extLst>
              <a:ext uri="{FF2B5EF4-FFF2-40B4-BE49-F238E27FC236}">
                <a16:creationId xmlns:a16="http://schemas.microsoft.com/office/drawing/2014/main" id="{6D6A51D8-C3C4-0ED5-471C-BDC57B90F22F}"/>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50882" name="Text Box 3">
            <a:extLst>
              <a:ext uri="{FF2B5EF4-FFF2-40B4-BE49-F238E27FC236}">
                <a16:creationId xmlns:a16="http://schemas.microsoft.com/office/drawing/2014/main" id="{34325153-1E21-7BE4-8553-BE80FFBF375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4706745-D70D-4298-8EF2-82F0998CDE68}" type="slidenum">
              <a:rPr lang="en-US" altLang="en-US" sz="1200" b="1">
                <a:solidFill>
                  <a:srgbClr val="1C1C1C"/>
                </a:solidFill>
              </a:rPr>
              <a:pPr eaLnBrk="1" hangingPunct="1">
                <a:spcBef>
                  <a:spcPct val="0"/>
                </a:spcBef>
                <a:buClrTx/>
                <a:buFontTx/>
                <a:buNone/>
              </a:pPr>
              <a:t>206</a:t>
            </a:fld>
            <a:endParaRPr lang="en-US" altLang="en-US" sz="1200" b="1">
              <a:solidFill>
                <a:srgbClr val="1C1C1C"/>
              </a:solidFill>
            </a:endParaRPr>
          </a:p>
        </p:txBody>
      </p:sp>
      <p:sp>
        <p:nvSpPr>
          <p:cNvPr id="250883" name="Rectangle 5">
            <a:extLst>
              <a:ext uri="{FF2B5EF4-FFF2-40B4-BE49-F238E27FC236}">
                <a16:creationId xmlns:a16="http://schemas.microsoft.com/office/drawing/2014/main" id="{5561E6D8-12AB-5E9A-25EE-E84A0DC50DC4}"/>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Function Codes</a:t>
            </a:r>
            <a:endParaRPr lang="en-US" altLang="en-US" sz="2200" b="1">
              <a:solidFill>
                <a:schemeClr val="bg2"/>
              </a:solidFill>
            </a:endParaRPr>
          </a:p>
        </p:txBody>
      </p:sp>
      <p:pic>
        <p:nvPicPr>
          <p:cNvPr id="502794" name="Picture 10" descr="ADD">
            <a:extLst>
              <a:ext uri="{FF2B5EF4-FFF2-40B4-BE49-F238E27FC236}">
                <a16:creationId xmlns:a16="http://schemas.microsoft.com/office/drawing/2014/main" id="{EF239F10-2825-7676-028C-01CA7499FA6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71800" y="2362200"/>
            <a:ext cx="3192463" cy="3352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795" name="Picture 11" descr="BLANK">
            <a:extLst>
              <a:ext uri="{FF2B5EF4-FFF2-40B4-BE49-F238E27FC236}">
                <a16:creationId xmlns:a16="http://schemas.microsoft.com/office/drawing/2014/main" id="{8CC5BC8F-11EF-C1A8-F9C0-0E913B6837C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1800" y="2362200"/>
            <a:ext cx="3190875"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796" name="Picture 12" descr="CHANGE">
            <a:extLst>
              <a:ext uri="{FF2B5EF4-FFF2-40B4-BE49-F238E27FC236}">
                <a16:creationId xmlns:a16="http://schemas.microsoft.com/office/drawing/2014/main" id="{8291D1E3-656D-7E5A-4B7F-86338848CF9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71800" y="2362200"/>
            <a:ext cx="3190875"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797" name="Picture 13" descr="DELETE">
            <a:extLst>
              <a:ext uri="{FF2B5EF4-FFF2-40B4-BE49-F238E27FC236}">
                <a16:creationId xmlns:a16="http://schemas.microsoft.com/office/drawing/2014/main" id="{733E48DB-1ABB-D90A-E15A-DB3DC2ECFB0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71800" y="2362200"/>
            <a:ext cx="3190875"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02793" name="Picture 9" descr="VIEW">
            <a:extLst>
              <a:ext uri="{FF2B5EF4-FFF2-40B4-BE49-F238E27FC236}">
                <a16:creationId xmlns:a16="http://schemas.microsoft.com/office/drawing/2014/main" id="{6E02E83D-52CC-D7E7-E770-35C76A0D61E0}"/>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71800" y="2362200"/>
            <a:ext cx="3190875" cy="33512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0889" name="TextBox 10">
            <a:extLst>
              <a:ext uri="{FF2B5EF4-FFF2-40B4-BE49-F238E27FC236}">
                <a16:creationId xmlns:a16="http://schemas.microsoft.com/office/drawing/2014/main" id="{7ABF548A-257C-833B-9AD5-9E176F86E655}"/>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0" presetClass="entr" presetSubtype="0" fill="hold" nodeType="clickEffect">
                                  <p:stCondLst>
                                    <p:cond delay="0"/>
                                  </p:stCondLst>
                                  <p:childTnLst>
                                    <p:set>
                                      <p:cBhvr>
                                        <p:cTn id="6" dur="1" fill="hold">
                                          <p:stCondLst>
                                            <p:cond delay="0"/>
                                          </p:stCondLst>
                                        </p:cTn>
                                        <p:tgtEl>
                                          <p:spTgt spid="502794"/>
                                        </p:tgtEl>
                                        <p:attrNameLst>
                                          <p:attrName>style.visibility</p:attrName>
                                        </p:attrNameLst>
                                      </p:cBhvr>
                                      <p:to>
                                        <p:strVal val="visible"/>
                                      </p:to>
                                    </p:set>
                                    <p:animEffect transition="in" filter="fade">
                                      <p:cBhvr>
                                        <p:cTn id="7" dur="500"/>
                                        <p:tgtEl>
                                          <p:spTgt spid="50279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0" presetClass="entr" presetSubtype="0" fill="hold" nodeType="clickEffect">
                                  <p:stCondLst>
                                    <p:cond delay="0"/>
                                  </p:stCondLst>
                                  <p:childTnLst>
                                    <p:set>
                                      <p:cBhvr>
                                        <p:cTn id="11" dur="1" fill="hold">
                                          <p:stCondLst>
                                            <p:cond delay="0"/>
                                          </p:stCondLst>
                                        </p:cTn>
                                        <p:tgtEl>
                                          <p:spTgt spid="502795"/>
                                        </p:tgtEl>
                                        <p:attrNameLst>
                                          <p:attrName>style.visibility</p:attrName>
                                        </p:attrNameLst>
                                      </p:cBhvr>
                                      <p:to>
                                        <p:strVal val="visible"/>
                                      </p:to>
                                    </p:set>
                                    <p:animEffect transition="in" filter="fade">
                                      <p:cBhvr>
                                        <p:cTn id="12" dur="500"/>
                                        <p:tgtEl>
                                          <p:spTgt spid="502795"/>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0" presetClass="entr" presetSubtype="0" fill="hold" nodeType="clickEffect">
                                  <p:stCondLst>
                                    <p:cond delay="0"/>
                                  </p:stCondLst>
                                  <p:childTnLst>
                                    <p:set>
                                      <p:cBhvr>
                                        <p:cTn id="16" dur="1" fill="hold">
                                          <p:stCondLst>
                                            <p:cond delay="0"/>
                                          </p:stCondLst>
                                        </p:cTn>
                                        <p:tgtEl>
                                          <p:spTgt spid="502796"/>
                                        </p:tgtEl>
                                        <p:attrNameLst>
                                          <p:attrName>style.visibility</p:attrName>
                                        </p:attrNameLst>
                                      </p:cBhvr>
                                      <p:to>
                                        <p:strVal val="visible"/>
                                      </p:to>
                                    </p:set>
                                    <p:animEffect transition="in" filter="fade">
                                      <p:cBhvr>
                                        <p:cTn id="17" dur="500"/>
                                        <p:tgtEl>
                                          <p:spTgt spid="50279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10" presetClass="entr" presetSubtype="0" fill="hold" nodeType="clickEffect">
                                  <p:stCondLst>
                                    <p:cond delay="0"/>
                                  </p:stCondLst>
                                  <p:childTnLst>
                                    <p:set>
                                      <p:cBhvr>
                                        <p:cTn id="21" dur="1" fill="hold">
                                          <p:stCondLst>
                                            <p:cond delay="0"/>
                                          </p:stCondLst>
                                        </p:cTn>
                                        <p:tgtEl>
                                          <p:spTgt spid="502797"/>
                                        </p:tgtEl>
                                        <p:attrNameLst>
                                          <p:attrName>style.visibility</p:attrName>
                                        </p:attrNameLst>
                                      </p:cBhvr>
                                      <p:to>
                                        <p:strVal val="visible"/>
                                      </p:to>
                                    </p:set>
                                    <p:animEffect transition="in" filter="fade">
                                      <p:cBhvr>
                                        <p:cTn id="22" dur="500"/>
                                        <p:tgtEl>
                                          <p:spTgt spid="50279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10" presetClass="entr" presetSubtype="0" fill="hold" nodeType="clickEffect">
                                  <p:stCondLst>
                                    <p:cond delay="0"/>
                                  </p:stCondLst>
                                  <p:childTnLst>
                                    <p:set>
                                      <p:cBhvr>
                                        <p:cTn id="26" dur="1" fill="hold">
                                          <p:stCondLst>
                                            <p:cond delay="0"/>
                                          </p:stCondLst>
                                        </p:cTn>
                                        <p:tgtEl>
                                          <p:spTgt spid="502793"/>
                                        </p:tgtEl>
                                        <p:attrNameLst>
                                          <p:attrName>style.visibility</p:attrName>
                                        </p:attrNameLst>
                                      </p:cBhvr>
                                      <p:to>
                                        <p:strVal val="visible"/>
                                      </p:to>
                                    </p:set>
                                    <p:animEffect transition="in" filter="fade">
                                      <p:cBhvr>
                                        <p:cTn id="27" dur="500"/>
                                        <p:tgtEl>
                                          <p:spTgt spid="50279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1905" name="Rectangle 2">
            <a:extLst>
              <a:ext uri="{FF2B5EF4-FFF2-40B4-BE49-F238E27FC236}">
                <a16:creationId xmlns:a16="http://schemas.microsoft.com/office/drawing/2014/main" id="{D44B54A2-359E-0CFF-07E2-3D1F9ABC4DE8}"/>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51906" name="Text Box 3">
            <a:extLst>
              <a:ext uri="{FF2B5EF4-FFF2-40B4-BE49-F238E27FC236}">
                <a16:creationId xmlns:a16="http://schemas.microsoft.com/office/drawing/2014/main" id="{B50E1567-3652-B44C-A301-1707364D416A}"/>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07FB6E4-4AF7-43D6-B124-085C8BBA1B1C}" type="slidenum">
              <a:rPr lang="en-US" altLang="en-US" sz="1200" b="1">
                <a:solidFill>
                  <a:srgbClr val="1C1C1C"/>
                </a:solidFill>
              </a:rPr>
              <a:pPr eaLnBrk="1" hangingPunct="1">
                <a:spcBef>
                  <a:spcPct val="0"/>
                </a:spcBef>
                <a:buClrTx/>
                <a:buFontTx/>
                <a:buNone/>
              </a:pPr>
              <a:t>207</a:t>
            </a:fld>
            <a:endParaRPr lang="en-US" altLang="en-US" sz="1200" b="1">
              <a:solidFill>
                <a:srgbClr val="1C1C1C"/>
              </a:solidFill>
            </a:endParaRPr>
          </a:p>
        </p:txBody>
      </p:sp>
      <p:sp>
        <p:nvSpPr>
          <p:cNvPr id="251907" name="Rectangle 5">
            <a:extLst>
              <a:ext uri="{FF2B5EF4-FFF2-40B4-BE49-F238E27FC236}">
                <a16:creationId xmlns:a16="http://schemas.microsoft.com/office/drawing/2014/main" id="{6630A8B2-F00F-96CF-60FF-828BF852E64D}"/>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NHA Information</a:t>
            </a:r>
            <a:endParaRPr lang="en-US" altLang="en-US" sz="2200" b="1">
              <a:solidFill>
                <a:schemeClr val="bg2"/>
              </a:solidFill>
            </a:endParaRPr>
          </a:p>
        </p:txBody>
      </p:sp>
      <p:sp>
        <p:nvSpPr>
          <p:cNvPr id="251908" name="Rectangle 6">
            <a:extLst>
              <a:ext uri="{FF2B5EF4-FFF2-40B4-BE49-F238E27FC236}">
                <a16:creationId xmlns:a16="http://schemas.microsoft.com/office/drawing/2014/main" id="{52D81C93-ADB0-C80F-45B4-C766A5706C68}"/>
              </a:ext>
            </a:extLst>
          </p:cNvPr>
          <p:cNvSpPr>
            <a:spLocks noChangeArrowheads="1"/>
          </p:cNvSpPr>
          <p:nvPr/>
        </p:nvSpPr>
        <p:spPr bwMode="auto">
          <a:xfrm>
            <a:off x="647700" y="146050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None/>
            </a:pPr>
            <a:r>
              <a:rPr lang="en-US" altLang="en-US" sz="2000"/>
              <a:t>Step 3) </a:t>
            </a:r>
            <a:r>
              <a:rPr lang="en-US" altLang="en-US" sz="2400"/>
              <a:t>Enter the Cartridge Assembly as the NHA</a:t>
            </a:r>
          </a:p>
          <a:p>
            <a:pPr eaLnBrk="1" hangingPunct="1">
              <a:buClr>
                <a:schemeClr val="bg2"/>
              </a:buClr>
              <a:buFontTx/>
              <a:buNone/>
            </a:pPr>
            <a:endParaRPr lang="en-US" altLang="en-US" sz="2400"/>
          </a:p>
        </p:txBody>
      </p:sp>
      <p:pic>
        <p:nvPicPr>
          <p:cNvPr id="251909" name="Picture 9" descr="IND_NHA">
            <a:extLst>
              <a:ext uri="{FF2B5EF4-FFF2-40B4-BE49-F238E27FC236}">
                <a16:creationId xmlns:a16="http://schemas.microsoft.com/office/drawing/2014/main" id="{FD4E3962-4BF1-2E45-ABD8-EE0438EE77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14400" y="2514600"/>
            <a:ext cx="7210425" cy="125888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51910" name="Picture 10" descr="NHA_PN_CAGE">
            <a:extLst>
              <a:ext uri="{FF2B5EF4-FFF2-40B4-BE49-F238E27FC236}">
                <a16:creationId xmlns:a16="http://schemas.microsoft.com/office/drawing/2014/main" id="{F62A3C97-DA68-1D87-6268-13EDEBD9B45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905000" y="4829175"/>
            <a:ext cx="5276850" cy="14954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1911" name="Rectangle 11">
            <a:extLst>
              <a:ext uri="{FF2B5EF4-FFF2-40B4-BE49-F238E27FC236}">
                <a16:creationId xmlns:a16="http://schemas.microsoft.com/office/drawing/2014/main" id="{BBDED5DE-66D6-2461-8C3D-160F05678487}"/>
              </a:ext>
            </a:extLst>
          </p:cNvPr>
          <p:cNvSpPr>
            <a:spLocks noChangeArrowheads="1"/>
          </p:cNvSpPr>
          <p:nvPr/>
        </p:nvSpPr>
        <p:spPr bwMode="auto">
          <a:xfrm>
            <a:off x="685800" y="3822700"/>
            <a:ext cx="8267700" cy="11303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a:t>
            </a:r>
            <a:r>
              <a:rPr lang="en-US" altLang="en-US" sz="2400"/>
              <a:t>New indentures must be added by part number/CAGE not NIIN</a:t>
            </a:r>
          </a:p>
        </p:txBody>
      </p:sp>
      <p:sp>
        <p:nvSpPr>
          <p:cNvPr id="251912" name="TextBox 9">
            <a:extLst>
              <a:ext uri="{FF2B5EF4-FFF2-40B4-BE49-F238E27FC236}">
                <a16:creationId xmlns:a16="http://schemas.microsoft.com/office/drawing/2014/main" id="{30AABDBF-A4F2-BBA5-9DCD-901D2C9F8A7F}"/>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2929" name="Rectangle 2">
            <a:extLst>
              <a:ext uri="{FF2B5EF4-FFF2-40B4-BE49-F238E27FC236}">
                <a16:creationId xmlns:a16="http://schemas.microsoft.com/office/drawing/2014/main" id="{A15DC9E6-CD12-6909-496A-FF7DEAE41F5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52930" name="Text Box 3">
            <a:extLst>
              <a:ext uri="{FF2B5EF4-FFF2-40B4-BE49-F238E27FC236}">
                <a16:creationId xmlns:a16="http://schemas.microsoft.com/office/drawing/2014/main" id="{0FCECD31-DBB8-0AF5-3673-CC9124358A2D}"/>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916C78FB-91C9-4C12-976A-54C87C300188}" type="slidenum">
              <a:rPr lang="en-US" altLang="en-US" sz="1200" b="1">
                <a:solidFill>
                  <a:srgbClr val="1C1C1C"/>
                </a:solidFill>
              </a:rPr>
              <a:pPr eaLnBrk="1" hangingPunct="1">
                <a:spcBef>
                  <a:spcPct val="0"/>
                </a:spcBef>
                <a:buClrTx/>
                <a:buFontTx/>
                <a:buNone/>
              </a:pPr>
              <a:t>208</a:t>
            </a:fld>
            <a:endParaRPr lang="en-US" altLang="en-US" sz="1200" b="1">
              <a:solidFill>
                <a:srgbClr val="1C1C1C"/>
              </a:solidFill>
            </a:endParaRPr>
          </a:p>
        </p:txBody>
      </p:sp>
      <p:sp>
        <p:nvSpPr>
          <p:cNvPr id="252931" name="Rectangle 5">
            <a:extLst>
              <a:ext uri="{FF2B5EF4-FFF2-40B4-BE49-F238E27FC236}">
                <a16:creationId xmlns:a16="http://schemas.microsoft.com/office/drawing/2014/main" id="{13C6EB6C-741B-D3C2-86BB-AD34B552171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NHA Data</a:t>
            </a:r>
            <a:endParaRPr lang="en-US" altLang="en-US" sz="2200" b="1">
              <a:solidFill>
                <a:schemeClr val="bg2"/>
              </a:solidFill>
            </a:endParaRPr>
          </a:p>
        </p:txBody>
      </p:sp>
      <p:sp>
        <p:nvSpPr>
          <p:cNvPr id="252932" name="Rectangle 6">
            <a:extLst>
              <a:ext uri="{FF2B5EF4-FFF2-40B4-BE49-F238E27FC236}">
                <a16:creationId xmlns:a16="http://schemas.microsoft.com/office/drawing/2014/main" id="{A5E289D5-8D36-C499-FA9A-EED189C5C780}"/>
              </a:ext>
            </a:extLst>
          </p:cNvPr>
          <p:cNvSpPr>
            <a:spLocks noChangeArrowheads="1"/>
          </p:cNvSpPr>
          <p:nvPr/>
        </p:nvSpPr>
        <p:spPr bwMode="auto">
          <a:xfrm>
            <a:off x="647700" y="146050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None/>
            </a:pPr>
            <a:r>
              <a:rPr lang="en-US" altLang="en-US" sz="2400"/>
              <a:t>Step 4) Enter Identification Plate as component</a:t>
            </a:r>
          </a:p>
          <a:p>
            <a:pPr eaLnBrk="1" hangingPunct="1">
              <a:buClr>
                <a:schemeClr val="bg2"/>
              </a:buClr>
              <a:buFontTx/>
              <a:buNone/>
            </a:pPr>
            <a:r>
              <a:rPr lang="en-US" altLang="en-US" sz="2400"/>
              <a:t>Step 5) Select (A) in the Function field to add new indenture</a:t>
            </a:r>
          </a:p>
          <a:p>
            <a:pPr eaLnBrk="1" hangingPunct="1">
              <a:buClr>
                <a:schemeClr val="bg2"/>
              </a:buClr>
              <a:buFontTx/>
              <a:buNone/>
            </a:pPr>
            <a:r>
              <a:rPr lang="en-US" altLang="en-US" sz="2400"/>
              <a:t>Step 6) If necessary, confirm entry of NHA and component </a:t>
            </a:r>
          </a:p>
          <a:p>
            <a:pPr eaLnBrk="1" hangingPunct="1">
              <a:buClr>
                <a:schemeClr val="bg2"/>
              </a:buClr>
              <a:buFontTx/>
              <a:buNone/>
            </a:pPr>
            <a:r>
              <a:rPr lang="en-US" altLang="en-US" sz="2400"/>
              <a:t>Step 7) Enter the SMR Code for the NHA</a:t>
            </a:r>
          </a:p>
          <a:p>
            <a:pPr eaLnBrk="1" hangingPunct="1">
              <a:buClr>
                <a:schemeClr val="bg2"/>
              </a:buClr>
              <a:buFontTx/>
              <a:buNone/>
            </a:pPr>
            <a:endParaRPr lang="en-US" altLang="en-US" sz="2400"/>
          </a:p>
        </p:txBody>
      </p:sp>
      <p:pic>
        <p:nvPicPr>
          <p:cNvPr id="252933" name="Picture 12" descr="walk_4">
            <a:extLst>
              <a:ext uri="{FF2B5EF4-FFF2-40B4-BE49-F238E27FC236}">
                <a16:creationId xmlns:a16="http://schemas.microsoft.com/office/drawing/2014/main" id="{FB9A4190-FBB0-F5DA-CA77-4F75CE6D183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8500" y="3886200"/>
            <a:ext cx="7772400" cy="22050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2934" name="TextBox 7">
            <a:extLst>
              <a:ext uri="{FF2B5EF4-FFF2-40B4-BE49-F238E27FC236}">
                <a16:creationId xmlns:a16="http://schemas.microsoft.com/office/drawing/2014/main" id="{8F1EE062-B9F5-1961-384B-23D443CFB033}"/>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3953" name="Rectangle 2">
            <a:extLst>
              <a:ext uri="{FF2B5EF4-FFF2-40B4-BE49-F238E27FC236}">
                <a16:creationId xmlns:a16="http://schemas.microsoft.com/office/drawing/2014/main" id="{D971DE08-E9FC-EAEE-7287-5661FD987ADE}"/>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53954" name="Text Box 3">
            <a:extLst>
              <a:ext uri="{FF2B5EF4-FFF2-40B4-BE49-F238E27FC236}">
                <a16:creationId xmlns:a16="http://schemas.microsoft.com/office/drawing/2014/main" id="{3AF540FB-4A2C-4C6D-567D-23A331C6255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D191344A-34F4-4588-8929-B15FD457E4D2}" type="slidenum">
              <a:rPr lang="en-US" altLang="en-US" sz="1200" b="1">
                <a:solidFill>
                  <a:srgbClr val="1C1C1C"/>
                </a:solidFill>
              </a:rPr>
              <a:pPr eaLnBrk="1" hangingPunct="1">
                <a:spcBef>
                  <a:spcPct val="0"/>
                </a:spcBef>
                <a:buClrTx/>
                <a:buFontTx/>
                <a:buNone/>
              </a:pPr>
              <a:t>209</a:t>
            </a:fld>
            <a:endParaRPr lang="en-US" altLang="en-US" sz="1200" b="1">
              <a:solidFill>
                <a:srgbClr val="1C1C1C"/>
              </a:solidFill>
            </a:endParaRPr>
          </a:p>
        </p:txBody>
      </p:sp>
      <p:sp>
        <p:nvSpPr>
          <p:cNvPr id="253955" name="Rectangle 5">
            <a:extLst>
              <a:ext uri="{FF2B5EF4-FFF2-40B4-BE49-F238E27FC236}">
                <a16:creationId xmlns:a16="http://schemas.microsoft.com/office/drawing/2014/main" id="{682B042F-2538-0F66-F162-2D566F25F5D4}"/>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NHA Data</a:t>
            </a:r>
            <a:endParaRPr lang="en-US" altLang="en-US" sz="2200" b="1">
              <a:solidFill>
                <a:schemeClr val="bg2"/>
              </a:solidFill>
            </a:endParaRPr>
          </a:p>
        </p:txBody>
      </p:sp>
      <p:sp>
        <p:nvSpPr>
          <p:cNvPr id="253956" name="Rectangle 7">
            <a:extLst>
              <a:ext uri="{FF2B5EF4-FFF2-40B4-BE49-F238E27FC236}">
                <a16:creationId xmlns:a16="http://schemas.microsoft.com/office/drawing/2014/main" id="{FB99E92D-B5A8-9621-57EF-F2A2BA8D463B}"/>
              </a:ext>
            </a:extLst>
          </p:cNvPr>
          <p:cNvSpPr>
            <a:spLocks noChangeArrowheads="1"/>
          </p:cNvSpPr>
          <p:nvPr/>
        </p:nvSpPr>
        <p:spPr bwMode="auto">
          <a:xfrm>
            <a:off x="647700" y="2222500"/>
            <a:ext cx="82677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778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778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778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SMR code is mandatory entry when establishing indenture</a:t>
            </a:r>
          </a:p>
          <a:p>
            <a:pPr eaLnBrk="1" hangingPunct="1">
              <a:buClr>
                <a:schemeClr val="bg2"/>
              </a:buClr>
              <a:buFontTx/>
              <a:buChar char="•"/>
            </a:pPr>
            <a:endParaRPr lang="en-US" altLang="en-US" sz="2000"/>
          </a:p>
          <a:p>
            <a:pPr eaLnBrk="1" hangingPunct="1">
              <a:buClr>
                <a:schemeClr val="bg2"/>
              </a:buClr>
              <a:buFontTx/>
              <a:buChar char="•"/>
            </a:pPr>
            <a:r>
              <a:rPr lang="en-US" altLang="en-US" sz="2000"/>
              <a:t> Review date indicates when NHA in relationship was last reviewed 	(entered on NHA screen)</a:t>
            </a:r>
          </a:p>
          <a:p>
            <a:pPr eaLnBrk="1" hangingPunct="1">
              <a:buClr>
                <a:schemeClr val="bg2"/>
              </a:buClr>
              <a:buFontTx/>
              <a:buChar char="•"/>
            </a:pPr>
            <a:endParaRPr lang="en-US" altLang="en-US" sz="2000"/>
          </a:p>
          <a:p>
            <a:pPr eaLnBrk="1" hangingPunct="1">
              <a:buClr>
                <a:schemeClr val="bg2"/>
              </a:buClr>
              <a:buFontTx/>
              <a:buChar char="•"/>
            </a:pPr>
            <a:r>
              <a:rPr lang="en-US" altLang="en-US" sz="2000"/>
              <a:t> Review includes ensuring all component parts are properly indentured 	and all indenture data is valid and current</a:t>
            </a:r>
          </a:p>
          <a:p>
            <a:pPr eaLnBrk="1" hangingPunct="1">
              <a:buClr>
                <a:schemeClr val="bg2"/>
              </a:buClr>
              <a:buFontTx/>
              <a:buChar char="•"/>
            </a:pPr>
            <a:endParaRPr lang="en-US" altLang="en-US" sz="2000"/>
          </a:p>
          <a:p>
            <a:pPr eaLnBrk="1" hangingPunct="1">
              <a:buClr>
                <a:schemeClr val="bg2"/>
              </a:buClr>
              <a:buFontTx/>
              <a:buChar char="•"/>
            </a:pPr>
            <a:r>
              <a:rPr lang="en-US" altLang="en-US" sz="2000"/>
              <a:t> ERRC code can only be changed through a cataloging action</a:t>
            </a:r>
          </a:p>
          <a:p>
            <a:pPr eaLnBrk="1" hangingPunct="1">
              <a:buClr>
                <a:schemeClr val="bg2"/>
              </a:buClr>
              <a:buFontTx/>
              <a:buChar char="•"/>
            </a:pPr>
            <a:endParaRPr lang="en-US" altLang="en-US" sz="2000"/>
          </a:p>
          <a:p>
            <a:pPr eaLnBrk="1" hangingPunct="1">
              <a:buClr>
                <a:schemeClr val="bg2"/>
              </a:buClr>
              <a:buFontTx/>
              <a:buChar char="•"/>
            </a:pPr>
            <a:r>
              <a:rPr lang="en-US" altLang="en-US" sz="2000"/>
              <a:t> Name part established through cataloging</a:t>
            </a:r>
          </a:p>
        </p:txBody>
      </p:sp>
      <p:pic>
        <p:nvPicPr>
          <p:cNvPr id="253957" name="Picture 8" descr="walk_4-2">
            <a:extLst>
              <a:ext uri="{FF2B5EF4-FFF2-40B4-BE49-F238E27FC236}">
                <a16:creationId xmlns:a16="http://schemas.microsoft.com/office/drawing/2014/main" id="{3D851473-83D7-FA07-36EB-D6452DE85EF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00" y="1757363"/>
            <a:ext cx="8382000" cy="6048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3958" name="TextBox 7">
            <a:extLst>
              <a:ext uri="{FF2B5EF4-FFF2-40B4-BE49-F238E27FC236}">
                <a16:creationId xmlns:a16="http://schemas.microsoft.com/office/drawing/2014/main" id="{54806CA2-5326-5487-6BEA-6E7584E797AD}"/>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4977" name="Rectangle 2">
            <a:extLst>
              <a:ext uri="{FF2B5EF4-FFF2-40B4-BE49-F238E27FC236}">
                <a16:creationId xmlns:a16="http://schemas.microsoft.com/office/drawing/2014/main" id="{43BCC092-FEFD-2FB5-EEDE-A95722FB97D7}"/>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54978" name="Text Box 3">
            <a:extLst>
              <a:ext uri="{FF2B5EF4-FFF2-40B4-BE49-F238E27FC236}">
                <a16:creationId xmlns:a16="http://schemas.microsoft.com/office/drawing/2014/main" id="{5A475C88-EE03-4849-0ED4-C4E8134AF14C}"/>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484B02C-EA16-4ADD-9691-E629AF939643}" type="slidenum">
              <a:rPr lang="en-US" altLang="en-US" sz="1200" b="1">
                <a:solidFill>
                  <a:srgbClr val="1C1C1C"/>
                </a:solidFill>
              </a:rPr>
              <a:pPr eaLnBrk="1" hangingPunct="1">
                <a:spcBef>
                  <a:spcPct val="0"/>
                </a:spcBef>
                <a:buClrTx/>
                <a:buFontTx/>
                <a:buNone/>
              </a:pPr>
              <a:t>210</a:t>
            </a:fld>
            <a:endParaRPr lang="en-US" altLang="en-US" sz="1200" b="1">
              <a:solidFill>
                <a:srgbClr val="1C1C1C"/>
              </a:solidFill>
            </a:endParaRPr>
          </a:p>
        </p:txBody>
      </p:sp>
      <p:sp>
        <p:nvSpPr>
          <p:cNvPr id="254979" name="Rectangle 5">
            <a:extLst>
              <a:ext uri="{FF2B5EF4-FFF2-40B4-BE49-F238E27FC236}">
                <a16:creationId xmlns:a16="http://schemas.microsoft.com/office/drawing/2014/main" id="{8732FF47-4C6A-5E34-4D4B-BBD2B05CD532}"/>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Component Data</a:t>
            </a:r>
            <a:endParaRPr lang="en-US" altLang="en-US" sz="2200" b="1">
              <a:solidFill>
                <a:schemeClr val="bg2"/>
              </a:solidFill>
            </a:endParaRPr>
          </a:p>
        </p:txBody>
      </p:sp>
      <p:sp>
        <p:nvSpPr>
          <p:cNvPr id="254980" name="Rectangle 6">
            <a:extLst>
              <a:ext uri="{FF2B5EF4-FFF2-40B4-BE49-F238E27FC236}">
                <a16:creationId xmlns:a16="http://schemas.microsoft.com/office/drawing/2014/main" id="{A2FFBEA7-36B4-B975-6747-7685E6C63B53}"/>
              </a:ext>
            </a:extLst>
          </p:cNvPr>
          <p:cNvSpPr>
            <a:spLocks noChangeArrowheads="1"/>
          </p:cNvSpPr>
          <p:nvPr/>
        </p:nvSpPr>
        <p:spPr bwMode="auto">
          <a:xfrm>
            <a:off x="647700" y="146050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None/>
            </a:pPr>
            <a:r>
              <a:rPr lang="en-US" altLang="en-US" sz="2400"/>
              <a:t>Step 8) Enter the SMR code</a:t>
            </a:r>
          </a:p>
          <a:p>
            <a:pPr eaLnBrk="1" hangingPunct="1">
              <a:buClr>
                <a:schemeClr val="bg2"/>
              </a:buClr>
              <a:buFontTx/>
              <a:buNone/>
            </a:pPr>
            <a:r>
              <a:rPr lang="en-US" altLang="en-US" sz="2400"/>
              <a:t>Step 9) Enter the QPA</a:t>
            </a:r>
          </a:p>
          <a:p>
            <a:pPr eaLnBrk="1" hangingPunct="1">
              <a:buClr>
                <a:schemeClr val="bg2"/>
              </a:buClr>
              <a:buFontTx/>
              <a:buNone/>
            </a:pPr>
            <a:r>
              <a:rPr lang="en-US" altLang="en-US" sz="2400"/>
              <a:t>Step 10) Enter the Subsystem and Item Essentiality Codes </a:t>
            </a:r>
          </a:p>
          <a:p>
            <a:pPr eaLnBrk="1" hangingPunct="1">
              <a:buClr>
                <a:schemeClr val="bg2"/>
              </a:buClr>
              <a:buFontTx/>
              <a:buNone/>
            </a:pPr>
            <a:endParaRPr lang="en-US" altLang="en-US" sz="2400"/>
          </a:p>
        </p:txBody>
      </p:sp>
      <p:pic>
        <p:nvPicPr>
          <p:cNvPr id="254981" name="Picture 8" descr="walk_8">
            <a:extLst>
              <a:ext uri="{FF2B5EF4-FFF2-40B4-BE49-F238E27FC236}">
                <a16:creationId xmlns:a16="http://schemas.microsoft.com/office/drawing/2014/main" id="{3D4C444E-F16A-D589-8159-F93AF6AC06B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7700" y="3708400"/>
            <a:ext cx="7888288" cy="20748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4982" name="TextBox 7">
            <a:extLst>
              <a:ext uri="{FF2B5EF4-FFF2-40B4-BE49-F238E27FC236}">
                <a16:creationId xmlns:a16="http://schemas.microsoft.com/office/drawing/2014/main" id="{AB1D5BBF-1612-DC59-F4EC-C74DC1C02058}"/>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01" name="Rectangle 2">
            <a:extLst>
              <a:ext uri="{FF2B5EF4-FFF2-40B4-BE49-F238E27FC236}">
                <a16:creationId xmlns:a16="http://schemas.microsoft.com/office/drawing/2014/main" id="{C0FA24F8-9CA6-653A-13A8-EF7968B6B264}"/>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56002" name="Text Box 3">
            <a:extLst>
              <a:ext uri="{FF2B5EF4-FFF2-40B4-BE49-F238E27FC236}">
                <a16:creationId xmlns:a16="http://schemas.microsoft.com/office/drawing/2014/main" id="{9CC10A76-B96F-9145-49A5-F76E043552F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1E6C3547-C2C0-4F74-A171-5AA6FD88D740}" type="slidenum">
              <a:rPr lang="en-US" altLang="en-US" sz="1200" b="1">
                <a:solidFill>
                  <a:srgbClr val="1C1C1C"/>
                </a:solidFill>
              </a:rPr>
              <a:pPr eaLnBrk="1" hangingPunct="1">
                <a:spcBef>
                  <a:spcPct val="0"/>
                </a:spcBef>
                <a:buClrTx/>
                <a:buFontTx/>
                <a:buNone/>
              </a:pPr>
              <a:t>211</a:t>
            </a:fld>
            <a:endParaRPr lang="en-US" altLang="en-US" sz="1200" b="1">
              <a:solidFill>
                <a:srgbClr val="1C1C1C"/>
              </a:solidFill>
            </a:endParaRPr>
          </a:p>
        </p:txBody>
      </p:sp>
      <p:sp>
        <p:nvSpPr>
          <p:cNvPr id="256003" name="Rectangle 5">
            <a:extLst>
              <a:ext uri="{FF2B5EF4-FFF2-40B4-BE49-F238E27FC236}">
                <a16:creationId xmlns:a16="http://schemas.microsoft.com/office/drawing/2014/main" id="{2304D62F-440B-8262-915B-B67C92839C81}"/>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Essentiality Codes</a:t>
            </a:r>
            <a:endParaRPr lang="en-US" altLang="en-US" sz="2200" b="1">
              <a:solidFill>
                <a:schemeClr val="bg2"/>
              </a:solidFill>
            </a:endParaRPr>
          </a:p>
        </p:txBody>
      </p:sp>
      <p:sp>
        <p:nvSpPr>
          <p:cNvPr id="256004" name="Rectangle 9">
            <a:extLst>
              <a:ext uri="{FF2B5EF4-FFF2-40B4-BE49-F238E27FC236}">
                <a16:creationId xmlns:a16="http://schemas.microsoft.com/office/drawing/2014/main" id="{B31437F3-9FF0-F915-9FFC-A14BC09D8FDD}"/>
              </a:ext>
            </a:extLst>
          </p:cNvPr>
          <p:cNvSpPr>
            <a:spLocks noChangeArrowheads="1"/>
          </p:cNvSpPr>
          <p:nvPr/>
        </p:nvSpPr>
        <p:spPr bwMode="auto">
          <a:xfrm>
            <a:off x="647700" y="1587500"/>
            <a:ext cx="82677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778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778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778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ES has responsibility to file maintain three position MIEC for each 	application record in API</a:t>
            </a:r>
          </a:p>
          <a:p>
            <a:pPr eaLnBrk="1" hangingPunct="1">
              <a:buClr>
                <a:schemeClr val="bg2"/>
              </a:buClr>
              <a:buFontTx/>
              <a:buChar char="•"/>
            </a:pPr>
            <a:endParaRPr lang="en-US" altLang="en-US" sz="2000"/>
          </a:p>
          <a:p>
            <a:pPr eaLnBrk="1" hangingPunct="1">
              <a:buClr>
                <a:schemeClr val="bg2"/>
              </a:buClr>
              <a:buFontTx/>
              <a:buChar char="•"/>
            </a:pPr>
            <a:r>
              <a:rPr lang="en-US" altLang="en-US" sz="2000"/>
              <a:t> MIEC has three positions/components:</a:t>
            </a:r>
          </a:p>
          <a:p>
            <a:pPr eaLnBrk="1" hangingPunct="1">
              <a:buClr>
                <a:schemeClr val="bg2"/>
              </a:buClr>
              <a:buFontTx/>
              <a:buChar char="•"/>
            </a:pPr>
            <a:endParaRPr lang="en-US" altLang="en-US" sz="2000"/>
          </a:p>
          <a:p>
            <a:pPr eaLnBrk="1" hangingPunct="1">
              <a:buClr>
                <a:schemeClr val="bg2"/>
              </a:buClr>
              <a:buFontTx/>
              <a:buNone/>
            </a:pPr>
            <a:r>
              <a:rPr lang="en-US" altLang="en-US" sz="2000"/>
              <a:t>	1) System Essentiality Code (SEC)</a:t>
            </a:r>
          </a:p>
          <a:p>
            <a:pPr eaLnBrk="1" hangingPunct="1">
              <a:buClr>
                <a:schemeClr val="bg2"/>
              </a:buClr>
              <a:buFontTx/>
              <a:buChar char="•"/>
            </a:pPr>
            <a:endParaRPr lang="en-US" altLang="en-US" sz="2000"/>
          </a:p>
          <a:p>
            <a:pPr eaLnBrk="1" hangingPunct="1">
              <a:buClr>
                <a:schemeClr val="bg2"/>
              </a:buClr>
              <a:buFontTx/>
              <a:buNone/>
            </a:pPr>
            <a:r>
              <a:rPr lang="en-US" altLang="en-US" sz="2000"/>
              <a:t>	2) Subsystem or Equipment Essentiality Code (SSEC)</a:t>
            </a:r>
          </a:p>
          <a:p>
            <a:pPr eaLnBrk="1" hangingPunct="1">
              <a:buClr>
                <a:schemeClr val="bg2"/>
              </a:buClr>
              <a:buFontTx/>
              <a:buNone/>
            </a:pPr>
            <a:endParaRPr lang="en-US" altLang="en-US" sz="2000"/>
          </a:p>
          <a:p>
            <a:pPr eaLnBrk="1" hangingPunct="1">
              <a:buClr>
                <a:schemeClr val="bg2"/>
              </a:buClr>
              <a:buFontTx/>
              <a:buNone/>
            </a:pPr>
            <a:r>
              <a:rPr lang="en-US" altLang="en-US" sz="2000"/>
              <a:t>	3) Item Essentiality Code (IEC)</a:t>
            </a:r>
          </a:p>
        </p:txBody>
      </p:sp>
      <p:sp>
        <p:nvSpPr>
          <p:cNvPr id="256005" name="TextBox 6">
            <a:extLst>
              <a:ext uri="{FF2B5EF4-FFF2-40B4-BE49-F238E27FC236}">
                <a16:creationId xmlns:a16="http://schemas.microsoft.com/office/drawing/2014/main" id="{5801E7A5-1395-7A47-C45F-6253E3D0C5C0}"/>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7025" name="Rectangle 2">
            <a:extLst>
              <a:ext uri="{FF2B5EF4-FFF2-40B4-BE49-F238E27FC236}">
                <a16:creationId xmlns:a16="http://schemas.microsoft.com/office/drawing/2014/main" id="{D6623055-E87C-A680-5011-38D10F1F84F7}"/>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57026" name="Text Box 3">
            <a:extLst>
              <a:ext uri="{FF2B5EF4-FFF2-40B4-BE49-F238E27FC236}">
                <a16:creationId xmlns:a16="http://schemas.microsoft.com/office/drawing/2014/main" id="{12505978-2EE4-3101-6E47-0F35E87F1752}"/>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B7977932-B35B-4B27-BF9E-0954B9E72AF9}" type="slidenum">
              <a:rPr lang="en-US" altLang="en-US" sz="1200" b="1">
                <a:solidFill>
                  <a:srgbClr val="1C1C1C"/>
                </a:solidFill>
              </a:rPr>
              <a:pPr eaLnBrk="1" hangingPunct="1">
                <a:spcBef>
                  <a:spcPct val="0"/>
                </a:spcBef>
                <a:buClrTx/>
                <a:buFontTx/>
                <a:buNone/>
              </a:pPr>
              <a:t>212</a:t>
            </a:fld>
            <a:endParaRPr lang="en-US" altLang="en-US" sz="1200" b="1">
              <a:solidFill>
                <a:srgbClr val="1C1C1C"/>
              </a:solidFill>
            </a:endParaRPr>
          </a:p>
        </p:txBody>
      </p:sp>
      <p:pic>
        <p:nvPicPr>
          <p:cNvPr id="257027" name="Picture 7" descr="4f_SEC">
            <a:extLst>
              <a:ext uri="{FF2B5EF4-FFF2-40B4-BE49-F238E27FC236}">
                <a16:creationId xmlns:a16="http://schemas.microsoft.com/office/drawing/2014/main" id="{E53A5F34-6A08-58E1-A0ED-A4538459BB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62000" y="1168400"/>
            <a:ext cx="7610475" cy="52657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7028" name="TextBox 5">
            <a:extLst>
              <a:ext uri="{FF2B5EF4-FFF2-40B4-BE49-F238E27FC236}">
                <a16:creationId xmlns:a16="http://schemas.microsoft.com/office/drawing/2014/main" id="{A48D35EF-FDD1-CFF7-3CC8-7D17789A9AA6}"/>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8049" name="Rectangle 2">
            <a:extLst>
              <a:ext uri="{FF2B5EF4-FFF2-40B4-BE49-F238E27FC236}">
                <a16:creationId xmlns:a16="http://schemas.microsoft.com/office/drawing/2014/main" id="{DBB05DF4-2E04-C1C7-FBA2-CD6F3AA1E058}"/>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58050" name="Text Box 3">
            <a:extLst>
              <a:ext uri="{FF2B5EF4-FFF2-40B4-BE49-F238E27FC236}">
                <a16:creationId xmlns:a16="http://schemas.microsoft.com/office/drawing/2014/main" id="{F609A648-6F10-D8FE-2FA2-8767DCD05E4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00753AEF-AD70-4E37-A8A2-203B0CF1DA9C}" type="slidenum">
              <a:rPr lang="en-US" altLang="en-US" sz="1200" b="1">
                <a:solidFill>
                  <a:srgbClr val="1C1C1C"/>
                </a:solidFill>
              </a:rPr>
              <a:pPr eaLnBrk="1" hangingPunct="1">
                <a:spcBef>
                  <a:spcPct val="0"/>
                </a:spcBef>
                <a:buClrTx/>
                <a:buFontTx/>
                <a:buNone/>
              </a:pPr>
              <a:t>213</a:t>
            </a:fld>
            <a:endParaRPr lang="en-US" altLang="en-US" sz="1200" b="1">
              <a:solidFill>
                <a:srgbClr val="1C1C1C"/>
              </a:solidFill>
            </a:endParaRPr>
          </a:p>
        </p:txBody>
      </p:sp>
      <p:pic>
        <p:nvPicPr>
          <p:cNvPr id="258051" name="Picture 6" descr="4f_SSEC">
            <a:extLst>
              <a:ext uri="{FF2B5EF4-FFF2-40B4-BE49-F238E27FC236}">
                <a16:creationId xmlns:a16="http://schemas.microsoft.com/office/drawing/2014/main" id="{1504B0DC-56A2-68FF-7AD0-DE58B5654C3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5900" y="1185863"/>
            <a:ext cx="8712200" cy="5207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8052" name="TextBox 5">
            <a:extLst>
              <a:ext uri="{FF2B5EF4-FFF2-40B4-BE49-F238E27FC236}">
                <a16:creationId xmlns:a16="http://schemas.microsoft.com/office/drawing/2014/main" id="{A849DAA8-E595-82DE-7868-BF92A7F79B12}"/>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9073" name="Rectangle 2">
            <a:extLst>
              <a:ext uri="{FF2B5EF4-FFF2-40B4-BE49-F238E27FC236}">
                <a16:creationId xmlns:a16="http://schemas.microsoft.com/office/drawing/2014/main" id="{31AB37B9-B591-F869-C20C-2188EB75907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59074" name="Text Box 3">
            <a:extLst>
              <a:ext uri="{FF2B5EF4-FFF2-40B4-BE49-F238E27FC236}">
                <a16:creationId xmlns:a16="http://schemas.microsoft.com/office/drawing/2014/main" id="{CE42E58D-C7DA-FB71-DD24-86D169AE30F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39340848-27D0-4576-BDDC-CC90E687346C}" type="slidenum">
              <a:rPr lang="en-US" altLang="en-US" sz="1200" b="1">
                <a:solidFill>
                  <a:srgbClr val="1C1C1C"/>
                </a:solidFill>
              </a:rPr>
              <a:pPr eaLnBrk="1" hangingPunct="1">
                <a:spcBef>
                  <a:spcPct val="0"/>
                </a:spcBef>
                <a:buClrTx/>
                <a:buFontTx/>
                <a:buNone/>
              </a:pPr>
              <a:t>214</a:t>
            </a:fld>
            <a:endParaRPr lang="en-US" altLang="en-US" sz="1200" b="1">
              <a:solidFill>
                <a:srgbClr val="1C1C1C"/>
              </a:solidFill>
            </a:endParaRPr>
          </a:p>
        </p:txBody>
      </p:sp>
      <p:pic>
        <p:nvPicPr>
          <p:cNvPr id="259075" name="Picture 6" descr="4f_IEC">
            <a:extLst>
              <a:ext uri="{FF2B5EF4-FFF2-40B4-BE49-F238E27FC236}">
                <a16:creationId xmlns:a16="http://schemas.microsoft.com/office/drawing/2014/main" id="{CD1EBAF3-D7C4-67FC-95BE-F47ECE96F42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00" y="2692400"/>
            <a:ext cx="8615363" cy="19796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59076" name="TextBox 5">
            <a:extLst>
              <a:ext uri="{FF2B5EF4-FFF2-40B4-BE49-F238E27FC236}">
                <a16:creationId xmlns:a16="http://schemas.microsoft.com/office/drawing/2014/main" id="{E69637BB-842B-30BD-5C37-076E8FFF003F}"/>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0097" name="Rectangle 2">
            <a:extLst>
              <a:ext uri="{FF2B5EF4-FFF2-40B4-BE49-F238E27FC236}">
                <a16:creationId xmlns:a16="http://schemas.microsoft.com/office/drawing/2014/main" id="{706A912D-23DD-8FB7-F398-F49A962628E9}"/>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60098" name="Text Box 3">
            <a:extLst>
              <a:ext uri="{FF2B5EF4-FFF2-40B4-BE49-F238E27FC236}">
                <a16:creationId xmlns:a16="http://schemas.microsoft.com/office/drawing/2014/main" id="{D72C599B-8B5F-3B2B-2906-11FB654CA6F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B091467F-6C53-4A35-9036-DA3C46694F98}" type="slidenum">
              <a:rPr lang="en-US" altLang="en-US" sz="1200" b="1">
                <a:solidFill>
                  <a:srgbClr val="1C1C1C"/>
                </a:solidFill>
              </a:rPr>
              <a:pPr eaLnBrk="1" hangingPunct="1">
                <a:spcBef>
                  <a:spcPct val="0"/>
                </a:spcBef>
                <a:buClrTx/>
                <a:buFontTx/>
                <a:buNone/>
              </a:pPr>
              <a:t>215</a:t>
            </a:fld>
            <a:endParaRPr lang="en-US" altLang="en-US" sz="1200" b="1">
              <a:solidFill>
                <a:srgbClr val="1C1C1C"/>
              </a:solidFill>
            </a:endParaRPr>
          </a:p>
        </p:txBody>
      </p:sp>
      <p:sp>
        <p:nvSpPr>
          <p:cNvPr id="260099" name="Rectangle 5">
            <a:extLst>
              <a:ext uri="{FF2B5EF4-FFF2-40B4-BE49-F238E27FC236}">
                <a16:creationId xmlns:a16="http://schemas.microsoft.com/office/drawing/2014/main" id="{A921D754-F497-FBCF-A9FF-9812E68B63EE}"/>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Special Identification Code (SID)</a:t>
            </a:r>
            <a:endParaRPr lang="en-US" altLang="en-US" sz="2200" b="1">
              <a:solidFill>
                <a:schemeClr val="bg2"/>
              </a:solidFill>
            </a:endParaRPr>
          </a:p>
        </p:txBody>
      </p:sp>
      <p:sp>
        <p:nvSpPr>
          <p:cNvPr id="260100" name="Rectangle 6">
            <a:extLst>
              <a:ext uri="{FF2B5EF4-FFF2-40B4-BE49-F238E27FC236}">
                <a16:creationId xmlns:a16="http://schemas.microsoft.com/office/drawing/2014/main" id="{E44C1E8C-A58C-1B37-BBBA-B40948E4362A}"/>
              </a:ext>
            </a:extLst>
          </p:cNvPr>
          <p:cNvSpPr>
            <a:spLocks noChangeArrowheads="1"/>
          </p:cNvSpPr>
          <p:nvPr/>
        </p:nvSpPr>
        <p:spPr bwMode="auto">
          <a:xfrm>
            <a:off x="647700" y="1587500"/>
            <a:ext cx="82677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778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778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778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One objective of API is to provide repair information for special 	resources</a:t>
            </a:r>
          </a:p>
          <a:p>
            <a:pPr eaLnBrk="1" hangingPunct="1">
              <a:buClr>
                <a:schemeClr val="bg2"/>
              </a:buClr>
              <a:buFontTx/>
              <a:buChar char="•"/>
            </a:pPr>
            <a:endParaRPr lang="en-US" altLang="en-US" sz="2000"/>
          </a:p>
          <a:p>
            <a:pPr eaLnBrk="1" hangingPunct="1">
              <a:buClr>
                <a:schemeClr val="bg2"/>
              </a:buClr>
              <a:buFontTx/>
              <a:buChar char="•"/>
            </a:pPr>
            <a:r>
              <a:rPr lang="en-US" altLang="en-US" sz="2000"/>
              <a:t> Everything required for depot repair of NHA must be indentured</a:t>
            </a:r>
          </a:p>
          <a:p>
            <a:pPr eaLnBrk="1" hangingPunct="1">
              <a:buClr>
                <a:schemeClr val="bg2"/>
              </a:buClr>
              <a:buFontTx/>
              <a:buChar char="•"/>
            </a:pPr>
            <a:endParaRPr lang="en-US" altLang="en-US" sz="2000"/>
          </a:p>
          <a:p>
            <a:pPr eaLnBrk="1" hangingPunct="1">
              <a:buClr>
                <a:schemeClr val="bg2"/>
              </a:buClr>
              <a:buFontTx/>
              <a:buChar char="•"/>
            </a:pPr>
            <a:r>
              <a:rPr lang="en-US" altLang="en-US" sz="2000"/>
              <a:t> SID provides a method to identify resources as components in the 	indenture that are non-standard parts</a:t>
            </a:r>
          </a:p>
        </p:txBody>
      </p:sp>
      <p:pic>
        <p:nvPicPr>
          <p:cNvPr id="260101" name="Picture 7" descr="4f_SIDshot">
            <a:extLst>
              <a:ext uri="{FF2B5EF4-FFF2-40B4-BE49-F238E27FC236}">
                <a16:creationId xmlns:a16="http://schemas.microsoft.com/office/drawing/2014/main" id="{A081B71F-4B4B-9B2D-54A3-D4918F47266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00" y="4508500"/>
            <a:ext cx="7391400" cy="18700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0102" name="TextBox 7">
            <a:extLst>
              <a:ext uri="{FF2B5EF4-FFF2-40B4-BE49-F238E27FC236}">
                <a16:creationId xmlns:a16="http://schemas.microsoft.com/office/drawing/2014/main" id="{04679D61-9EA9-0ABD-B7FC-665BA2670653}"/>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1121" name="Rectangle 2">
            <a:extLst>
              <a:ext uri="{FF2B5EF4-FFF2-40B4-BE49-F238E27FC236}">
                <a16:creationId xmlns:a16="http://schemas.microsoft.com/office/drawing/2014/main" id="{4A9A1E5A-1C5A-FF25-F5D7-33CD9A416FA0}"/>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61122" name="Text Box 3">
            <a:extLst>
              <a:ext uri="{FF2B5EF4-FFF2-40B4-BE49-F238E27FC236}">
                <a16:creationId xmlns:a16="http://schemas.microsoft.com/office/drawing/2014/main" id="{416FEA0B-6DD4-9AE9-9EB3-F08BBA1AFE6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F7F2C89D-766F-45BE-BCB0-072305BF8E82}" type="slidenum">
              <a:rPr lang="en-US" altLang="en-US" sz="1200" b="1">
                <a:solidFill>
                  <a:srgbClr val="1C1C1C"/>
                </a:solidFill>
              </a:rPr>
              <a:pPr eaLnBrk="1" hangingPunct="1">
                <a:spcBef>
                  <a:spcPct val="0"/>
                </a:spcBef>
                <a:buClrTx/>
                <a:buFontTx/>
                <a:buNone/>
              </a:pPr>
              <a:t>216</a:t>
            </a:fld>
            <a:endParaRPr lang="en-US" altLang="en-US" sz="1200" b="1">
              <a:solidFill>
                <a:srgbClr val="1C1C1C"/>
              </a:solidFill>
            </a:endParaRPr>
          </a:p>
        </p:txBody>
      </p:sp>
      <p:pic>
        <p:nvPicPr>
          <p:cNvPr id="261123" name="Picture 8" descr="4f_SID">
            <a:extLst>
              <a:ext uri="{FF2B5EF4-FFF2-40B4-BE49-F238E27FC236}">
                <a16:creationId xmlns:a16="http://schemas.microsoft.com/office/drawing/2014/main" id="{9A54B210-D8C6-26A7-E3FA-4A94AC6E245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2438" y="1168400"/>
            <a:ext cx="8277225" cy="5257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1124" name="TextBox 5">
            <a:extLst>
              <a:ext uri="{FF2B5EF4-FFF2-40B4-BE49-F238E27FC236}">
                <a16:creationId xmlns:a16="http://schemas.microsoft.com/office/drawing/2014/main" id="{C98FFE9D-AEA0-9E60-864A-4E7C35EA8104}"/>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2145" name="Rectangle 2">
            <a:extLst>
              <a:ext uri="{FF2B5EF4-FFF2-40B4-BE49-F238E27FC236}">
                <a16:creationId xmlns:a16="http://schemas.microsoft.com/office/drawing/2014/main" id="{4323E73D-3DE5-847F-2BF4-5972C7D53FF1}"/>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62146" name="Text Box 3">
            <a:extLst>
              <a:ext uri="{FF2B5EF4-FFF2-40B4-BE49-F238E27FC236}">
                <a16:creationId xmlns:a16="http://schemas.microsoft.com/office/drawing/2014/main" id="{D8FD4FCF-FBEB-93F9-0362-585177B3AD26}"/>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4115F794-7504-45C4-B020-0712F23C5B0F}" type="slidenum">
              <a:rPr lang="en-US" altLang="en-US" sz="1200" b="1">
                <a:solidFill>
                  <a:srgbClr val="1C1C1C"/>
                </a:solidFill>
              </a:rPr>
              <a:pPr eaLnBrk="1" hangingPunct="1">
                <a:spcBef>
                  <a:spcPct val="0"/>
                </a:spcBef>
                <a:buClrTx/>
                <a:buFontTx/>
                <a:buNone/>
              </a:pPr>
              <a:t>217</a:t>
            </a:fld>
            <a:endParaRPr lang="en-US" altLang="en-US" sz="1200" b="1">
              <a:solidFill>
                <a:srgbClr val="1C1C1C"/>
              </a:solidFill>
            </a:endParaRPr>
          </a:p>
        </p:txBody>
      </p:sp>
      <p:sp>
        <p:nvSpPr>
          <p:cNvPr id="262147" name="Rectangle 5">
            <a:extLst>
              <a:ext uri="{FF2B5EF4-FFF2-40B4-BE49-F238E27FC236}">
                <a16:creationId xmlns:a16="http://schemas.microsoft.com/office/drawing/2014/main" id="{9379E0E8-26EC-AE3F-2D9A-251EB36001EA}"/>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Electrostatic/Electromagnetic Sensitive Devices (ESD)</a:t>
            </a:r>
            <a:endParaRPr lang="en-US" altLang="en-US" sz="2200" b="1">
              <a:solidFill>
                <a:schemeClr val="bg2"/>
              </a:solidFill>
            </a:endParaRPr>
          </a:p>
        </p:txBody>
      </p:sp>
      <p:sp>
        <p:nvSpPr>
          <p:cNvPr id="262148" name="Rectangle 6">
            <a:extLst>
              <a:ext uri="{FF2B5EF4-FFF2-40B4-BE49-F238E27FC236}">
                <a16:creationId xmlns:a16="http://schemas.microsoft.com/office/drawing/2014/main" id="{F98B8C81-13FB-46E6-70E9-1E12E1566697}"/>
              </a:ext>
            </a:extLst>
          </p:cNvPr>
          <p:cNvSpPr>
            <a:spLocks noChangeArrowheads="1"/>
          </p:cNvSpPr>
          <p:nvPr/>
        </p:nvSpPr>
        <p:spPr bwMode="auto">
          <a:xfrm>
            <a:off x="647700" y="1587500"/>
            <a:ext cx="82677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778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778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778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Single field that identifies component items that may be damaged by 	electrostatic/electromagnetic energy</a:t>
            </a:r>
          </a:p>
          <a:p>
            <a:pPr eaLnBrk="1" hangingPunct="1">
              <a:buClr>
                <a:schemeClr val="bg2"/>
              </a:buClr>
              <a:buFontTx/>
              <a:buChar char="•"/>
            </a:pPr>
            <a:endParaRPr lang="en-US" altLang="en-US" sz="2000"/>
          </a:p>
          <a:p>
            <a:pPr eaLnBrk="1" hangingPunct="1">
              <a:buClr>
                <a:schemeClr val="bg2"/>
              </a:buClr>
              <a:buFontTx/>
              <a:buChar char="•"/>
            </a:pPr>
            <a:r>
              <a:rPr lang="en-US" altLang="en-US" sz="2000"/>
              <a:t> Sensitive items are coded “Y”</a:t>
            </a:r>
          </a:p>
          <a:p>
            <a:pPr eaLnBrk="1" hangingPunct="1">
              <a:buClr>
                <a:schemeClr val="bg2"/>
              </a:buClr>
              <a:buFontTx/>
              <a:buNone/>
            </a:pPr>
            <a:endParaRPr lang="en-US" altLang="en-US" sz="2000"/>
          </a:p>
          <a:p>
            <a:pPr eaLnBrk="1" hangingPunct="1">
              <a:buClr>
                <a:schemeClr val="bg2"/>
              </a:buClr>
              <a:buFontTx/>
              <a:buChar char="•"/>
            </a:pPr>
            <a:r>
              <a:rPr lang="en-US" altLang="en-US" sz="2000"/>
              <a:t> ESD information is overlaid to API</a:t>
            </a:r>
          </a:p>
        </p:txBody>
      </p:sp>
      <p:pic>
        <p:nvPicPr>
          <p:cNvPr id="262149" name="Picture 9" descr="4f_ESD">
            <a:extLst>
              <a:ext uri="{FF2B5EF4-FFF2-40B4-BE49-F238E27FC236}">
                <a16:creationId xmlns:a16="http://schemas.microsoft.com/office/drawing/2014/main" id="{B362FA3E-251C-A932-89B4-C6F1F378DFA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1700" y="4375150"/>
            <a:ext cx="7367588" cy="1936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2150" name="TextBox 7">
            <a:extLst>
              <a:ext uri="{FF2B5EF4-FFF2-40B4-BE49-F238E27FC236}">
                <a16:creationId xmlns:a16="http://schemas.microsoft.com/office/drawing/2014/main" id="{3FFA8861-1B55-9A55-1DC5-BA4DBC75D553}"/>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3169" name="Rectangle 2">
            <a:extLst>
              <a:ext uri="{FF2B5EF4-FFF2-40B4-BE49-F238E27FC236}">
                <a16:creationId xmlns:a16="http://schemas.microsoft.com/office/drawing/2014/main" id="{672C9EFC-1C9B-BC98-93F6-5F107F194175}"/>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63170" name="Text Box 3">
            <a:extLst>
              <a:ext uri="{FF2B5EF4-FFF2-40B4-BE49-F238E27FC236}">
                <a16:creationId xmlns:a16="http://schemas.microsoft.com/office/drawing/2014/main" id="{BB44C29E-E176-13D9-E596-CF3F4DC48EB9}"/>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71FD90DF-943C-4D01-BFAA-9783CA51DAF6}" type="slidenum">
              <a:rPr lang="en-US" altLang="en-US" sz="1200" b="1">
                <a:solidFill>
                  <a:srgbClr val="1C1C1C"/>
                </a:solidFill>
              </a:rPr>
              <a:pPr eaLnBrk="1" hangingPunct="1">
                <a:spcBef>
                  <a:spcPct val="0"/>
                </a:spcBef>
                <a:buClrTx/>
                <a:buFontTx/>
                <a:buNone/>
              </a:pPr>
              <a:t>218</a:t>
            </a:fld>
            <a:endParaRPr lang="en-US" altLang="en-US" sz="1200" b="1">
              <a:solidFill>
                <a:srgbClr val="1C1C1C"/>
              </a:solidFill>
            </a:endParaRPr>
          </a:p>
        </p:txBody>
      </p:sp>
      <p:sp>
        <p:nvSpPr>
          <p:cNvPr id="263171" name="Rectangle 5">
            <a:extLst>
              <a:ext uri="{FF2B5EF4-FFF2-40B4-BE49-F238E27FC236}">
                <a16:creationId xmlns:a16="http://schemas.microsoft.com/office/drawing/2014/main" id="{759F4E62-5FBD-41E0-57E5-89CE0EECD82E}"/>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Select Override Data</a:t>
            </a:r>
            <a:endParaRPr lang="en-US" altLang="en-US" sz="2200" b="1">
              <a:solidFill>
                <a:schemeClr val="bg2"/>
              </a:solidFill>
            </a:endParaRPr>
          </a:p>
        </p:txBody>
      </p:sp>
      <p:sp>
        <p:nvSpPr>
          <p:cNvPr id="263172" name="Rectangle 6">
            <a:extLst>
              <a:ext uri="{FF2B5EF4-FFF2-40B4-BE49-F238E27FC236}">
                <a16:creationId xmlns:a16="http://schemas.microsoft.com/office/drawing/2014/main" id="{E40104DA-1FF3-B55C-C8F3-6A2BA127BE35}"/>
              </a:ext>
            </a:extLst>
          </p:cNvPr>
          <p:cNvSpPr>
            <a:spLocks noChangeArrowheads="1"/>
          </p:cNvSpPr>
          <p:nvPr/>
        </p:nvSpPr>
        <p:spPr bwMode="auto">
          <a:xfrm>
            <a:off x="647700" y="1587500"/>
            <a:ext cx="82677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778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778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778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Program Select Override data are displayed for information and 	cannot be entered on the IND screen</a:t>
            </a:r>
          </a:p>
          <a:p>
            <a:pPr eaLnBrk="1" hangingPunct="1">
              <a:buClr>
                <a:schemeClr val="bg2"/>
              </a:buClr>
              <a:buFontTx/>
              <a:buChar char="•"/>
            </a:pPr>
            <a:endParaRPr lang="en-US" altLang="en-US" sz="2000"/>
          </a:p>
          <a:p>
            <a:pPr eaLnBrk="1" hangingPunct="1">
              <a:buClr>
                <a:schemeClr val="bg2"/>
              </a:buClr>
              <a:buFontTx/>
              <a:buNone/>
            </a:pPr>
            <a:endParaRPr lang="en-US" altLang="en-US" sz="2000"/>
          </a:p>
        </p:txBody>
      </p:sp>
      <p:pic>
        <p:nvPicPr>
          <p:cNvPr id="263173" name="Picture 8" descr="ProgSelOvr">
            <a:extLst>
              <a:ext uri="{FF2B5EF4-FFF2-40B4-BE49-F238E27FC236}">
                <a16:creationId xmlns:a16="http://schemas.microsoft.com/office/drawing/2014/main" id="{66B816FA-70EA-3608-7911-E5C12801BF1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5300" y="3438525"/>
            <a:ext cx="8172450" cy="2149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3174" name="TextBox 7">
            <a:extLst>
              <a:ext uri="{FF2B5EF4-FFF2-40B4-BE49-F238E27FC236}">
                <a16:creationId xmlns:a16="http://schemas.microsoft.com/office/drawing/2014/main" id="{569E8FA8-C232-FBCB-64CA-3010FEC69313}"/>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4193" name="Rectangle 2">
            <a:extLst>
              <a:ext uri="{FF2B5EF4-FFF2-40B4-BE49-F238E27FC236}">
                <a16:creationId xmlns:a16="http://schemas.microsoft.com/office/drawing/2014/main" id="{9A8C5476-B9B1-D557-6BBA-827D6E3AA3DC}"/>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64194" name="Text Box 3">
            <a:extLst>
              <a:ext uri="{FF2B5EF4-FFF2-40B4-BE49-F238E27FC236}">
                <a16:creationId xmlns:a16="http://schemas.microsoft.com/office/drawing/2014/main" id="{37CAFA06-B4A3-872B-6C2C-054DCE44AF5F}"/>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AB4BBD5-8879-41D1-A6CB-4783199E6C24}" type="slidenum">
              <a:rPr lang="en-US" altLang="en-US" sz="1200" b="1">
                <a:solidFill>
                  <a:srgbClr val="1C1C1C"/>
                </a:solidFill>
              </a:rPr>
              <a:pPr eaLnBrk="1" hangingPunct="1">
                <a:spcBef>
                  <a:spcPct val="0"/>
                </a:spcBef>
                <a:buClrTx/>
                <a:buFontTx/>
                <a:buNone/>
              </a:pPr>
              <a:t>219</a:t>
            </a:fld>
            <a:endParaRPr lang="en-US" altLang="en-US" sz="1200" b="1">
              <a:solidFill>
                <a:srgbClr val="1C1C1C"/>
              </a:solidFill>
            </a:endParaRPr>
          </a:p>
        </p:txBody>
      </p:sp>
      <p:sp>
        <p:nvSpPr>
          <p:cNvPr id="264195" name="Rectangle 5">
            <a:extLst>
              <a:ext uri="{FF2B5EF4-FFF2-40B4-BE49-F238E27FC236}">
                <a16:creationId xmlns:a16="http://schemas.microsoft.com/office/drawing/2014/main" id="{11492A35-10CC-AFD5-45AF-0BCBAD998B69}"/>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Program Select Data</a:t>
            </a:r>
            <a:endParaRPr lang="en-US" altLang="en-US" sz="2200" b="1">
              <a:solidFill>
                <a:schemeClr val="bg2"/>
              </a:solidFill>
            </a:endParaRPr>
          </a:p>
        </p:txBody>
      </p:sp>
      <p:sp>
        <p:nvSpPr>
          <p:cNvPr id="264196" name="Rectangle 6">
            <a:extLst>
              <a:ext uri="{FF2B5EF4-FFF2-40B4-BE49-F238E27FC236}">
                <a16:creationId xmlns:a16="http://schemas.microsoft.com/office/drawing/2014/main" id="{43D25597-EAA8-7093-F300-5B5E8C175E85}"/>
              </a:ext>
            </a:extLst>
          </p:cNvPr>
          <p:cNvSpPr>
            <a:spLocks noChangeArrowheads="1"/>
          </p:cNvSpPr>
          <p:nvPr/>
        </p:nvSpPr>
        <p:spPr bwMode="auto">
          <a:xfrm>
            <a:off x="647700" y="1587500"/>
            <a:ext cx="8267700" cy="43307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177800"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177800"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177800"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177800"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Char char="•"/>
            </a:pPr>
            <a:r>
              <a:rPr lang="en-US" altLang="en-US" sz="2000"/>
              <a:t> Program Select data can be entered when an indenture is established 	(Program Select Code and Program Begin Date are required)</a:t>
            </a:r>
          </a:p>
          <a:p>
            <a:pPr eaLnBrk="1" hangingPunct="1">
              <a:buClr>
                <a:schemeClr val="bg2"/>
              </a:buClr>
              <a:buFontTx/>
              <a:buNone/>
            </a:pPr>
            <a:endParaRPr lang="en-US" altLang="en-US" sz="2000"/>
          </a:p>
          <a:p>
            <a:pPr eaLnBrk="1" hangingPunct="1">
              <a:buClr>
                <a:schemeClr val="bg2"/>
              </a:buClr>
              <a:buFontTx/>
              <a:buChar char="•"/>
            </a:pPr>
            <a:r>
              <a:rPr lang="en-US" altLang="en-US" sz="2000"/>
              <a:t> Program Select data establishes Program Select Record which 	provides link between indenture and program</a:t>
            </a:r>
          </a:p>
          <a:p>
            <a:pPr eaLnBrk="1" hangingPunct="1">
              <a:buClr>
                <a:schemeClr val="bg2"/>
              </a:buClr>
              <a:buFontTx/>
              <a:buNone/>
            </a:pPr>
            <a:endParaRPr lang="en-US" altLang="en-US" sz="2000"/>
          </a:p>
          <a:p>
            <a:pPr eaLnBrk="1" hangingPunct="1">
              <a:buClr>
                <a:schemeClr val="bg2"/>
              </a:buClr>
              <a:buFontTx/>
              <a:buChar char="•"/>
            </a:pPr>
            <a:r>
              <a:rPr lang="en-US" altLang="en-US" sz="2000"/>
              <a:t> Program Select data may be added when fields are open (data can 	also be entered on Program Select (PS) screen)</a:t>
            </a:r>
          </a:p>
          <a:p>
            <a:pPr eaLnBrk="1" hangingPunct="1">
              <a:buClr>
                <a:schemeClr val="bg2"/>
              </a:buClr>
              <a:buFontTx/>
              <a:buNone/>
            </a:pPr>
            <a:endParaRPr lang="en-US" altLang="en-US" sz="2000"/>
          </a:p>
        </p:txBody>
      </p:sp>
      <p:pic>
        <p:nvPicPr>
          <p:cNvPr id="264197" name="Picture 8" descr="ProgSelData">
            <a:extLst>
              <a:ext uri="{FF2B5EF4-FFF2-40B4-BE49-F238E27FC236}">
                <a16:creationId xmlns:a16="http://schemas.microsoft.com/office/drawing/2014/main" id="{93689C3C-D6A6-6CE0-9661-F54C05DD2C3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7900" y="4851400"/>
            <a:ext cx="7239000" cy="1527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4198" name="TextBox 7">
            <a:extLst>
              <a:ext uri="{FF2B5EF4-FFF2-40B4-BE49-F238E27FC236}">
                <a16:creationId xmlns:a16="http://schemas.microsoft.com/office/drawing/2014/main" id="{2B5AC67A-2C44-5B41-F23E-D94FFB6FC2E4}"/>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5217" name="Rectangle 2">
            <a:extLst>
              <a:ext uri="{FF2B5EF4-FFF2-40B4-BE49-F238E27FC236}">
                <a16:creationId xmlns:a16="http://schemas.microsoft.com/office/drawing/2014/main" id="{3B7026BE-22D4-B679-1EFF-CC74AF56DE01}"/>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65218" name="Text Box 3">
            <a:extLst>
              <a:ext uri="{FF2B5EF4-FFF2-40B4-BE49-F238E27FC236}">
                <a16:creationId xmlns:a16="http://schemas.microsoft.com/office/drawing/2014/main" id="{E6377B83-3901-4CC8-11C8-0EDC358B029B}"/>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A738B7ED-34BC-412A-A3DB-9D904E8FE4FE}" type="slidenum">
              <a:rPr lang="en-US" altLang="en-US" sz="1200" b="1">
                <a:solidFill>
                  <a:srgbClr val="1C1C1C"/>
                </a:solidFill>
              </a:rPr>
              <a:pPr eaLnBrk="1" hangingPunct="1">
                <a:spcBef>
                  <a:spcPct val="0"/>
                </a:spcBef>
                <a:buClrTx/>
                <a:buFontTx/>
                <a:buNone/>
              </a:pPr>
              <a:t>220</a:t>
            </a:fld>
            <a:endParaRPr lang="en-US" altLang="en-US" sz="1200" b="1">
              <a:solidFill>
                <a:srgbClr val="1C1C1C"/>
              </a:solidFill>
            </a:endParaRPr>
          </a:p>
        </p:txBody>
      </p:sp>
      <p:sp>
        <p:nvSpPr>
          <p:cNvPr id="265219" name="Rectangle 5">
            <a:extLst>
              <a:ext uri="{FF2B5EF4-FFF2-40B4-BE49-F238E27FC236}">
                <a16:creationId xmlns:a16="http://schemas.microsoft.com/office/drawing/2014/main" id="{65BC50B3-D327-857D-7950-996B921C7636}"/>
              </a:ext>
            </a:extLst>
          </p:cNvPr>
          <p:cNvSpPr>
            <a:spLocks noChangeArrowheads="1"/>
          </p:cNvSpPr>
          <p:nvPr/>
        </p:nvSpPr>
        <p:spPr bwMode="auto">
          <a:xfrm>
            <a:off x="400050" y="1127125"/>
            <a:ext cx="8337550" cy="6381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
                <a:schemeClr val="bg2"/>
              </a:buClr>
              <a:buFontTx/>
              <a:buNone/>
            </a:pPr>
            <a:r>
              <a:rPr lang="en-US" altLang="en-US" sz="2400"/>
              <a:t>Enter Component Data</a:t>
            </a:r>
            <a:endParaRPr lang="en-US" altLang="en-US" sz="2200" b="1">
              <a:solidFill>
                <a:schemeClr val="bg2"/>
              </a:solidFill>
            </a:endParaRPr>
          </a:p>
        </p:txBody>
      </p:sp>
      <p:sp>
        <p:nvSpPr>
          <p:cNvPr id="265220" name="Rectangle 6">
            <a:extLst>
              <a:ext uri="{FF2B5EF4-FFF2-40B4-BE49-F238E27FC236}">
                <a16:creationId xmlns:a16="http://schemas.microsoft.com/office/drawing/2014/main" id="{C7A05C79-2BFC-69DE-3646-D0E387E313F0}"/>
              </a:ext>
            </a:extLst>
          </p:cNvPr>
          <p:cNvSpPr>
            <a:spLocks noChangeArrowheads="1"/>
          </p:cNvSpPr>
          <p:nvPr/>
        </p:nvSpPr>
        <p:spPr bwMode="auto">
          <a:xfrm>
            <a:off x="647700" y="1460500"/>
            <a:ext cx="8267700" cy="5168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eaLnBrk="1" hangingPunct="1">
              <a:buClrTx/>
              <a:buFontTx/>
              <a:buNone/>
            </a:pPr>
            <a:r>
              <a:rPr lang="en-US" altLang="en-US" sz="2000"/>
              <a:t> </a:t>
            </a:r>
          </a:p>
          <a:p>
            <a:pPr eaLnBrk="1" hangingPunct="1">
              <a:buClr>
                <a:schemeClr val="bg2"/>
              </a:buClr>
              <a:buFontTx/>
              <a:buNone/>
            </a:pPr>
            <a:r>
              <a:rPr lang="en-US" altLang="en-US" sz="2000"/>
              <a:t>Step 11) Press enter to add component data and then press Done</a:t>
            </a:r>
          </a:p>
          <a:p>
            <a:pPr eaLnBrk="1" hangingPunct="1">
              <a:buClr>
                <a:schemeClr val="bg2"/>
              </a:buClr>
              <a:buFontTx/>
              <a:buNone/>
            </a:pPr>
            <a:endParaRPr lang="en-US" altLang="en-US" sz="2000"/>
          </a:p>
        </p:txBody>
      </p:sp>
      <p:pic>
        <p:nvPicPr>
          <p:cNvPr id="265221" name="Picture 8" descr="walk_finalgif">
            <a:extLst>
              <a:ext uri="{FF2B5EF4-FFF2-40B4-BE49-F238E27FC236}">
                <a16:creationId xmlns:a16="http://schemas.microsoft.com/office/drawing/2014/main" id="{234F493A-98B4-D568-2DF1-7C2D7A317C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866900" y="2306638"/>
            <a:ext cx="5467350" cy="40576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65222" name="TextBox 7">
            <a:extLst>
              <a:ext uri="{FF2B5EF4-FFF2-40B4-BE49-F238E27FC236}">
                <a16:creationId xmlns:a16="http://schemas.microsoft.com/office/drawing/2014/main" id="{4468DC77-9B7E-4AD6-260F-D3C84C4BF80C}"/>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41" name="Rectangle 2">
            <a:extLst>
              <a:ext uri="{FF2B5EF4-FFF2-40B4-BE49-F238E27FC236}">
                <a16:creationId xmlns:a16="http://schemas.microsoft.com/office/drawing/2014/main" id="{308CED82-5E38-DD43-4A05-E7829E69F08A}"/>
              </a:ext>
            </a:extLst>
          </p:cNvPr>
          <p:cNvSpPr>
            <a:spLocks noGrp="1" noChangeArrowheads="1"/>
          </p:cNvSpPr>
          <p:nvPr>
            <p:ph type="title"/>
          </p:nvPr>
        </p:nvSpPr>
        <p:spPr>
          <a:xfrm>
            <a:off x="1981200" y="12700"/>
            <a:ext cx="5181600" cy="317500"/>
          </a:xfrm>
        </p:spPr>
        <p:txBody>
          <a:bodyPr/>
          <a:lstStyle/>
          <a:p>
            <a:pPr eaLnBrk="1" hangingPunct="1"/>
            <a:r>
              <a:rPr lang="en-US" altLang="en-US" sz="1800">
                <a:solidFill>
                  <a:srgbClr val="FFFFFF"/>
                </a:solidFill>
                <a:latin typeface="Arial Unicode MS" panose="020B0604020202020204" pitchFamily="34" charset="-128"/>
              </a:rPr>
              <a:t>Module 4 – API Subsystem</a:t>
            </a:r>
          </a:p>
        </p:txBody>
      </p:sp>
      <p:sp>
        <p:nvSpPr>
          <p:cNvPr id="266242" name="Text Box 3">
            <a:extLst>
              <a:ext uri="{FF2B5EF4-FFF2-40B4-BE49-F238E27FC236}">
                <a16:creationId xmlns:a16="http://schemas.microsoft.com/office/drawing/2014/main" id="{BFDEF2C6-7FF9-C3D8-84A9-31116C0AE528}"/>
              </a:ext>
            </a:extLst>
          </p:cNvPr>
          <p:cNvSpPr txBox="1">
            <a:spLocks noChangeArrowheads="1"/>
          </p:cNvSpPr>
          <p:nvPr/>
        </p:nvSpPr>
        <p:spPr bwMode="auto">
          <a:xfrm>
            <a:off x="8709025" y="6654800"/>
            <a:ext cx="436563" cy="2746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eaLnBrk="1" hangingPunct="1">
              <a:spcBef>
                <a:spcPct val="0"/>
              </a:spcBef>
              <a:buClrTx/>
              <a:buFontTx/>
              <a:buNone/>
            </a:pPr>
            <a:fld id="{68D7D376-9A67-4031-8512-192743E3728B}" type="slidenum">
              <a:rPr lang="en-US" altLang="en-US" sz="1200" b="1">
                <a:solidFill>
                  <a:srgbClr val="1C1C1C"/>
                </a:solidFill>
              </a:rPr>
              <a:pPr eaLnBrk="1" hangingPunct="1">
                <a:spcBef>
                  <a:spcPct val="0"/>
                </a:spcBef>
                <a:buClrTx/>
                <a:buFontTx/>
                <a:buNone/>
              </a:pPr>
              <a:t>221</a:t>
            </a:fld>
            <a:endParaRPr lang="en-US" altLang="en-US" sz="1200" b="1">
              <a:solidFill>
                <a:srgbClr val="1C1C1C"/>
              </a:solidFill>
            </a:endParaRPr>
          </a:p>
        </p:txBody>
      </p:sp>
      <p:sp>
        <p:nvSpPr>
          <p:cNvPr id="266243" name="Rectangle 4">
            <a:extLst>
              <a:ext uri="{FF2B5EF4-FFF2-40B4-BE49-F238E27FC236}">
                <a16:creationId xmlns:a16="http://schemas.microsoft.com/office/drawing/2014/main" id="{172C61A1-C060-6828-D4EA-FFC6231FF9B9}"/>
              </a:ext>
            </a:extLst>
          </p:cNvPr>
          <p:cNvSpPr>
            <a:spLocks noChangeArrowheads="1"/>
          </p:cNvSpPr>
          <p:nvPr/>
        </p:nvSpPr>
        <p:spPr bwMode="auto">
          <a:xfrm>
            <a:off x="387350" y="2743200"/>
            <a:ext cx="8337550" cy="1844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tabLst>
                <a:tab pos="280988" algn="l"/>
              </a:tabLst>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tabLst>
                <a:tab pos="280988" algn="l"/>
              </a:tabLst>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tabLst>
                <a:tab pos="280988" algn="l"/>
              </a:tabLst>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tabLst>
                <a:tab pos="280988" algn="l"/>
              </a:tabLst>
              <a:defRPr sz="2000">
                <a:solidFill>
                  <a:schemeClr val="tx1"/>
                </a:solidFill>
                <a:latin typeface="Arial" panose="020B0604020202020204" pitchFamily="34" charset="0"/>
              </a:defRPr>
            </a:lvl9pPr>
          </a:lstStyle>
          <a:p>
            <a:pPr algn="ctr" eaLnBrk="1" hangingPunct="1">
              <a:buClr>
                <a:schemeClr val="bg2"/>
              </a:buClr>
              <a:buFontTx/>
              <a:buNone/>
            </a:pPr>
            <a:endParaRPr lang="en-US" altLang="en-US" sz="2400" b="1"/>
          </a:p>
          <a:p>
            <a:pPr algn="ctr" eaLnBrk="1" hangingPunct="1">
              <a:buClr>
                <a:schemeClr val="bg2"/>
              </a:buClr>
              <a:buFontTx/>
              <a:buNone/>
            </a:pPr>
            <a:r>
              <a:rPr lang="en-US" altLang="en-US" sz="2400" b="1"/>
              <a:t>End of Lesson 4f</a:t>
            </a:r>
          </a:p>
          <a:p>
            <a:pPr algn="ctr" eaLnBrk="1" hangingPunct="1">
              <a:buClr>
                <a:schemeClr val="bg2"/>
              </a:buClr>
              <a:buFontTx/>
              <a:buNone/>
            </a:pPr>
            <a:endParaRPr lang="en-US" altLang="en-US" sz="2400" b="1"/>
          </a:p>
          <a:p>
            <a:pPr algn="ctr" eaLnBrk="1" hangingPunct="1">
              <a:buClr>
                <a:schemeClr val="bg2"/>
              </a:buClr>
              <a:buFontTx/>
              <a:buNone/>
            </a:pPr>
            <a:endParaRPr lang="en-US" altLang="en-US" sz="2400"/>
          </a:p>
          <a:p>
            <a:pPr algn="ctr" eaLnBrk="1" hangingPunct="1">
              <a:buClr>
                <a:schemeClr val="bg2"/>
              </a:buClr>
              <a:buFontTx/>
              <a:buNone/>
            </a:pPr>
            <a:endParaRPr lang="en-US" altLang="en-US" sz="2400"/>
          </a:p>
          <a:p>
            <a:pPr algn="ctr" eaLnBrk="1" hangingPunct="1">
              <a:buClr>
                <a:schemeClr val="bg2"/>
              </a:buClr>
              <a:buFontTx/>
              <a:buNone/>
            </a:pPr>
            <a:endParaRPr lang="en-US" altLang="en-US" sz="2400"/>
          </a:p>
        </p:txBody>
      </p:sp>
      <p:sp>
        <p:nvSpPr>
          <p:cNvPr id="266244" name="TextBox 5">
            <a:extLst>
              <a:ext uri="{FF2B5EF4-FFF2-40B4-BE49-F238E27FC236}">
                <a16:creationId xmlns:a16="http://schemas.microsoft.com/office/drawing/2014/main" id="{FFE954A0-E723-B0A3-CF52-4B05259C4B8D}"/>
              </a:ext>
            </a:extLst>
          </p:cNvPr>
          <p:cNvSpPr txBox="1">
            <a:spLocks noChangeArrowheads="1"/>
          </p:cNvSpPr>
          <p:nvPr/>
        </p:nvSpPr>
        <p:spPr bwMode="auto">
          <a:xfrm>
            <a:off x="1169988" y="298450"/>
            <a:ext cx="6842125" cy="584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ctr">
              <a:spcBef>
                <a:spcPct val="0"/>
              </a:spcBef>
              <a:buClrTx/>
              <a:buFontTx/>
              <a:buNone/>
            </a:pPr>
            <a:r>
              <a:rPr lang="en-US" altLang="en-US" sz="3200" b="1" i="1"/>
              <a:t>API Subsystem</a:t>
            </a:r>
          </a:p>
        </p:txBody>
      </p:sp>
    </p:spTree>
  </p:cSld>
  <p:clrMapOvr>
    <a:masterClrMapping/>
  </p:clrMapOvr>
  <p:transition/>
</p:sld>
</file>

<file path=ppt/slides/slide2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7265" name="Rectangle 3">
            <a:extLst>
              <a:ext uri="{FF2B5EF4-FFF2-40B4-BE49-F238E27FC236}">
                <a16:creationId xmlns:a16="http://schemas.microsoft.com/office/drawing/2014/main" id="{D2CDF39C-BF8D-FE55-F7CA-001CEC4EBB54}"/>
              </a:ext>
            </a:extLst>
          </p:cNvPr>
          <p:cNvSpPr>
            <a:spLocks noChangeArrowheads="1"/>
          </p:cNvSpPr>
          <p:nvPr/>
        </p:nvSpPr>
        <p:spPr bwMode="auto">
          <a:xfrm>
            <a:off x="8478838" y="6653213"/>
            <a:ext cx="677862" cy="204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Clr>
                <a:srgbClr val="151C77"/>
              </a:buClr>
              <a:buFont typeface="Wingdings" panose="05000000000000000000" pitchFamily="2" charset="2"/>
              <a:buChar char="§"/>
              <a:defRPr sz="2800">
                <a:solidFill>
                  <a:schemeClr val="tx1"/>
                </a:solidFill>
                <a:latin typeface="Arial" panose="020B0604020202020204" pitchFamily="34" charset="0"/>
              </a:defRPr>
            </a:lvl1pPr>
            <a:lvl2pPr marL="742950" indent="-285750">
              <a:spcBef>
                <a:spcPct val="20000"/>
              </a:spcBef>
              <a:buClr>
                <a:srgbClr val="151C77"/>
              </a:buClr>
              <a:buFont typeface="Arial" panose="020B0604020202020204" pitchFamily="34" charset="0"/>
              <a:buChar char="–"/>
              <a:defRPr sz="2400">
                <a:solidFill>
                  <a:schemeClr val="tx1"/>
                </a:solidFill>
                <a:latin typeface="Arial" panose="020B0604020202020204" pitchFamily="34" charset="0"/>
              </a:defRPr>
            </a:lvl2pPr>
            <a:lvl3pPr marL="1143000" indent="-228600">
              <a:spcBef>
                <a:spcPct val="20000"/>
              </a:spcBef>
              <a:buClr>
                <a:srgbClr val="151C77"/>
              </a:buClr>
              <a:buFont typeface="Wingdings" panose="05000000000000000000" pitchFamily="2" charset="2"/>
              <a:buChar char="§"/>
              <a:defRPr sz="2000">
                <a:solidFill>
                  <a:schemeClr val="tx1"/>
                </a:solidFill>
                <a:latin typeface="Arial" panose="020B0604020202020204" pitchFamily="34" charset="0"/>
              </a:defRPr>
            </a:lvl3pPr>
            <a:lvl4pPr marL="16002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4pPr>
            <a:lvl5pPr marL="2057400" indent="-228600">
              <a:spcBef>
                <a:spcPct val="20000"/>
              </a:spcBef>
              <a:buClr>
                <a:srgbClr val="003399"/>
              </a:buClr>
              <a:buSzPct val="80000"/>
              <a:buFont typeface="Wingdings" panose="05000000000000000000" pitchFamily="2" charset="2"/>
              <a:buChar char="n"/>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rgbClr val="003399"/>
              </a:buClr>
              <a:buSzPct val="80000"/>
              <a:buFont typeface="Wingdings" panose="05000000000000000000" pitchFamily="2" charset="2"/>
              <a:buChar char="n"/>
              <a:defRPr sz="2000">
                <a:solidFill>
                  <a:schemeClr val="tx1"/>
                </a:solidFill>
                <a:latin typeface="Arial" panose="020B0604020202020204" pitchFamily="34" charset="0"/>
              </a:defRPr>
            </a:lvl9pPr>
          </a:lstStyle>
          <a:p>
            <a:pPr algn="r">
              <a:spcBef>
                <a:spcPct val="0"/>
              </a:spcBef>
              <a:buClrTx/>
              <a:buFontTx/>
              <a:buNone/>
            </a:pPr>
            <a:fld id="{85F6AD00-BBB7-4B52-8003-D2365DCEBB14}" type="slidenum">
              <a:rPr lang="en-US" altLang="en-US" sz="1200" b="1"/>
              <a:pPr algn="r">
                <a:spcBef>
                  <a:spcPct val="0"/>
                </a:spcBef>
                <a:buClrTx/>
                <a:buFontTx/>
                <a:buNone/>
              </a:pPr>
              <a:t>222</a:t>
            </a:fld>
            <a:endParaRPr lang="en-US" altLang="en-US" sz="1200" b="1"/>
          </a:p>
        </p:txBody>
      </p:sp>
      <p:pic>
        <p:nvPicPr>
          <p:cNvPr id="267266" name="Picture 4" descr="PA16811088338">
            <a:extLst>
              <a:ext uri="{FF2B5EF4-FFF2-40B4-BE49-F238E27FC236}">
                <a16:creationId xmlns:a16="http://schemas.microsoft.com/office/drawing/2014/main" id="{2E3DD3B6-3A07-999E-DEAA-889A64A73B88}"/>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a:xfrm>
            <a:off x="1209675" y="1743075"/>
            <a:ext cx="6734175" cy="4486275"/>
          </a:xfrm>
          <a:noFill/>
          <a:ln>
            <a:solidFill>
              <a:schemeClr val="tx1"/>
            </a:solidFill>
            <a:miter lim="800000"/>
            <a:headEnd/>
            <a:tailEnd/>
          </a:ln>
        </p:spPr>
      </p:pic>
      <p:sp>
        <p:nvSpPr>
          <p:cNvPr id="267267" name="Rectangle 5">
            <a:extLst>
              <a:ext uri="{FF2B5EF4-FFF2-40B4-BE49-F238E27FC236}">
                <a16:creationId xmlns:a16="http://schemas.microsoft.com/office/drawing/2014/main" id="{C1255703-053F-4D8C-EDB2-6EA44099DCC4}"/>
              </a:ext>
            </a:extLst>
          </p:cNvPr>
          <p:cNvSpPr>
            <a:spLocks noGrp="1" noChangeArrowheads="1"/>
          </p:cNvSpPr>
          <p:nvPr>
            <p:ph type="body" idx="1"/>
          </p:nvPr>
        </p:nvSpPr>
        <p:spPr>
          <a:xfrm>
            <a:off x="1449388" y="1071563"/>
            <a:ext cx="6227762" cy="452437"/>
          </a:xfrm>
          <a:noFill/>
        </p:spPr>
        <p:txBody>
          <a:bodyPr/>
          <a:lstStyle/>
          <a:p>
            <a:pPr marL="0" indent="0" algn="ctr" eaLnBrk="1" hangingPunct="1">
              <a:lnSpc>
                <a:spcPct val="90000"/>
              </a:lnSpc>
              <a:buClr>
                <a:schemeClr val="bg2"/>
              </a:buClr>
              <a:buFontTx/>
              <a:buNone/>
              <a:tabLst>
                <a:tab pos="280988" algn="l"/>
              </a:tabLst>
            </a:pPr>
            <a:r>
              <a:rPr lang="en-US" altLang="en-US" sz="2400" b="1"/>
              <a:t>Course Evaluation</a:t>
            </a:r>
          </a:p>
        </p:txBody>
      </p:sp>
    </p:spTree>
  </p:cSld>
  <p:clrMapOvr>
    <a:masterClrMapping/>
  </p:clrMapOvr>
  <p:transition/>
</p:sld>
</file>

<file path=ppt/slides/slide2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69313" name="Picture 2">
            <a:extLst>
              <a:ext uri="{FF2B5EF4-FFF2-40B4-BE49-F238E27FC236}">
                <a16:creationId xmlns:a16="http://schemas.microsoft.com/office/drawing/2014/main" id="{030ED013-4106-88C7-6744-1E026C2F55A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3958" t="5637" r="4063" b="9644"/>
          <a:stretch>
            <a:fillRect/>
          </a:stretch>
        </p:blipFill>
        <p:spPr bwMode="auto">
          <a:xfrm>
            <a:off x="-15875" y="0"/>
            <a:ext cx="9150350" cy="6858000"/>
          </a:xfrm>
          <a:prstGeom prst="rect">
            <a:avLst/>
          </a:prstGeom>
          <a:solidFill>
            <a:srgbClr val="002060"/>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4" name="Picture 20" descr="448TH SUPPLY CHAIN SUSTAINMENT WING COLOR_Transparentjun08">
            <a:extLst>
              <a:ext uri="{FF2B5EF4-FFF2-40B4-BE49-F238E27FC236}">
                <a16:creationId xmlns:a16="http://schemas.microsoft.com/office/drawing/2014/main" id="{0592B0DA-306E-ECB1-D032-34C46F95C13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33713" y="2228850"/>
            <a:ext cx="2986087" cy="2952750"/>
          </a:xfrm>
          <a:prstGeom prst="rect">
            <a:avLst/>
          </a:prstGeom>
          <a:noFill/>
          <a:ln>
            <a:noFill/>
          </a:ln>
          <a:effectLst>
            <a:outerShdw blurRad="292100" dist="139700" dir="2700000" algn="tl" rotWithShape="0">
              <a:srgbClr val="333333">
                <a:alpha val="6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Picture 5">
            <a:extLst>
              <a:ext uri="{FF2B5EF4-FFF2-40B4-BE49-F238E27FC236}">
                <a16:creationId xmlns:a16="http://schemas.microsoft.com/office/drawing/2014/main" id="{F2EA808E-A247-97F0-B191-654A0E4951B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2000" y="3746500"/>
            <a:ext cx="1939925" cy="1914525"/>
          </a:xfrm>
          <a:prstGeom prst="rect">
            <a:avLst/>
          </a:prstGeom>
          <a:noFill/>
          <a:ln>
            <a:noFill/>
          </a:ln>
          <a:effectLst>
            <a:outerShdw blurRad="292100" dist="139700" dir="2700000" algn="tl" rotWithShape="0">
              <a:srgbClr val="333333">
                <a:alpha val="6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Picture 6">
            <a:extLst>
              <a:ext uri="{FF2B5EF4-FFF2-40B4-BE49-F238E27FC236}">
                <a16:creationId xmlns:a16="http://schemas.microsoft.com/office/drawing/2014/main" id="{01C2B433-7C91-8E6B-97B5-3CB1BDA3668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42075" y="1446213"/>
            <a:ext cx="1939925" cy="1914525"/>
          </a:xfrm>
          <a:prstGeom prst="rect">
            <a:avLst/>
          </a:prstGeom>
          <a:noFill/>
          <a:ln>
            <a:noFill/>
          </a:ln>
          <a:effectLst>
            <a:outerShdw blurRad="292100" dist="139700" dir="2700000" algn="tl" rotWithShape="0">
              <a:srgbClr val="333333">
                <a:alpha val="6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7">
            <a:extLst>
              <a:ext uri="{FF2B5EF4-FFF2-40B4-BE49-F238E27FC236}">
                <a16:creationId xmlns:a16="http://schemas.microsoft.com/office/drawing/2014/main" id="{75A345FE-3DE0-1216-9F94-1F2EC558C41C}"/>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787400" y="1465263"/>
            <a:ext cx="1936750" cy="1914525"/>
          </a:xfrm>
          <a:prstGeom prst="rect">
            <a:avLst/>
          </a:prstGeom>
          <a:noFill/>
          <a:ln>
            <a:noFill/>
          </a:ln>
          <a:effectLst>
            <a:outerShdw blurRad="292100" dist="139700" dir="2700000" algn="tl" rotWithShape="0">
              <a:srgbClr val="333333">
                <a:alpha val="6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9" name="Picture 8">
            <a:extLst>
              <a:ext uri="{FF2B5EF4-FFF2-40B4-BE49-F238E27FC236}">
                <a16:creationId xmlns:a16="http://schemas.microsoft.com/office/drawing/2014/main" id="{3EF10FFA-8B2A-2617-BB05-2B751E618C96}"/>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442075" y="3743325"/>
            <a:ext cx="1939925" cy="1912938"/>
          </a:xfrm>
          <a:prstGeom prst="rect">
            <a:avLst/>
          </a:prstGeom>
          <a:noFill/>
          <a:ln>
            <a:noFill/>
          </a:ln>
          <a:effectLst>
            <a:outerShdw blurRad="292100" dist="139700" dir="2700000" algn="tl" rotWithShape="0">
              <a:srgbClr val="333333">
                <a:alpha val="64999"/>
              </a:srgb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Line 1087">
            <a:extLst>
              <a:ext uri="{FF2B5EF4-FFF2-40B4-BE49-F238E27FC236}">
                <a16:creationId xmlns:a16="http://schemas.microsoft.com/office/drawing/2014/main" id="{7AC02613-A93B-C241-97FE-08887E061B9C}"/>
              </a:ext>
            </a:extLst>
          </p:cNvPr>
          <p:cNvSpPr>
            <a:spLocks noChangeShapeType="1"/>
          </p:cNvSpPr>
          <p:nvPr/>
        </p:nvSpPr>
        <p:spPr bwMode="auto">
          <a:xfrm>
            <a:off x="381000" y="1066800"/>
            <a:ext cx="8382000" cy="0"/>
          </a:xfrm>
          <a:prstGeom prst="line">
            <a:avLst/>
          </a:prstGeom>
          <a:noFill/>
          <a:ln w="57150">
            <a:solidFill>
              <a:srgbClr val="0C2D83"/>
            </a:solidFill>
            <a:round/>
            <a:headEnd/>
            <a:tailEnd/>
          </a:ln>
          <a:effectLst/>
        </p:spPr>
        <p:txBody>
          <a:bodyPr wrap="none" anchor="ctr"/>
          <a:lstStyle/>
          <a:p>
            <a:pPr algn="ctr">
              <a:lnSpc>
                <a:spcPct val="80000"/>
              </a:lnSpc>
              <a:buClr>
                <a:srgbClr val="000066"/>
              </a:buClr>
              <a:buSzPct val="80000"/>
              <a:buFont typeface="Wingdings" pitchFamily="2" charset="2"/>
              <a:buChar char="q"/>
              <a:defRPr/>
            </a:pPr>
            <a:endParaRPr lang="en-US" kern="0" dirty="0">
              <a:solidFill>
                <a:srgbClr val="000000"/>
              </a:solidFill>
              <a:latin typeface="Arial"/>
              <a:cs typeface="Arial" charset="0"/>
            </a:endParaRPr>
          </a:p>
        </p:txBody>
      </p:sp>
      <p:sp>
        <p:nvSpPr>
          <p:cNvPr id="2" name="TextBox 1">
            <a:extLst>
              <a:ext uri="{FF2B5EF4-FFF2-40B4-BE49-F238E27FC236}">
                <a16:creationId xmlns:a16="http://schemas.microsoft.com/office/drawing/2014/main" id="{4D1D4F4F-B30C-7A40-BCDA-C6F8DBED2033}"/>
              </a:ext>
            </a:extLst>
          </p:cNvPr>
          <p:cNvSpPr txBox="1"/>
          <p:nvPr/>
        </p:nvSpPr>
        <p:spPr>
          <a:xfrm>
            <a:off x="44450" y="261938"/>
            <a:ext cx="9086850" cy="647700"/>
          </a:xfrm>
          <a:prstGeom prst="rect">
            <a:avLst/>
          </a:prstGeom>
          <a:noFill/>
        </p:spPr>
        <p:txBody>
          <a:bodyPr>
            <a:spAutoFit/>
          </a:bodyPr>
          <a:lstStyle/>
          <a:p>
            <a:pPr algn="ctr" eaLnBrk="1" hangingPunct="1">
              <a:defRPr/>
            </a:pPr>
            <a:r>
              <a:rPr lang="en-US" sz="3600" b="1" i="1" dirty="0">
                <a:solidFill>
                  <a:srgbClr val="002060"/>
                </a:solidFill>
                <a:effectLst>
                  <a:outerShdw blurRad="38100" dist="38100" dir="2700000" algn="tl">
                    <a:srgbClr val="000000">
                      <a:alpha val="43137"/>
                    </a:srgbClr>
                  </a:outerShdw>
                </a:effectLst>
              </a:rPr>
              <a:t>448th Supply Chain Management Wing</a:t>
            </a:r>
          </a:p>
        </p:txBody>
      </p:sp>
      <p:sp>
        <p:nvSpPr>
          <p:cNvPr id="15" name="Text Box 13">
            <a:extLst>
              <a:ext uri="{FF2B5EF4-FFF2-40B4-BE49-F238E27FC236}">
                <a16:creationId xmlns:a16="http://schemas.microsoft.com/office/drawing/2014/main" id="{6F5966F0-EFE5-7A40-B48E-AB40452FF55E}"/>
              </a:ext>
            </a:extLst>
          </p:cNvPr>
          <p:cNvSpPr txBox="1">
            <a:spLocks noChangeArrowheads="1"/>
          </p:cNvSpPr>
          <p:nvPr/>
        </p:nvSpPr>
        <p:spPr bwMode="auto">
          <a:xfrm>
            <a:off x="-12700" y="5753100"/>
            <a:ext cx="9144000" cy="1141413"/>
          </a:xfrm>
          <a:prstGeom prst="rect">
            <a:avLst/>
          </a:prstGeom>
          <a:noFill/>
          <a:ln w="9525">
            <a:noFill/>
            <a:miter lim="800000"/>
            <a:headEnd/>
            <a:tailEnd/>
          </a:ln>
        </p:spPr>
        <p:txBody>
          <a:bodyPr>
            <a:spAutoFit/>
          </a:bodyPr>
          <a:lstStyle/>
          <a:p>
            <a:pPr algn="ctr" eaLnBrk="1" hangingPunct="1">
              <a:spcBef>
                <a:spcPts val="500"/>
              </a:spcBef>
              <a:defRPr/>
            </a:pPr>
            <a:r>
              <a:rPr lang="en-US" sz="3200" b="1" i="1" dirty="0">
                <a:solidFill>
                  <a:srgbClr val="002060"/>
                </a:solidFill>
                <a:effectLst>
                  <a:outerShdw blurRad="38100" dist="38100" dir="2700000" algn="tl">
                    <a:srgbClr val="000000">
                      <a:alpha val="43137"/>
                    </a:srgbClr>
                  </a:outerShdw>
                </a:effectLst>
                <a:latin typeface="Monotype Corsiva" pitchFamily="66" charset="0"/>
                <a:cs typeface="Arial" charset="0"/>
              </a:rPr>
              <a:t>The Supply Chain Delivers … </a:t>
            </a:r>
          </a:p>
          <a:p>
            <a:pPr algn="ctr" eaLnBrk="1" hangingPunct="1">
              <a:spcBef>
                <a:spcPts val="500"/>
              </a:spcBef>
              <a:defRPr/>
            </a:pPr>
            <a:r>
              <a:rPr lang="en-US" sz="3200" b="1" i="1" dirty="0">
                <a:solidFill>
                  <a:srgbClr val="002060"/>
                </a:solidFill>
                <a:effectLst>
                  <a:outerShdw blurRad="38100" dist="38100" dir="2700000" algn="tl">
                    <a:srgbClr val="000000">
                      <a:alpha val="43137"/>
                    </a:srgbClr>
                  </a:outerShdw>
                </a:effectLst>
                <a:latin typeface="Monotype Corsiva" pitchFamily="66" charset="0"/>
                <a:cs typeface="Arial" charset="0"/>
              </a:rPr>
              <a:t>Parts on the Shelf and Contracts in Place</a:t>
            </a:r>
          </a:p>
        </p:txBody>
      </p:sp>
    </p:spTree>
  </p:cSld>
  <p:clrMapOvr>
    <a:masterClrMapping/>
  </p:clrMapOvr>
  <p:transition/>
</p:sld>
</file>

<file path=ppt/theme/theme1.xml><?xml version="1.0" encoding="utf-8"?>
<a:theme xmlns:a="http://schemas.openxmlformats.org/drawingml/2006/main" name="New GLSC template">
  <a:themeElements>
    <a:clrScheme name="New GLSC 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New GLSC template">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57150" cap="flat" cmpd="sng" algn="ctr">
          <a:solidFill>
            <a:schemeClr val="accent2"/>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80000"/>
          </a:lnSpc>
          <a:spcBef>
            <a:spcPct val="0"/>
          </a:spcBef>
          <a:spcAft>
            <a:spcPct val="0"/>
          </a:spcAft>
          <a:buClr>
            <a:srgbClr val="000066"/>
          </a:buClr>
          <a:buSzPct val="80000"/>
          <a:buFont typeface="Wingdings" pitchFamily="2" charset="2"/>
          <a:buChar char="q"/>
          <a:tabLst/>
          <a:defRPr kumimoji="0" lang="en-US" sz="6000" b="0"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57150" cap="flat" cmpd="sng" algn="ctr">
          <a:solidFill>
            <a:schemeClr val="accent2"/>
          </a:solidFill>
          <a:prstDash val="solid"/>
          <a:round/>
          <a:headEnd type="none" w="med" len="med"/>
          <a:tailEnd type="triangle" w="med" len="med"/>
        </a:ln>
        <a:effectLst/>
      </a:spPr>
      <a:bodyPr vert="horz" wrap="none" lIns="91440" tIns="45720" rIns="91440" bIns="45720" numCol="1" anchor="ctr" anchorCtr="0" compatLnSpc="1">
        <a:prstTxWarp prst="textNoShape">
          <a:avLst/>
        </a:prstTxWarp>
      </a:bodyPr>
      <a:lstStyle>
        <a:defPPr marL="0" marR="0" indent="0" algn="ctr" defTabSz="914400" rtl="0" eaLnBrk="0" fontAlgn="base" latinLnBrk="0" hangingPunct="0">
          <a:lnSpc>
            <a:spcPct val="80000"/>
          </a:lnSpc>
          <a:spcBef>
            <a:spcPct val="0"/>
          </a:spcBef>
          <a:spcAft>
            <a:spcPct val="0"/>
          </a:spcAft>
          <a:buClr>
            <a:srgbClr val="000066"/>
          </a:buClr>
          <a:buSzPct val="80000"/>
          <a:buFont typeface="Wingdings" pitchFamily="2" charset="2"/>
          <a:buChar char="q"/>
          <a:tabLst/>
          <a:defRPr kumimoji="0" lang="en-US" sz="6000" b="0" i="0" u="none" strike="noStrike" cap="none" normalizeH="0" baseline="0" smtClean="0">
            <a:ln>
              <a:noFill/>
            </a:ln>
            <a:solidFill>
              <a:schemeClr val="tx1"/>
            </a:solidFill>
            <a:effectLst/>
            <a:latin typeface="Arial" charset="0"/>
          </a:defRPr>
        </a:defPPr>
      </a:lstStyle>
    </a:lnDef>
  </a:objectDefaults>
  <a:extraClrSchemeLst>
    <a:extraClrScheme>
      <a:clrScheme name="New GLSC template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New GLSC template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New GLSC template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New GLSC template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New GLSC template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New GLSC template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New GLSC template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Summary xmlns="241efbf5-977f-45bd-a626-63ce12c37c50">This presentation provides an overview of the D200F system and its related applications for managing indenture data. It explains what indenture data is (e.g., Next Higher Assembly, PPL), how to navigate different programs and screens within the D200F application suite, and how to query and interpret data related to parts, stock numbers, and system configurations.</Summary>
    <WebsiteURL xmlns="241efbf5-977f-45bd-a626-63ce12c37c50" xsi:nil="true"/>
    <_ExtendedDescription xmlns="http://schemas.microsoft.com/sharepoint/v3" xsi:nil="true"/>
    <InstructorType xmlns="241efbf5-977f-45bd-a626-63ce12c37c50" xsi:nil="true"/>
  </documentManagement>
</p:properties>
</file>

<file path=customXml/item3.xml><?xml version="1.0" encoding="utf-8"?>
<LongProperties xmlns="http://schemas.microsoft.com/office/2006/metadata/longProperties"/>
</file>

<file path=customXml/item4.xml><?xml version="1.0" encoding="utf-8"?>
<ct:contentTypeSchema xmlns:ct="http://schemas.microsoft.com/office/2006/metadata/contentType" xmlns:ma="http://schemas.microsoft.com/office/2006/metadata/properties/metaAttributes" ct:_="" ma:_="" ma:contentTypeName="Document" ma:contentTypeID="0x01010007FEFA47AFEBA94186293892278EA703" ma:contentTypeVersion="13" ma:contentTypeDescription="Create a new document." ma:contentTypeScope="" ma:versionID="d68dd8cbd9329c3d764958c0a488e40f">
  <xsd:schema xmlns:xsd="http://www.w3.org/2001/XMLSchema" xmlns:xs="http://www.w3.org/2001/XMLSchema" xmlns:p="http://schemas.microsoft.com/office/2006/metadata/properties" xmlns:ns1="http://schemas.microsoft.com/sharepoint/v3" xmlns:ns2="241efbf5-977f-45bd-a626-63ce12c37c50" targetNamespace="http://schemas.microsoft.com/office/2006/metadata/properties" ma:root="true" ma:fieldsID="3ac1a5fc10613c8bc94528932b0c09a1" ns1:_="" ns2:_="">
    <xsd:import namespace="http://schemas.microsoft.com/sharepoint/v3"/>
    <xsd:import namespace="241efbf5-977f-45bd-a626-63ce12c37c50"/>
    <xsd:element name="properties">
      <xsd:complexType>
        <xsd:sequence>
          <xsd:element name="documentManagement">
            <xsd:complexType>
              <xsd:all>
                <xsd:element ref="ns2:Summary" minOccurs="0"/>
                <xsd:element ref="ns2:MediaServiceMetadata" minOccurs="0"/>
                <xsd:element ref="ns2:MediaServiceFastMetadata" minOccurs="0"/>
                <xsd:element ref="ns2:MediaServiceSearchProperties" minOccurs="0"/>
                <xsd:element ref="ns2:MediaServiceDateTaken" minOccurs="0"/>
                <xsd:element ref="ns2:MediaServiceGenerationTime" minOccurs="0"/>
                <xsd:element ref="ns2:MediaServiceEventHashCode" minOccurs="0"/>
                <xsd:element ref="ns2:MediaLengthInSeconds" minOccurs="0"/>
                <xsd:element ref="ns2:MediaServiceBillingMetadata" minOccurs="0"/>
                <xsd:element ref="ns2:WebsiteURL" minOccurs="0"/>
                <xsd:element ref="ns1:_ExtendedDescription" minOccurs="0"/>
                <xsd:element ref="ns2:InstructorTyp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ExtendedDescription" ma:index="19" nillable="true" ma:displayName="Description" ma:internalName="_ExtendedDescription">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241efbf5-977f-45bd-a626-63ce12c37c50" elementFormDefault="qualified">
    <xsd:import namespace="http://schemas.microsoft.com/office/2006/documentManagement/types"/>
    <xsd:import namespace="http://schemas.microsoft.com/office/infopath/2007/PartnerControls"/>
    <xsd:element name="Summary" ma:index="9" nillable="true" ma:displayName="Summary" ma:format="Dropdown" ma:internalName="Summary">
      <xsd:simpleType>
        <xsd:restriction base="dms:Note"/>
      </xsd:simpleType>
    </xsd:element>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SearchProperties" ma:index="12" nillable="true" ma:displayName="MediaServiceSearchProperties" ma:hidden="true" ma:internalName="MediaServiceSearchProperties"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MediaServiceBillingMetadata" ma:index="17" nillable="true" ma:displayName="MediaServiceBillingMetadata" ma:hidden="true" ma:internalName="MediaServiceBillingMetadata" ma:readOnly="true">
      <xsd:simpleType>
        <xsd:restriction base="dms:Note"/>
      </xsd:simpleType>
    </xsd:element>
    <xsd:element name="WebsiteURL" ma:index="18" nillable="true" ma:displayName="WebsiteURL" ma:format="Dropdown" ma:internalName="WebsiteURL">
      <xsd:simpleType>
        <xsd:restriction base="dms:Text">
          <xsd:maxLength value="255"/>
        </xsd:restriction>
      </xsd:simpleType>
    </xsd:element>
    <xsd:element name="InstructorType" ma:index="20" nillable="true" ma:displayName="Instructor Type" ma:format="Dropdown" ma:internalName="InstructorType">
      <xsd:simpleType>
        <xsd:restriction base="dms:Choice">
          <xsd:enumeration value="Equipment Specialist"/>
          <xsd:enumeration value="Item Manager"/>
          <xsd:enumeration value="Supply Planner"/>
          <xsd:enumeration value="Materiel Manager"/>
          <xsd:enumeration value="Equipment Specialist &amp; Supply Planner"/>
          <xsd:enumeration value="Al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ma:index="8" ma:displayName="Keywords"/>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7811D3C7-FEBB-42B4-8E6A-A699517F60A0}">
  <ds:schemaRefs>
    <ds:schemaRef ds:uri="http://schemas.microsoft.com/sharepoint/v3/contenttype/forms"/>
  </ds:schemaRefs>
</ds:datastoreItem>
</file>

<file path=customXml/itemProps2.xml><?xml version="1.0" encoding="utf-8"?>
<ds:datastoreItem xmlns:ds="http://schemas.openxmlformats.org/officeDocument/2006/customXml" ds:itemID="{6F8F3E3B-4B39-49E4-AD85-42023D59238F}">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844F59F6-91AE-44B4-A1A1-DF5CD86D6245}">
  <ds:schemaRefs>
    <ds:schemaRef ds:uri="http://schemas.microsoft.com/office/2006/metadata/longProperties"/>
  </ds:schemaRefs>
</ds:datastoreItem>
</file>

<file path=customXml/itemProps4.xml><?xml version="1.0" encoding="utf-8"?>
<ds:datastoreItem xmlns:ds="http://schemas.openxmlformats.org/officeDocument/2006/customXml" ds:itemID="{57C38DEE-B7CB-4E74-A639-02ED35363969}"/>
</file>

<file path=docMetadata/LabelInfo.xml><?xml version="1.0" encoding="utf-8"?>
<clbl:labelList xmlns:clbl="http://schemas.microsoft.com/office/2020/mipLabelMetadata">
  <clbl:label id="{8331b18d-2d87-48ef-a35f-ac8818ebf9b4}" enabled="0" method="" siteId="{8331b18d-2d87-48ef-a35f-ac8818ebf9b4}" removed="1"/>
</clbl:labelList>
</file>

<file path=docProps/app.xml><?xml version="1.0" encoding="utf-8"?>
<Properties xmlns="http://schemas.openxmlformats.org/officeDocument/2006/extended-properties" xmlns:vt="http://schemas.openxmlformats.org/officeDocument/2006/docPropsVTypes">
  <Template>New GLSC template</Template>
  <TotalTime>10521</TotalTime>
  <Words>10414</Words>
  <Application>Microsoft Office PowerPoint</Application>
  <PresentationFormat>On-screen Show (4:3)</PresentationFormat>
  <Paragraphs>2332</Paragraphs>
  <Slides>223</Slides>
  <Notes>33</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223</vt:i4>
      </vt:variant>
    </vt:vector>
  </HeadingPairs>
  <TitlesOfParts>
    <vt:vector size="234" baseType="lpstr">
      <vt:lpstr>Arial Unicode MS</vt:lpstr>
      <vt:lpstr>Arial</vt:lpstr>
      <vt:lpstr>Arial Rounded MT Bold</vt:lpstr>
      <vt:lpstr>Calibri</vt:lpstr>
      <vt:lpstr>Century Schoolbook</vt:lpstr>
      <vt:lpstr>Monotype Corsiva</vt:lpstr>
      <vt:lpstr>STOMP_Sui Generis</vt:lpstr>
      <vt:lpstr>Times New Roman</vt:lpstr>
      <vt:lpstr>Verdana</vt:lpstr>
      <vt:lpstr>Wingdings</vt:lpstr>
      <vt:lpstr>New GLSC template</vt:lpstr>
      <vt:lpstr>  D200F Applications, Programs  and Indentures </vt:lpstr>
      <vt:lpstr>PowerPoint Presentation</vt:lpstr>
      <vt:lpstr>PowerPoint Presentation</vt:lpstr>
      <vt:lpstr>Module 1 - Introduction to API</vt:lpstr>
      <vt:lpstr>Module 1 - Introduction to API</vt:lpstr>
      <vt:lpstr>PowerPoint Presentation</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1 - Introduction to API</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PowerPoint Presentation</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Module 2 – Terms and Definitions</vt:lpstr>
      <vt:lpstr>PowerPoint Presentation</vt:lpstr>
      <vt:lpstr>Module 2 – Terms and Definitions</vt:lpstr>
      <vt:lpstr>PowerPoint Presentation</vt:lpstr>
      <vt:lpstr>Module 2 – Terms and Definitions</vt:lpstr>
      <vt:lpstr>Module 2 – Terms and Definitions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3 – Applications, Programs, and Indentures</vt:lpstr>
      <vt:lpstr>Module 4 – API Subsystem</vt:lpstr>
      <vt:lpstr>Module 4 – API Subsystem</vt:lpstr>
      <vt:lpstr>Module 4 – API Subsystem</vt:lpstr>
      <vt:lpstr>Module 4 – API Subsystem</vt:lpstr>
      <vt:lpstr>PowerPoint Presentation</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PowerPoint Presentation</vt:lpstr>
      <vt:lpstr>PowerPoint Presentation</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PowerPoint Presentation</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PowerPoint Presentation</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System</vt:lpstr>
      <vt:lpstr>Module 4 – API Subsystem</vt:lpstr>
      <vt:lpstr>Module 4 – API Subsystem</vt:lpstr>
      <vt:lpstr>Module 4 – API System</vt:lpstr>
      <vt:lpstr>Module 4 – API Subsystem</vt:lpstr>
      <vt:lpstr>Module 4 – API Subsystem</vt:lpstr>
      <vt:lpstr>Module 4 – API System</vt:lpstr>
      <vt:lpstr>Module 4 – API Subsystem</vt:lpstr>
      <vt:lpstr>Module 4 – API Subsystem</vt:lpstr>
      <vt:lpstr>PowerPoint Presentation</vt:lpstr>
      <vt:lpstr>Module 4 – API Subsystem</vt:lpstr>
      <vt:lpstr>PowerPoint Presentation</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Module 4 – API Subsystem</vt:lpstr>
      <vt:lpstr>PowerPoint Presentation</vt:lpstr>
      <vt:lpstr>PowerPoint Presentation</vt:lpstr>
    </vt:vector>
  </TitlesOfParts>
  <Company>United States Air 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D200F System: Applications, Programs, and Indenture Data Overview</dc:title>
  <dc:creator>Nicholas Altamuro</dc:creator>
  <cp:keywords>D200F, API, Requirements Management System, Equipment Specialist, Indenture, RMS, File Maintenance, NIIN, NHA, Component Items, Material Requirements List, MRL, CIRL, REA, SID, MIEC, training, procedures, Air Force material systems
D200F, Indenture, Next Higher Assembly, NHA, Parts Provisioning List, PPL, Application, Query, Stock Number, System Configuration</cp:keywords>
  <cp:lastModifiedBy>MCLEAN, JEREMY K CIV USAF AFMC 431 SCMS/GUMA</cp:lastModifiedBy>
  <cp:revision>316</cp:revision>
  <cp:lastPrinted>2002-11-26T20:54:30Z</cp:lastPrinted>
  <dcterms:created xsi:type="dcterms:W3CDTF">2007-09-18T18:26:24Z</dcterms:created>
  <dcterms:modified xsi:type="dcterms:W3CDTF">2024-05-21T14:04:25Z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
    <vt:lpwstr>Document</vt:lpwstr>
  </property>
  <property fmtid="{D5CDD505-2E9C-101B-9397-08002B2CF9AE}" pid="3" name="Note">
    <vt:lpwstr/>
  </property>
  <property fmtid="{D5CDD505-2E9C-101B-9397-08002B2CF9AE}" pid="4" name="display_urn:schemas-microsoft-com:office:office#Editor">
    <vt:lpwstr>SMITH, MICHAEL J CIV USAF AFMC 431 SCMS/GUMB</vt:lpwstr>
  </property>
  <property fmtid="{D5CDD505-2E9C-101B-9397-08002B2CF9AE}" pid="5" name="display_urn:schemas-microsoft-com:office:office#Author">
    <vt:lpwstr>SMITH, MICHAEL J CIV USAF AFMC 431 SCMS/GUMB</vt:lpwstr>
  </property>
  <property fmtid="{D5CDD505-2E9C-101B-9397-08002B2CF9AE}" pid="6" name="Order">
    <vt:r8>634300</vt:r8>
  </property>
  <property fmtid="{D5CDD505-2E9C-101B-9397-08002B2CF9AE}" pid="7" name="TemplateUrl">
    <vt:lpwstr/>
  </property>
  <property fmtid="{D5CDD505-2E9C-101B-9397-08002B2CF9AE}" pid="8" name="xd_ProgID">
    <vt:lpwstr/>
  </property>
  <property fmtid="{D5CDD505-2E9C-101B-9397-08002B2CF9AE}" pid="9" name="ContentTypeId">
    <vt:lpwstr>0x01010007FEFA47AFEBA94186293892278EA703</vt:lpwstr>
  </property>
  <property fmtid="{D5CDD505-2E9C-101B-9397-08002B2CF9AE}" pid="10" name="xd_Signature">
    <vt:bool>false</vt:bool>
  </property>
  <property fmtid="{D5CDD505-2E9C-101B-9397-08002B2CF9AE}" pid="11" name="TriggerFlowInfo">
    <vt:lpwstr/>
  </property>
  <property fmtid="{D5CDD505-2E9C-101B-9397-08002B2CF9AE}" pid="12" name="_SourceUrl">
    <vt:lpwstr/>
  </property>
  <property fmtid="{D5CDD505-2E9C-101B-9397-08002B2CF9AE}" pid="13" name="_SharedFileIndex">
    <vt:lpwstr/>
  </property>
  <property fmtid="{D5CDD505-2E9C-101B-9397-08002B2CF9AE}" pid="14" name="ComplianceAssetId">
    <vt:lpwstr/>
  </property>
  <property fmtid="{D5CDD505-2E9C-101B-9397-08002B2CF9AE}" pid="15" name="_ExtendedDescription">
    <vt:lpwstr/>
  </property>
</Properties>
</file>