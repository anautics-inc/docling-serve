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4630" r:id="rId4"/>
  </p:sldMasterIdLst>
  <p:notesMasterIdLst>
    <p:notesMasterId r:id="rId38"/>
  </p:notesMasterIdLst>
  <p:handoutMasterIdLst>
    <p:handoutMasterId r:id="rId39"/>
  </p:handoutMasterIdLst>
  <p:sldIdLst>
    <p:sldId id="606" r:id="rId5"/>
    <p:sldId id="644" r:id="rId6"/>
    <p:sldId id="620" r:id="rId7"/>
    <p:sldId id="614" r:id="rId8"/>
    <p:sldId id="615" r:id="rId9"/>
    <p:sldId id="645" r:id="rId10"/>
    <p:sldId id="621" r:id="rId11"/>
    <p:sldId id="622" r:id="rId12"/>
    <p:sldId id="623" r:id="rId13"/>
    <p:sldId id="624" r:id="rId14"/>
    <p:sldId id="625" r:id="rId15"/>
    <p:sldId id="626" r:id="rId16"/>
    <p:sldId id="627" r:id="rId17"/>
    <p:sldId id="628" r:id="rId18"/>
    <p:sldId id="629" r:id="rId19"/>
    <p:sldId id="630" r:id="rId20"/>
    <p:sldId id="648" r:id="rId21"/>
    <p:sldId id="631" r:id="rId22"/>
    <p:sldId id="633" r:id="rId23"/>
    <p:sldId id="632" r:id="rId24"/>
    <p:sldId id="636" r:id="rId25"/>
    <p:sldId id="637" r:id="rId26"/>
    <p:sldId id="640" r:id="rId27"/>
    <p:sldId id="642" r:id="rId28"/>
    <p:sldId id="641" r:id="rId29"/>
    <p:sldId id="643" r:id="rId30"/>
    <p:sldId id="634" r:id="rId31"/>
    <p:sldId id="635" r:id="rId32"/>
    <p:sldId id="638" r:id="rId33"/>
    <p:sldId id="639" r:id="rId34"/>
    <p:sldId id="647" r:id="rId35"/>
    <p:sldId id="646" r:id="rId36"/>
    <p:sldId id="619" r:id="rId37"/>
  </p:sldIdLst>
  <p:sldSz cx="12192000" cy="6858000"/>
  <p:notesSz cx="7010400" cy="9296400"/>
  <p:defaultTex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457200" algn="l" rtl="0" fontAlgn="base">
      <a:spcBef>
        <a:spcPct val="0"/>
      </a:spcBef>
      <a:spcAft>
        <a:spcPct val="0"/>
      </a:spcAft>
      <a:defRPr sz="1400" kern="1200">
        <a:solidFill>
          <a:schemeClr val="tx1"/>
        </a:solidFill>
        <a:latin typeface="Arial" charset="0"/>
        <a:ea typeface="+mn-ea"/>
        <a:cs typeface="+mn-cs"/>
      </a:defRPr>
    </a:lvl2pPr>
    <a:lvl3pPr marL="914400" algn="l" rtl="0" fontAlgn="base">
      <a:spcBef>
        <a:spcPct val="0"/>
      </a:spcBef>
      <a:spcAft>
        <a:spcPct val="0"/>
      </a:spcAft>
      <a:defRPr sz="1400" kern="1200">
        <a:solidFill>
          <a:schemeClr val="tx1"/>
        </a:solidFill>
        <a:latin typeface="Arial" charset="0"/>
        <a:ea typeface="+mn-ea"/>
        <a:cs typeface="+mn-cs"/>
      </a:defRPr>
    </a:lvl3pPr>
    <a:lvl4pPr marL="1371600" algn="l" rtl="0" fontAlgn="base">
      <a:spcBef>
        <a:spcPct val="0"/>
      </a:spcBef>
      <a:spcAft>
        <a:spcPct val="0"/>
      </a:spcAft>
      <a:defRPr sz="1400" kern="1200">
        <a:solidFill>
          <a:schemeClr val="tx1"/>
        </a:solidFill>
        <a:latin typeface="Arial" charset="0"/>
        <a:ea typeface="+mn-ea"/>
        <a:cs typeface="+mn-cs"/>
      </a:defRPr>
    </a:lvl4pPr>
    <a:lvl5pPr marL="1828800" algn="l" rtl="0" fontAlgn="base">
      <a:spcBef>
        <a:spcPct val="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894" userDrawn="1">
          <p15:clr>
            <a:srgbClr val="A4A3A4"/>
          </p15:clr>
        </p15:guide>
        <p15:guide id="2" pos="232" userDrawn="1">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99CCFF"/>
    <a:srgbClr val="FF0000"/>
    <a:srgbClr val="009900"/>
    <a:srgbClr val="A50021"/>
    <a:srgbClr val="33CC33"/>
    <a:srgbClr val="FF9900"/>
    <a:srgbClr val="000099"/>
    <a:srgbClr val="3333CC"/>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70256" autoAdjust="0"/>
  </p:normalViewPr>
  <p:slideViewPr>
    <p:cSldViewPr snapToGrid="0">
      <p:cViewPr varScale="1">
        <p:scale>
          <a:sx n="110" d="100"/>
          <a:sy n="110" d="100"/>
        </p:scale>
        <p:origin x="114" y="1146"/>
      </p:cViewPr>
      <p:guideLst>
        <p:guide orient="horz" pos="894"/>
        <p:guide pos="232"/>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Grid="0">
      <p:cViewPr>
        <p:scale>
          <a:sx n="50" d="100"/>
          <a:sy n="50" d="100"/>
        </p:scale>
        <p:origin x="-1182" y="288"/>
      </p:cViewPr>
      <p:guideLst>
        <p:guide orient="horz" pos="2928"/>
        <p:guide pos="2208"/>
      </p:guideLst>
    </p:cSldViewPr>
  </p:notesViewPr>
  <p:gridSpacing cx="75895" cy="75895"/>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FDEB602-26BE-4346-92E2-CDD7F64527FA}"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2F3DD590-6952-4C05-80FA-B25EC3F5CA1E}">
      <dgm:prSet custT="1"/>
      <dgm:spPr>
        <a:xfrm>
          <a:off x="1517905" y="2103365"/>
          <a:ext cx="1267998" cy="495277"/>
        </a:xfrm>
        <a:solidFill>
          <a:srgbClr val="5B9BD5">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pPr>
            <a:buNone/>
          </a:pPr>
          <a:r>
            <a:rPr lang="en-US" sz="1400" b="1" dirty="0">
              <a:solidFill>
                <a:sysClr val="window" lastClr="FFFFFF"/>
              </a:solidFill>
              <a:latin typeface="Arial"/>
              <a:ea typeface="+mn-ea"/>
              <a:cs typeface="+mn-cs"/>
            </a:rPr>
            <a:t>NH-301-03 Section Chief  Tinker</a:t>
          </a:r>
        </a:p>
      </dgm:t>
    </dgm:pt>
    <dgm:pt modelId="{1616C5EE-038A-4652-8F7D-6045031A5F5D}" type="parTrans" cxnId="{39280A38-82E5-4A32-959B-C3D18B8090EB}">
      <dgm:prSet/>
      <dgm:spPr>
        <a:xfrm>
          <a:off x="1502754" y="1911663"/>
          <a:ext cx="649150" cy="191702"/>
        </a:xfrm>
        <a:noFill/>
        <a:ln w="25400" cap="flat" cmpd="sng" algn="ctr">
          <a:solidFill>
            <a:schemeClr val="tx1"/>
          </a:solidFill>
          <a:prstDash val="solid"/>
        </a:ln>
        <a:effectLst/>
      </dgm:spPr>
      <dgm:t>
        <a:bodyPr/>
        <a:lstStyle/>
        <a:p>
          <a:endParaRPr lang="en-US" sz="1400" b="1"/>
        </a:p>
      </dgm:t>
    </dgm:pt>
    <dgm:pt modelId="{644F5621-258C-4F18-8C08-DB00E6CA704B}" type="sibTrans" cxnId="{39280A38-82E5-4A32-959B-C3D18B8090EB}">
      <dgm:prSet/>
      <dgm:spPr/>
      <dgm:t>
        <a:bodyPr/>
        <a:lstStyle/>
        <a:p>
          <a:endParaRPr lang="en-US" sz="1400" b="1"/>
        </a:p>
      </dgm:t>
    </dgm:pt>
    <dgm:pt modelId="{4FABD12E-BBE8-46DD-8128-040ACDB5D4FC}">
      <dgm:prSet custT="1"/>
      <dgm:spPr>
        <a:xfrm>
          <a:off x="1786298" y="4213088"/>
          <a:ext cx="990554" cy="495277"/>
        </a:xfrm>
        <a:solidFill>
          <a:srgbClr val="5B9BD5"/>
        </a:solidFill>
        <a:ln w="25400" cap="flat" cmpd="sng" algn="ctr">
          <a:solidFill>
            <a:sysClr val="window" lastClr="FFFFFF">
              <a:hueOff val="0"/>
              <a:satOff val="0"/>
              <a:lumOff val="0"/>
              <a:alphaOff val="0"/>
            </a:sysClr>
          </a:solidFill>
          <a:prstDash val="solid"/>
        </a:ln>
        <a:effectLst/>
      </dgm:spPr>
      <dgm:t>
        <a:bodyPr/>
        <a:lstStyle/>
        <a:p>
          <a:pPr>
            <a:buNone/>
          </a:pPr>
          <a:r>
            <a:rPr lang="en-US" sz="1400" b="1" dirty="0">
              <a:solidFill>
                <a:sysClr val="window" lastClr="FFFFFF"/>
              </a:solidFill>
              <a:latin typeface="Arial"/>
              <a:ea typeface="+mn-ea"/>
              <a:cs typeface="+mn-cs"/>
            </a:rPr>
            <a:t>NH-1670-03 SME x3</a:t>
          </a:r>
        </a:p>
        <a:p>
          <a:pPr>
            <a:buNone/>
          </a:pPr>
          <a:r>
            <a:rPr lang="en-US" sz="1400" b="1" dirty="0">
              <a:solidFill>
                <a:sysClr val="window" lastClr="FFFFFF"/>
              </a:solidFill>
              <a:latin typeface="Arial"/>
              <a:ea typeface="+mn-ea"/>
              <a:cs typeface="+mn-cs"/>
            </a:rPr>
            <a:t>NH-1670-02 SME x1</a:t>
          </a:r>
        </a:p>
      </dgm:t>
    </dgm:pt>
    <dgm:pt modelId="{D24E4664-2887-4D1C-8049-2865ACD8383C}" type="parTrans" cxnId="{DA715964-0B82-461D-B6AD-B07843998A78}">
      <dgm:prSet/>
      <dgm:spPr>
        <a:xfrm>
          <a:off x="1644704" y="2598642"/>
          <a:ext cx="141593" cy="1862084"/>
        </a:xfrm>
        <a:noFill/>
        <a:ln w="25400" cap="flat" cmpd="sng" algn="ctr">
          <a:solidFill>
            <a:schemeClr val="tx1"/>
          </a:solidFill>
          <a:prstDash val="solid"/>
        </a:ln>
        <a:effectLst/>
      </dgm:spPr>
      <dgm:t>
        <a:bodyPr/>
        <a:lstStyle/>
        <a:p>
          <a:endParaRPr lang="en-US" sz="1400" b="1"/>
        </a:p>
      </dgm:t>
    </dgm:pt>
    <dgm:pt modelId="{A685F8A1-A6BD-413E-BB80-FF6A9E6120E5}" type="sibTrans" cxnId="{DA715964-0B82-461D-B6AD-B07843998A78}">
      <dgm:prSet/>
      <dgm:spPr/>
      <dgm:t>
        <a:bodyPr/>
        <a:lstStyle/>
        <a:p>
          <a:endParaRPr lang="en-US" sz="1400" b="1"/>
        </a:p>
      </dgm:t>
    </dgm:pt>
    <dgm:pt modelId="{365C1D7E-5A81-40F8-909A-44B21FA58F9F}">
      <dgm:prSet custT="1"/>
      <dgm:spPr>
        <a:xfrm>
          <a:off x="5626893" y="2111408"/>
          <a:ext cx="1224840" cy="495277"/>
        </a:xfrm>
        <a:solidFill>
          <a:schemeClr val="tx1"/>
        </a:solidFill>
        <a:ln w="25400" cap="flat" cmpd="sng" algn="ctr">
          <a:solidFill>
            <a:sysClr val="window" lastClr="FFFFFF">
              <a:hueOff val="0"/>
              <a:satOff val="0"/>
              <a:lumOff val="0"/>
              <a:alphaOff val="0"/>
            </a:sysClr>
          </a:solidFill>
          <a:prstDash val="solid"/>
        </a:ln>
        <a:effectLst/>
      </dgm:spPr>
      <dgm:t>
        <a:bodyPr/>
        <a:lstStyle/>
        <a:p>
          <a:pPr>
            <a:buNone/>
          </a:pPr>
          <a:r>
            <a:rPr lang="en-US" sz="1400" b="1" dirty="0">
              <a:solidFill>
                <a:sysClr val="window" lastClr="FFFFFF"/>
              </a:solidFill>
              <a:latin typeface="Arial"/>
              <a:ea typeface="+mn-ea"/>
              <a:cs typeface="+mn-cs"/>
            </a:rPr>
            <a:t>NH-301-03 Section Chief - Robins</a:t>
          </a:r>
        </a:p>
      </dgm:t>
    </dgm:pt>
    <dgm:pt modelId="{5002C955-F731-4C1B-A3D1-0B68A5BEBFD6}" type="parTrans" cxnId="{F4F025F4-D015-4150-AE03-E50D68E71B1C}">
      <dgm:prSet/>
      <dgm:spPr>
        <a:xfrm>
          <a:off x="5518838" y="1903392"/>
          <a:ext cx="720474" cy="208016"/>
        </a:xfrm>
        <a:noFill/>
        <a:ln w="25400" cap="flat" cmpd="sng" algn="ctr">
          <a:solidFill>
            <a:schemeClr val="tx1"/>
          </a:solidFill>
          <a:prstDash val="solid"/>
        </a:ln>
        <a:effectLst/>
      </dgm:spPr>
      <dgm:t>
        <a:bodyPr/>
        <a:lstStyle/>
        <a:p>
          <a:endParaRPr lang="en-US" sz="1400" b="1"/>
        </a:p>
      </dgm:t>
    </dgm:pt>
    <dgm:pt modelId="{35F44B82-0910-4F4A-B8C5-828C0655C952}" type="sibTrans" cxnId="{F4F025F4-D015-4150-AE03-E50D68E71B1C}">
      <dgm:prSet/>
      <dgm:spPr/>
      <dgm:t>
        <a:bodyPr/>
        <a:lstStyle/>
        <a:p>
          <a:endParaRPr lang="en-US" sz="1400" b="1"/>
        </a:p>
      </dgm:t>
    </dgm:pt>
    <dgm:pt modelId="{DF66FAF3-A245-47D6-888C-4B34FFBFCB86}">
      <dgm:prSet custT="1"/>
      <dgm:spPr>
        <a:xfrm>
          <a:off x="5933103" y="3517996"/>
          <a:ext cx="990554" cy="495277"/>
        </a:xfrm>
        <a:solidFill>
          <a:srgbClr val="7030A0"/>
        </a:solidFill>
        <a:ln w="25400" cap="flat" cmpd="sng" algn="ctr">
          <a:solidFill>
            <a:sysClr val="window" lastClr="FFFFFF">
              <a:hueOff val="0"/>
              <a:satOff val="0"/>
              <a:lumOff val="0"/>
              <a:alphaOff val="0"/>
            </a:sysClr>
          </a:solidFill>
          <a:prstDash val="solid"/>
        </a:ln>
        <a:effectLst/>
      </dgm:spPr>
      <dgm:t>
        <a:bodyPr/>
        <a:lstStyle/>
        <a:p>
          <a:pPr>
            <a:buNone/>
          </a:pPr>
          <a:r>
            <a:rPr lang="en-US" sz="1400" b="1" dirty="0">
              <a:solidFill>
                <a:sysClr val="window" lastClr="FFFFFF"/>
              </a:solidFill>
              <a:latin typeface="Arial"/>
              <a:ea typeface="+mn-ea"/>
              <a:cs typeface="+mn-cs"/>
            </a:rPr>
            <a:t>NH-2010-03 SME x4</a:t>
          </a:r>
        </a:p>
        <a:p>
          <a:pPr>
            <a:buNone/>
          </a:pPr>
          <a:r>
            <a:rPr lang="en-US" sz="1400" b="1" dirty="0">
              <a:solidFill>
                <a:sysClr val="window" lastClr="FFFFFF"/>
              </a:solidFill>
              <a:latin typeface="Arial"/>
              <a:ea typeface="+mn-ea"/>
              <a:cs typeface="+mn-cs"/>
            </a:rPr>
            <a:t>NH-2010-02 SME x2</a:t>
          </a:r>
        </a:p>
      </dgm:t>
    </dgm:pt>
    <dgm:pt modelId="{F2E9BF88-7D01-4878-B31C-C2F6601378D3}" type="parTrans" cxnId="{E4DC1319-5D40-46D6-ABB6-990907676217}">
      <dgm:prSet/>
      <dgm:spPr>
        <a:xfrm>
          <a:off x="5749377" y="2606686"/>
          <a:ext cx="183726" cy="1158948"/>
        </a:xfrm>
        <a:noFill/>
        <a:ln w="25400" cap="flat" cmpd="sng" algn="ctr">
          <a:solidFill>
            <a:schemeClr val="tx1"/>
          </a:solidFill>
          <a:prstDash val="solid"/>
        </a:ln>
        <a:effectLst/>
      </dgm:spPr>
      <dgm:t>
        <a:bodyPr/>
        <a:lstStyle/>
        <a:p>
          <a:endParaRPr lang="en-US" sz="1400" b="1"/>
        </a:p>
      </dgm:t>
    </dgm:pt>
    <dgm:pt modelId="{B91A3FE8-5CD7-4605-A7F3-713ACB709DC8}" type="sibTrans" cxnId="{E4DC1319-5D40-46D6-ABB6-990907676217}">
      <dgm:prSet/>
      <dgm:spPr/>
      <dgm:t>
        <a:bodyPr/>
        <a:lstStyle/>
        <a:p>
          <a:endParaRPr lang="en-US" sz="1400" b="1"/>
        </a:p>
      </dgm:t>
    </dgm:pt>
    <dgm:pt modelId="{09E256AA-5E2E-4400-ABD0-32A13DE49AD0}">
      <dgm:prSet custT="1"/>
      <dgm:spPr>
        <a:xfrm>
          <a:off x="5933103" y="4221290"/>
          <a:ext cx="990554" cy="495277"/>
        </a:xfrm>
        <a:solidFill>
          <a:srgbClr val="7030A0"/>
        </a:solidFill>
        <a:ln w="25400" cap="flat" cmpd="sng" algn="ctr">
          <a:solidFill>
            <a:sysClr val="window" lastClr="FFFFFF">
              <a:hueOff val="0"/>
              <a:satOff val="0"/>
              <a:lumOff val="0"/>
              <a:alphaOff val="0"/>
            </a:sysClr>
          </a:solidFill>
          <a:prstDash val="solid"/>
        </a:ln>
        <a:effectLst/>
      </dgm:spPr>
      <dgm:t>
        <a:bodyPr/>
        <a:lstStyle/>
        <a:p>
          <a:pPr>
            <a:buNone/>
          </a:pPr>
          <a:r>
            <a:rPr lang="en-US" sz="1400" b="1" dirty="0">
              <a:solidFill>
                <a:sysClr val="window" lastClr="FFFFFF"/>
              </a:solidFill>
              <a:latin typeface="Arial"/>
              <a:ea typeface="+mn-ea"/>
              <a:cs typeface="+mn-cs"/>
            </a:rPr>
            <a:t>NH-1670-03 SME x3</a:t>
          </a:r>
        </a:p>
        <a:p>
          <a:pPr>
            <a:buNone/>
          </a:pPr>
          <a:r>
            <a:rPr lang="en-US" sz="1400" b="1" dirty="0">
              <a:solidFill>
                <a:sysClr val="window" lastClr="FFFFFF"/>
              </a:solidFill>
              <a:latin typeface="Arial"/>
              <a:ea typeface="+mn-ea"/>
              <a:cs typeface="+mn-cs"/>
            </a:rPr>
            <a:t>NH-1670-02 SME x1</a:t>
          </a:r>
        </a:p>
      </dgm:t>
    </dgm:pt>
    <dgm:pt modelId="{F79107F0-B238-4455-90C0-D378B637DD88}" type="parTrans" cxnId="{12F9DC59-6257-4165-9977-C863FF68F6E8}">
      <dgm:prSet/>
      <dgm:spPr>
        <a:xfrm>
          <a:off x="5749377" y="2606686"/>
          <a:ext cx="183726" cy="1862242"/>
        </a:xfrm>
        <a:noFill/>
        <a:ln w="25400" cap="flat" cmpd="sng" algn="ctr">
          <a:solidFill>
            <a:schemeClr val="tx1"/>
          </a:solidFill>
          <a:prstDash val="solid"/>
        </a:ln>
        <a:effectLst/>
      </dgm:spPr>
      <dgm:t>
        <a:bodyPr/>
        <a:lstStyle/>
        <a:p>
          <a:endParaRPr lang="en-US" sz="1400" b="1"/>
        </a:p>
      </dgm:t>
    </dgm:pt>
    <dgm:pt modelId="{53DFD679-B6DC-439D-BF18-0C608F0E652D}" type="sibTrans" cxnId="{12F9DC59-6257-4165-9977-C863FF68F6E8}">
      <dgm:prSet/>
      <dgm:spPr/>
      <dgm:t>
        <a:bodyPr/>
        <a:lstStyle/>
        <a:p>
          <a:endParaRPr lang="en-US" sz="1400" b="1"/>
        </a:p>
      </dgm:t>
    </dgm:pt>
    <dgm:pt modelId="{B79F10BD-D77A-4444-8321-14FBCA5D153C}">
      <dgm:prSet custT="1"/>
      <dgm:spPr>
        <a:xfrm>
          <a:off x="5011776" y="1527"/>
          <a:ext cx="990554" cy="495277"/>
        </a:xfrm>
        <a:prstGeom prst="rect">
          <a:avLst/>
        </a:prstGeom>
        <a:solidFill>
          <a:srgbClr val="00B050"/>
        </a:solidFill>
        <a:ln w="25400" cap="flat" cmpd="sng" algn="ctr">
          <a:solidFill>
            <a:sysClr val="window" lastClr="FFFFFF">
              <a:hueOff val="0"/>
              <a:satOff val="0"/>
              <a:lumOff val="0"/>
              <a:alphaOff val="0"/>
            </a:sysClr>
          </a:solidFill>
          <a:prstDash val="solid"/>
        </a:ln>
        <a:effectLst/>
      </dgm:spPr>
      <dgm:t>
        <a:bodyPr/>
        <a:lstStyle/>
        <a:p>
          <a:pPr>
            <a:buNone/>
          </a:pPr>
          <a:r>
            <a:rPr lang="en-US" sz="1400" b="1" dirty="0">
              <a:solidFill>
                <a:sysClr val="window" lastClr="FFFFFF"/>
              </a:solidFill>
              <a:latin typeface="Arial"/>
              <a:ea typeface="+mn-ea"/>
              <a:cs typeface="+mn-cs"/>
            </a:rPr>
            <a:t>NH-04 Flight Chief</a:t>
          </a:r>
        </a:p>
      </dgm:t>
    </dgm:pt>
    <dgm:pt modelId="{D5B0CF4C-FC0C-4390-B948-56AA5F79F34E}" type="sibTrans" cxnId="{82556ACA-7B01-4F82-844D-0BCF0C93B858}">
      <dgm:prSet/>
      <dgm:spPr/>
      <dgm:t>
        <a:bodyPr/>
        <a:lstStyle/>
        <a:p>
          <a:endParaRPr lang="en-US" sz="1400" b="1"/>
        </a:p>
      </dgm:t>
    </dgm:pt>
    <dgm:pt modelId="{116920B8-CB12-4859-A212-232B62F97E0B}" type="parTrans" cxnId="{82556ACA-7B01-4F82-844D-0BCF0C93B858}">
      <dgm:prSet/>
      <dgm:spPr/>
      <dgm:t>
        <a:bodyPr/>
        <a:lstStyle/>
        <a:p>
          <a:endParaRPr lang="en-US" sz="1400" b="1"/>
        </a:p>
      </dgm:t>
    </dgm:pt>
    <dgm:pt modelId="{E7FEBFB5-ACFA-4DF8-96C4-46835CB8D3DB}">
      <dgm:prSet custT="1"/>
      <dgm:spPr>
        <a:xfrm>
          <a:off x="5626893" y="2111408"/>
          <a:ext cx="1224840" cy="495277"/>
        </a:xfrm>
        <a:solidFill>
          <a:schemeClr val="tx1"/>
        </a:solidFill>
        <a:ln w="25400" cap="flat" cmpd="sng" algn="ctr">
          <a:solidFill>
            <a:sysClr val="window" lastClr="FFFFFF">
              <a:hueOff val="0"/>
              <a:satOff val="0"/>
              <a:lumOff val="0"/>
              <a:alphaOff val="0"/>
            </a:sysClr>
          </a:solidFill>
          <a:prstDash val="solid"/>
        </a:ln>
        <a:effectLst/>
      </dgm:spPr>
      <dgm:t>
        <a:bodyPr/>
        <a:lstStyle/>
        <a:p>
          <a:pPr>
            <a:buNone/>
          </a:pPr>
          <a:r>
            <a:rPr lang="en-US" sz="1400" b="1" dirty="0">
              <a:solidFill>
                <a:sysClr val="window" lastClr="FFFFFF"/>
              </a:solidFill>
              <a:latin typeface="Arial"/>
              <a:ea typeface="+mn-ea"/>
              <a:cs typeface="+mn-cs"/>
            </a:rPr>
            <a:t>NH-2010-03 SME x4</a:t>
          </a:r>
        </a:p>
        <a:p>
          <a:pPr>
            <a:buNone/>
          </a:pPr>
          <a:r>
            <a:rPr lang="en-US" sz="1400" b="1" dirty="0">
              <a:solidFill>
                <a:sysClr val="window" lastClr="FFFFFF"/>
              </a:solidFill>
              <a:latin typeface="Arial"/>
              <a:ea typeface="+mn-ea"/>
              <a:cs typeface="+mn-cs"/>
            </a:rPr>
            <a:t>NH-2010-02 SME x2</a:t>
          </a:r>
        </a:p>
      </dgm:t>
    </dgm:pt>
    <dgm:pt modelId="{9174A24B-7714-47A3-A503-053023AFB097}" type="parTrans" cxnId="{8D3542D8-9E97-4E16-8EC7-2F91DBFB838D}">
      <dgm:prSet/>
      <dgm:spPr>
        <a:ln>
          <a:solidFill>
            <a:schemeClr val="tx1"/>
          </a:solidFill>
        </a:ln>
      </dgm:spPr>
      <dgm:t>
        <a:bodyPr/>
        <a:lstStyle/>
        <a:p>
          <a:endParaRPr lang="en-US" sz="1400" b="1"/>
        </a:p>
      </dgm:t>
    </dgm:pt>
    <dgm:pt modelId="{6B023C94-531B-4D5C-A540-09E06504E5E8}" type="sibTrans" cxnId="{8D3542D8-9E97-4E16-8EC7-2F91DBFB838D}">
      <dgm:prSet/>
      <dgm:spPr/>
      <dgm:t>
        <a:bodyPr/>
        <a:lstStyle/>
        <a:p>
          <a:endParaRPr lang="en-US" sz="1400" b="1"/>
        </a:p>
      </dgm:t>
    </dgm:pt>
    <dgm:pt modelId="{C668DE69-A8C8-4461-A0E8-8F26EBF60FE0}">
      <dgm:prSet custT="1"/>
      <dgm:spPr>
        <a:xfrm>
          <a:off x="5626893" y="2111408"/>
          <a:ext cx="1224840" cy="495277"/>
        </a:xfrm>
        <a:solidFill>
          <a:schemeClr val="tx1"/>
        </a:solidFill>
        <a:ln w="25400" cap="flat" cmpd="sng" algn="ctr">
          <a:solidFill>
            <a:sysClr val="window" lastClr="FFFFFF">
              <a:hueOff val="0"/>
              <a:satOff val="0"/>
              <a:lumOff val="0"/>
              <a:alphaOff val="0"/>
            </a:sysClr>
          </a:solidFill>
          <a:prstDash val="solid"/>
        </a:ln>
        <a:effectLst/>
      </dgm:spPr>
      <dgm:t>
        <a:bodyPr/>
        <a:lstStyle/>
        <a:p>
          <a:pPr>
            <a:buNone/>
          </a:pPr>
          <a:r>
            <a:rPr lang="en-US" sz="1400" b="1" dirty="0">
              <a:solidFill>
                <a:sysClr val="window" lastClr="FFFFFF"/>
              </a:solidFill>
              <a:latin typeface="Arial"/>
              <a:ea typeface="+mn-ea"/>
              <a:cs typeface="+mn-cs"/>
            </a:rPr>
            <a:t>NH-1670-03 SME x3</a:t>
          </a:r>
        </a:p>
        <a:p>
          <a:pPr>
            <a:buNone/>
          </a:pPr>
          <a:r>
            <a:rPr lang="en-US" sz="1400" b="1" dirty="0">
              <a:solidFill>
                <a:sysClr val="window" lastClr="FFFFFF"/>
              </a:solidFill>
              <a:latin typeface="Arial"/>
              <a:ea typeface="+mn-ea"/>
              <a:cs typeface="+mn-cs"/>
            </a:rPr>
            <a:t>NH-1670-02 SME x1</a:t>
          </a:r>
        </a:p>
      </dgm:t>
    </dgm:pt>
    <dgm:pt modelId="{EF99656F-5D59-4DAC-AA97-4E45D83E2111}" type="parTrans" cxnId="{BD0BD8F0-6EF6-4EDA-8210-A0FFDAAFAE50}">
      <dgm:prSet/>
      <dgm:spPr>
        <a:ln>
          <a:solidFill>
            <a:schemeClr val="tx1"/>
          </a:solidFill>
        </a:ln>
      </dgm:spPr>
      <dgm:t>
        <a:bodyPr/>
        <a:lstStyle/>
        <a:p>
          <a:endParaRPr lang="en-US" sz="1400" b="1"/>
        </a:p>
      </dgm:t>
    </dgm:pt>
    <dgm:pt modelId="{C70BFD33-3C59-46D9-A762-32C8287A82D2}" type="sibTrans" cxnId="{BD0BD8F0-6EF6-4EDA-8210-A0FFDAAFAE50}">
      <dgm:prSet/>
      <dgm:spPr/>
      <dgm:t>
        <a:bodyPr/>
        <a:lstStyle/>
        <a:p>
          <a:endParaRPr lang="en-US" sz="1400" b="1"/>
        </a:p>
      </dgm:t>
    </dgm:pt>
    <dgm:pt modelId="{EC151E4F-AEFB-4075-AAD8-8890C7205398}">
      <dgm:prSet custT="1"/>
      <dgm:spPr>
        <a:xfrm>
          <a:off x="5626893" y="2111408"/>
          <a:ext cx="1224840" cy="495277"/>
        </a:xfrm>
        <a:solidFill>
          <a:srgbClr val="7030A0"/>
        </a:solidFill>
        <a:ln w="25400" cap="flat" cmpd="sng" algn="ctr">
          <a:solidFill>
            <a:sysClr val="window" lastClr="FFFFFF">
              <a:hueOff val="0"/>
              <a:satOff val="0"/>
              <a:lumOff val="0"/>
              <a:alphaOff val="0"/>
            </a:sysClr>
          </a:solidFill>
          <a:prstDash val="solid"/>
        </a:ln>
        <a:effectLst/>
      </dgm:spPr>
      <dgm:t>
        <a:bodyPr/>
        <a:lstStyle/>
        <a:p>
          <a:pPr>
            <a:buNone/>
          </a:pPr>
          <a:r>
            <a:rPr lang="en-US" sz="1400" b="1" dirty="0">
              <a:solidFill>
                <a:sysClr val="window" lastClr="FFFFFF"/>
              </a:solidFill>
              <a:latin typeface="Arial"/>
              <a:ea typeface="+mn-ea"/>
              <a:cs typeface="+mn-cs"/>
            </a:rPr>
            <a:t>NH-301-03 Section Chief - Hill</a:t>
          </a:r>
        </a:p>
      </dgm:t>
    </dgm:pt>
    <dgm:pt modelId="{F89D1117-C9EB-43F9-860F-5A734E4821E4}" type="parTrans" cxnId="{CE4B79DE-A1ED-4AA3-8CAE-E825F5243C76}">
      <dgm:prSet/>
      <dgm:spPr>
        <a:ln>
          <a:solidFill>
            <a:schemeClr val="tx1"/>
          </a:solidFill>
        </a:ln>
      </dgm:spPr>
      <dgm:t>
        <a:bodyPr/>
        <a:lstStyle/>
        <a:p>
          <a:endParaRPr lang="en-US" sz="1400" b="1"/>
        </a:p>
      </dgm:t>
    </dgm:pt>
    <dgm:pt modelId="{416A9833-EFC4-486D-B31B-4E63CABEAA7A}" type="sibTrans" cxnId="{CE4B79DE-A1ED-4AA3-8CAE-E825F5243C76}">
      <dgm:prSet/>
      <dgm:spPr/>
      <dgm:t>
        <a:bodyPr/>
        <a:lstStyle/>
        <a:p>
          <a:endParaRPr lang="en-US" sz="1400" b="1"/>
        </a:p>
      </dgm:t>
    </dgm:pt>
    <dgm:pt modelId="{CD4B3AF2-367D-46B4-A523-4BC62C40A2DF}" type="asst">
      <dgm:prSet custT="1"/>
      <dgm:spPr>
        <a:solidFill>
          <a:srgbClr val="00B050"/>
        </a:solidFill>
      </dgm:spPr>
      <dgm:t>
        <a:bodyPr/>
        <a:lstStyle/>
        <a:p>
          <a:r>
            <a:rPr lang="en-US" sz="1400" b="1" dirty="0"/>
            <a:t>NH-1670-03 Demand Planning Lead</a:t>
          </a:r>
        </a:p>
      </dgm:t>
    </dgm:pt>
    <dgm:pt modelId="{E2E4047D-96C6-421A-BFC0-0ADF9C5ED3EC}" type="parTrans" cxnId="{D38EC8F6-9A23-41B0-B51A-151ED57270FA}">
      <dgm:prSet/>
      <dgm:spPr>
        <a:ln>
          <a:solidFill>
            <a:schemeClr val="tx1"/>
          </a:solidFill>
        </a:ln>
      </dgm:spPr>
      <dgm:t>
        <a:bodyPr/>
        <a:lstStyle/>
        <a:p>
          <a:endParaRPr lang="en-US">
            <a:solidFill>
              <a:schemeClr val="tx1"/>
            </a:solidFill>
          </a:endParaRPr>
        </a:p>
      </dgm:t>
    </dgm:pt>
    <dgm:pt modelId="{8C27A8AC-06F3-4D20-9A60-1800A5732CEA}" type="sibTrans" cxnId="{D38EC8F6-9A23-41B0-B51A-151ED57270FA}">
      <dgm:prSet/>
      <dgm:spPr/>
      <dgm:t>
        <a:bodyPr/>
        <a:lstStyle/>
        <a:p>
          <a:endParaRPr lang="en-US"/>
        </a:p>
      </dgm:t>
    </dgm:pt>
    <dgm:pt modelId="{CA784AD3-BDE6-472F-9040-BABD0625E47B}" type="asst">
      <dgm:prSet custT="1"/>
      <dgm:spPr>
        <a:solidFill>
          <a:srgbClr val="00B050"/>
        </a:solidFill>
      </dgm:spPr>
      <dgm:t>
        <a:bodyPr/>
        <a:lstStyle/>
        <a:p>
          <a:r>
            <a:rPr lang="en-US" sz="1400" b="1" dirty="0"/>
            <a:t>NH-2010-03 Supply Planning Lead</a:t>
          </a:r>
          <a:endParaRPr lang="en-US" sz="1400" dirty="0"/>
        </a:p>
      </dgm:t>
    </dgm:pt>
    <dgm:pt modelId="{08050EF2-AF62-4405-A278-64FFF1AA256F}" type="parTrans" cxnId="{F30FDA65-3160-4BEF-8F9A-7845314ED6D7}">
      <dgm:prSet/>
      <dgm:spPr>
        <a:ln>
          <a:solidFill>
            <a:schemeClr val="tx1"/>
          </a:solidFill>
        </a:ln>
      </dgm:spPr>
      <dgm:t>
        <a:bodyPr/>
        <a:lstStyle/>
        <a:p>
          <a:endParaRPr lang="en-US">
            <a:solidFill>
              <a:schemeClr val="tx1"/>
            </a:solidFill>
          </a:endParaRPr>
        </a:p>
      </dgm:t>
    </dgm:pt>
    <dgm:pt modelId="{F609FD93-527B-4E2D-B9E4-74CEE392BA81}" type="sibTrans" cxnId="{F30FDA65-3160-4BEF-8F9A-7845314ED6D7}">
      <dgm:prSet/>
      <dgm:spPr/>
      <dgm:t>
        <a:bodyPr/>
        <a:lstStyle/>
        <a:p>
          <a:endParaRPr lang="en-US"/>
        </a:p>
      </dgm:t>
    </dgm:pt>
    <dgm:pt modelId="{16A25541-6416-4938-9EDB-FFE8BC515AA0}">
      <dgm:prSet custT="1"/>
      <dgm:spPr>
        <a:xfrm>
          <a:off x="1834904" y="3469360"/>
          <a:ext cx="990554" cy="495277"/>
        </a:xfrm>
        <a:solidFill>
          <a:srgbClr val="5B9BD5">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pPr>
            <a:buNone/>
          </a:pPr>
          <a:r>
            <a:rPr lang="en-US" sz="1400" b="1" dirty="0">
              <a:solidFill>
                <a:sysClr val="window" lastClr="FFFFFF"/>
              </a:solidFill>
              <a:latin typeface="Arial"/>
              <a:ea typeface="+mn-ea"/>
              <a:cs typeface="+mn-cs"/>
            </a:rPr>
            <a:t>NH-2010-03 SME x4</a:t>
          </a:r>
        </a:p>
        <a:p>
          <a:pPr>
            <a:buNone/>
          </a:pPr>
          <a:r>
            <a:rPr lang="en-US" sz="1400" b="1" dirty="0">
              <a:solidFill>
                <a:sysClr val="window" lastClr="FFFFFF"/>
              </a:solidFill>
              <a:latin typeface="Arial"/>
              <a:ea typeface="+mn-ea"/>
              <a:cs typeface="+mn-cs"/>
            </a:rPr>
            <a:t>NH-2010-02 SME x2</a:t>
          </a:r>
        </a:p>
      </dgm:t>
    </dgm:pt>
    <dgm:pt modelId="{CF329B0D-D4D9-4FF6-8B78-DC39223B90DE}" type="sibTrans" cxnId="{DCE54977-1CB3-44A6-B2F7-B9D8617268CA}">
      <dgm:prSet/>
      <dgm:spPr/>
      <dgm:t>
        <a:bodyPr/>
        <a:lstStyle/>
        <a:p>
          <a:endParaRPr lang="en-US" sz="1400" b="1"/>
        </a:p>
      </dgm:t>
    </dgm:pt>
    <dgm:pt modelId="{7A576F7B-4893-46F2-832B-F2FE28A62DA8}" type="parTrans" cxnId="{DCE54977-1CB3-44A6-B2F7-B9D8617268CA}">
      <dgm:prSet/>
      <dgm:spPr>
        <a:xfrm>
          <a:off x="1644704" y="2598642"/>
          <a:ext cx="190199" cy="1118355"/>
        </a:xfrm>
        <a:noFill/>
        <a:ln w="25400" cap="flat" cmpd="sng" algn="ctr">
          <a:solidFill>
            <a:schemeClr val="tx1"/>
          </a:solidFill>
          <a:prstDash val="solid"/>
        </a:ln>
        <a:effectLst/>
      </dgm:spPr>
      <dgm:t>
        <a:bodyPr/>
        <a:lstStyle/>
        <a:p>
          <a:endParaRPr lang="en-US" sz="1400" b="1"/>
        </a:p>
      </dgm:t>
    </dgm:pt>
    <dgm:pt modelId="{F795921E-486B-4D41-8A2D-A430E768DFF0}">
      <dgm:prSet custT="1"/>
      <dgm:spPr>
        <a:solidFill>
          <a:srgbClr val="5B9BD5"/>
        </a:solidFill>
      </dgm:spPr>
      <dgm:t>
        <a:bodyPr/>
        <a:lstStyle/>
        <a:p>
          <a:r>
            <a:rPr lang="en-US" sz="1400" b="1" dirty="0"/>
            <a:t>NH-301-03 x6</a:t>
          </a:r>
        </a:p>
      </dgm:t>
    </dgm:pt>
    <dgm:pt modelId="{A6563D7E-70DE-4FC3-A6B4-88B21F19906A}" type="parTrans" cxnId="{61AE31FC-785F-4A17-AAEF-DB731E87D2AF}">
      <dgm:prSet/>
      <dgm:spPr>
        <a:ln>
          <a:solidFill>
            <a:schemeClr val="tx1"/>
          </a:solidFill>
        </a:ln>
      </dgm:spPr>
      <dgm:t>
        <a:bodyPr/>
        <a:lstStyle/>
        <a:p>
          <a:endParaRPr lang="en-US"/>
        </a:p>
      </dgm:t>
    </dgm:pt>
    <dgm:pt modelId="{544947F8-1987-41A5-A418-3639A6C7F71B}" type="sibTrans" cxnId="{61AE31FC-785F-4A17-AAEF-DB731E87D2AF}">
      <dgm:prSet/>
      <dgm:spPr/>
      <dgm:t>
        <a:bodyPr/>
        <a:lstStyle/>
        <a:p>
          <a:endParaRPr lang="en-US"/>
        </a:p>
      </dgm:t>
    </dgm:pt>
    <dgm:pt modelId="{527E86AB-A702-42A2-B19B-A140C6534A4B}" type="pres">
      <dgm:prSet presAssocID="{CFDEB602-26BE-4346-92E2-CDD7F64527FA}" presName="hierChild1" presStyleCnt="0">
        <dgm:presLayoutVars>
          <dgm:orgChart val="1"/>
          <dgm:chPref val="1"/>
          <dgm:dir val="rev"/>
          <dgm:animOne val="branch"/>
          <dgm:animLvl val="lvl"/>
          <dgm:resizeHandles/>
        </dgm:presLayoutVars>
      </dgm:prSet>
      <dgm:spPr/>
    </dgm:pt>
    <dgm:pt modelId="{0B9010F6-9FE8-483E-AD3D-8A836248EFD8}" type="pres">
      <dgm:prSet presAssocID="{B79F10BD-D77A-4444-8321-14FBCA5D153C}" presName="hierRoot1" presStyleCnt="0">
        <dgm:presLayoutVars>
          <dgm:hierBranch/>
        </dgm:presLayoutVars>
      </dgm:prSet>
      <dgm:spPr/>
    </dgm:pt>
    <dgm:pt modelId="{847FEAD0-C427-4AA3-A8DB-5FA0E3AC8089}" type="pres">
      <dgm:prSet presAssocID="{B79F10BD-D77A-4444-8321-14FBCA5D153C}" presName="rootComposite1" presStyleCnt="0"/>
      <dgm:spPr/>
    </dgm:pt>
    <dgm:pt modelId="{2FA2D9A4-CD59-48ED-9AF4-76A2522ACAF4}" type="pres">
      <dgm:prSet presAssocID="{B79F10BD-D77A-4444-8321-14FBCA5D153C}" presName="rootText1" presStyleLbl="node0" presStyleIdx="0" presStyleCnt="1" custScaleX="240211" custScaleY="112364">
        <dgm:presLayoutVars>
          <dgm:chPref val="3"/>
        </dgm:presLayoutVars>
      </dgm:prSet>
      <dgm:spPr/>
    </dgm:pt>
    <dgm:pt modelId="{D374EACE-FF14-4D5A-B8CB-1E4B0D386801}" type="pres">
      <dgm:prSet presAssocID="{B79F10BD-D77A-4444-8321-14FBCA5D153C}" presName="rootConnector1" presStyleLbl="node1" presStyleIdx="0" presStyleCnt="0"/>
      <dgm:spPr/>
    </dgm:pt>
    <dgm:pt modelId="{E3E90BC5-D166-42FF-A44E-9CA8C7AF9035}" type="pres">
      <dgm:prSet presAssocID="{B79F10BD-D77A-4444-8321-14FBCA5D153C}" presName="hierChild2" presStyleCnt="0"/>
      <dgm:spPr/>
    </dgm:pt>
    <dgm:pt modelId="{87D24A36-E4B0-4FD7-A1BC-2F6AF063813E}" type="pres">
      <dgm:prSet presAssocID="{5002C955-F731-4C1B-A3D1-0B68A5BEBFD6}" presName="Name35" presStyleLbl="parChTrans1D2" presStyleIdx="0" presStyleCnt="5"/>
      <dgm:spPr/>
    </dgm:pt>
    <dgm:pt modelId="{6A7F7DE5-FC87-4314-9E3A-49E4BE09458D}" type="pres">
      <dgm:prSet presAssocID="{365C1D7E-5A81-40F8-909A-44B21FA58F9F}" presName="hierRoot2" presStyleCnt="0">
        <dgm:presLayoutVars>
          <dgm:hierBranch val="r"/>
        </dgm:presLayoutVars>
      </dgm:prSet>
      <dgm:spPr/>
    </dgm:pt>
    <dgm:pt modelId="{612878D5-3371-472D-B683-39B6A087F262}" type="pres">
      <dgm:prSet presAssocID="{365C1D7E-5A81-40F8-909A-44B21FA58F9F}" presName="rootComposite" presStyleCnt="0"/>
      <dgm:spPr/>
    </dgm:pt>
    <dgm:pt modelId="{72FD648A-5F48-472D-8C63-F7A0FF29C7DC}" type="pres">
      <dgm:prSet presAssocID="{365C1D7E-5A81-40F8-909A-44B21FA58F9F}" presName="rootText" presStyleLbl="node2" presStyleIdx="0" presStyleCnt="3" custScaleX="321482" custScaleY="129635" custLinFactX="100000" custLinFactNeighborX="120239" custLinFactNeighborY="-16220">
        <dgm:presLayoutVars>
          <dgm:chPref val="3"/>
        </dgm:presLayoutVars>
      </dgm:prSet>
      <dgm:spPr/>
    </dgm:pt>
    <dgm:pt modelId="{550DFC1D-C2B0-4DEE-B28D-4BD39C1787D9}" type="pres">
      <dgm:prSet presAssocID="{365C1D7E-5A81-40F8-909A-44B21FA58F9F}" presName="rootConnector" presStyleLbl="node2" presStyleIdx="0" presStyleCnt="3"/>
      <dgm:spPr/>
    </dgm:pt>
    <dgm:pt modelId="{035C9B7A-93F0-4D6C-965F-865EF0906A34}" type="pres">
      <dgm:prSet presAssocID="{365C1D7E-5A81-40F8-909A-44B21FA58F9F}" presName="hierChild4" presStyleCnt="0"/>
      <dgm:spPr/>
    </dgm:pt>
    <dgm:pt modelId="{DB8F889A-7F2B-4F53-B246-68CF962FF047}" type="pres">
      <dgm:prSet presAssocID="{9174A24B-7714-47A3-A503-053023AFB097}" presName="Name50" presStyleLbl="parChTrans1D3" presStyleIdx="0" presStyleCnt="7"/>
      <dgm:spPr/>
    </dgm:pt>
    <dgm:pt modelId="{00A3756E-3A71-494D-A4FB-9A080AC71B36}" type="pres">
      <dgm:prSet presAssocID="{E7FEBFB5-ACFA-4DF8-96C4-46835CB8D3DB}" presName="hierRoot2" presStyleCnt="0">
        <dgm:presLayoutVars>
          <dgm:hierBranch val="init"/>
        </dgm:presLayoutVars>
      </dgm:prSet>
      <dgm:spPr/>
    </dgm:pt>
    <dgm:pt modelId="{3C0C8A62-EFDF-4400-89DC-9145D2187E77}" type="pres">
      <dgm:prSet presAssocID="{E7FEBFB5-ACFA-4DF8-96C4-46835CB8D3DB}" presName="rootComposite" presStyleCnt="0"/>
      <dgm:spPr/>
    </dgm:pt>
    <dgm:pt modelId="{FF670A04-FC64-469B-B933-AEB9F63D5A38}" type="pres">
      <dgm:prSet presAssocID="{E7FEBFB5-ACFA-4DF8-96C4-46835CB8D3DB}" presName="rootText" presStyleLbl="node3" presStyleIdx="0" presStyleCnt="7" custScaleX="272074" custScaleY="143681" custLinFactX="90632" custLinFactNeighborX="100000" custLinFactNeighborY="34057">
        <dgm:presLayoutVars>
          <dgm:chPref val="3"/>
        </dgm:presLayoutVars>
      </dgm:prSet>
      <dgm:spPr/>
    </dgm:pt>
    <dgm:pt modelId="{BA2907B9-63FF-416F-B3EB-FA5D83245FF8}" type="pres">
      <dgm:prSet presAssocID="{E7FEBFB5-ACFA-4DF8-96C4-46835CB8D3DB}" presName="rootConnector" presStyleLbl="node3" presStyleIdx="0" presStyleCnt="7"/>
      <dgm:spPr/>
    </dgm:pt>
    <dgm:pt modelId="{9ABE824F-514B-4F22-82D5-510535DCBA8F}" type="pres">
      <dgm:prSet presAssocID="{E7FEBFB5-ACFA-4DF8-96C4-46835CB8D3DB}" presName="hierChild4" presStyleCnt="0"/>
      <dgm:spPr/>
    </dgm:pt>
    <dgm:pt modelId="{B8F6ED23-9A11-477E-9547-96ECB7502D92}" type="pres">
      <dgm:prSet presAssocID="{E7FEBFB5-ACFA-4DF8-96C4-46835CB8D3DB}" presName="hierChild5" presStyleCnt="0"/>
      <dgm:spPr/>
    </dgm:pt>
    <dgm:pt modelId="{CBD5B13E-71A4-44F7-9658-CD1167340BD9}" type="pres">
      <dgm:prSet presAssocID="{EF99656F-5D59-4DAC-AA97-4E45D83E2111}" presName="Name50" presStyleLbl="parChTrans1D3" presStyleIdx="1" presStyleCnt="7"/>
      <dgm:spPr/>
    </dgm:pt>
    <dgm:pt modelId="{8CD0233C-FEC0-4F80-8C71-F3402279270E}" type="pres">
      <dgm:prSet presAssocID="{C668DE69-A8C8-4461-A0E8-8F26EBF60FE0}" presName="hierRoot2" presStyleCnt="0">
        <dgm:presLayoutVars>
          <dgm:hierBranch val="init"/>
        </dgm:presLayoutVars>
      </dgm:prSet>
      <dgm:spPr/>
    </dgm:pt>
    <dgm:pt modelId="{9851CDB3-AD8B-4936-9EE6-4A91A363A5C8}" type="pres">
      <dgm:prSet presAssocID="{C668DE69-A8C8-4461-A0E8-8F26EBF60FE0}" presName="rootComposite" presStyleCnt="0"/>
      <dgm:spPr/>
    </dgm:pt>
    <dgm:pt modelId="{3E54BC6E-40D3-4465-9FC5-00B725F373FA}" type="pres">
      <dgm:prSet presAssocID="{C668DE69-A8C8-4461-A0E8-8F26EBF60FE0}" presName="rootText" presStyleLbl="node3" presStyleIdx="1" presStyleCnt="7" custScaleX="272074" custScaleY="143681" custLinFactX="90632" custLinFactNeighborX="100000" custLinFactNeighborY="34057">
        <dgm:presLayoutVars>
          <dgm:chPref val="3"/>
        </dgm:presLayoutVars>
      </dgm:prSet>
      <dgm:spPr/>
    </dgm:pt>
    <dgm:pt modelId="{FF6D03F6-7C69-4925-869A-AB62FB8EB8A5}" type="pres">
      <dgm:prSet presAssocID="{C668DE69-A8C8-4461-A0E8-8F26EBF60FE0}" presName="rootConnector" presStyleLbl="node3" presStyleIdx="1" presStyleCnt="7"/>
      <dgm:spPr/>
    </dgm:pt>
    <dgm:pt modelId="{FC21F345-800A-4382-9C6F-10A49B2129A9}" type="pres">
      <dgm:prSet presAssocID="{C668DE69-A8C8-4461-A0E8-8F26EBF60FE0}" presName="hierChild4" presStyleCnt="0"/>
      <dgm:spPr/>
    </dgm:pt>
    <dgm:pt modelId="{C32B6B58-AFE6-4892-B966-6A25B2867194}" type="pres">
      <dgm:prSet presAssocID="{C668DE69-A8C8-4461-A0E8-8F26EBF60FE0}" presName="hierChild5" presStyleCnt="0"/>
      <dgm:spPr/>
    </dgm:pt>
    <dgm:pt modelId="{4825FD21-A672-41B6-8A4A-1FD3975B98FC}" type="pres">
      <dgm:prSet presAssocID="{365C1D7E-5A81-40F8-909A-44B21FA58F9F}" presName="hierChild5" presStyleCnt="0"/>
      <dgm:spPr/>
    </dgm:pt>
    <dgm:pt modelId="{E62FC657-8688-486B-8573-C9E1AEB6ED45}" type="pres">
      <dgm:prSet presAssocID="{F89D1117-C9EB-43F9-860F-5A734E4821E4}" presName="Name35" presStyleLbl="parChTrans1D2" presStyleIdx="1" presStyleCnt="5"/>
      <dgm:spPr/>
    </dgm:pt>
    <dgm:pt modelId="{4A1FC308-61DE-4F06-950A-D459F73244CA}" type="pres">
      <dgm:prSet presAssocID="{EC151E4F-AEFB-4075-AAD8-8890C7205398}" presName="hierRoot2" presStyleCnt="0">
        <dgm:presLayoutVars>
          <dgm:hierBranch val="init"/>
        </dgm:presLayoutVars>
      </dgm:prSet>
      <dgm:spPr/>
    </dgm:pt>
    <dgm:pt modelId="{5F828EF2-1BB5-4D48-9A38-A5E662A6B86E}" type="pres">
      <dgm:prSet presAssocID="{EC151E4F-AEFB-4075-AAD8-8890C7205398}" presName="rootComposite" presStyleCnt="0"/>
      <dgm:spPr/>
    </dgm:pt>
    <dgm:pt modelId="{64600112-7438-4298-B15D-DD5C4AC03DCE}" type="pres">
      <dgm:prSet presAssocID="{EC151E4F-AEFB-4075-AAD8-8890C7205398}" presName="rootText" presStyleLbl="node2" presStyleIdx="1" presStyleCnt="3" custScaleX="317380" custScaleY="129635" custLinFactNeighborX="-1080" custLinFactNeighborY="-4590">
        <dgm:presLayoutVars>
          <dgm:chPref val="3"/>
        </dgm:presLayoutVars>
      </dgm:prSet>
      <dgm:spPr/>
    </dgm:pt>
    <dgm:pt modelId="{7888D6F3-786E-4D6C-91C0-EBF82B71134C}" type="pres">
      <dgm:prSet presAssocID="{EC151E4F-AEFB-4075-AAD8-8890C7205398}" presName="rootConnector" presStyleLbl="node2" presStyleIdx="1" presStyleCnt="3"/>
      <dgm:spPr/>
    </dgm:pt>
    <dgm:pt modelId="{A86D1015-5B19-4FEC-8594-0F1CDC1AF8EC}" type="pres">
      <dgm:prSet presAssocID="{EC151E4F-AEFB-4075-AAD8-8890C7205398}" presName="hierChild4" presStyleCnt="0"/>
      <dgm:spPr/>
    </dgm:pt>
    <dgm:pt modelId="{13F03822-1AB3-41BA-B3CE-320055395E32}" type="pres">
      <dgm:prSet presAssocID="{F2E9BF88-7D01-4878-B31C-C2F6601378D3}" presName="Name37" presStyleLbl="parChTrans1D3" presStyleIdx="2" presStyleCnt="7"/>
      <dgm:spPr/>
    </dgm:pt>
    <dgm:pt modelId="{64C6DAA7-BA2C-4FC6-B86F-5202355FA901}" type="pres">
      <dgm:prSet presAssocID="{DF66FAF3-A245-47D6-888C-4B34FFBFCB86}" presName="hierRoot2" presStyleCnt="0">
        <dgm:presLayoutVars>
          <dgm:hierBranch val="init"/>
        </dgm:presLayoutVars>
      </dgm:prSet>
      <dgm:spPr/>
    </dgm:pt>
    <dgm:pt modelId="{29DA9D5C-A048-4368-BF1C-6C72ABA14B69}" type="pres">
      <dgm:prSet presAssocID="{DF66FAF3-A245-47D6-888C-4B34FFBFCB86}" presName="rootComposite" presStyleCnt="0"/>
      <dgm:spPr/>
    </dgm:pt>
    <dgm:pt modelId="{E3FC6962-FB1A-46EE-9057-45E5EDE676B2}" type="pres">
      <dgm:prSet presAssocID="{DF66FAF3-A245-47D6-888C-4B34FFBFCB86}" presName="rootText" presStyleLbl="node3" presStyleIdx="2" presStyleCnt="7" custScaleX="272074" custScaleY="143681" custLinFactNeighborX="91" custLinFactNeighborY="24260">
        <dgm:presLayoutVars>
          <dgm:chPref val="3"/>
        </dgm:presLayoutVars>
      </dgm:prSet>
      <dgm:spPr>
        <a:prstGeom prst="rect">
          <a:avLst/>
        </a:prstGeom>
      </dgm:spPr>
    </dgm:pt>
    <dgm:pt modelId="{FBE7C542-7A12-4EF9-8DA1-68098AE3BBA0}" type="pres">
      <dgm:prSet presAssocID="{DF66FAF3-A245-47D6-888C-4B34FFBFCB86}" presName="rootConnector" presStyleLbl="node3" presStyleIdx="2" presStyleCnt="7"/>
      <dgm:spPr/>
    </dgm:pt>
    <dgm:pt modelId="{1DF55ADE-8F6B-42F9-BEBD-827459CDD68F}" type="pres">
      <dgm:prSet presAssocID="{DF66FAF3-A245-47D6-888C-4B34FFBFCB86}" presName="hierChild4" presStyleCnt="0"/>
      <dgm:spPr/>
    </dgm:pt>
    <dgm:pt modelId="{54DE06BC-D4E4-40D1-B8BA-1DE187F6A4D9}" type="pres">
      <dgm:prSet presAssocID="{DF66FAF3-A245-47D6-888C-4B34FFBFCB86}" presName="hierChild5" presStyleCnt="0"/>
      <dgm:spPr/>
    </dgm:pt>
    <dgm:pt modelId="{BDAD6629-ED84-4D54-A9F4-DCBA51F425DF}" type="pres">
      <dgm:prSet presAssocID="{F79107F0-B238-4455-90C0-D378B637DD88}" presName="Name37" presStyleLbl="parChTrans1D3" presStyleIdx="3" presStyleCnt="7"/>
      <dgm:spPr/>
    </dgm:pt>
    <dgm:pt modelId="{56080A12-6423-4F24-9164-EBFF5AD82B9C}" type="pres">
      <dgm:prSet presAssocID="{09E256AA-5E2E-4400-ABD0-32A13DE49AD0}" presName="hierRoot2" presStyleCnt="0">
        <dgm:presLayoutVars>
          <dgm:hierBranch val="init"/>
        </dgm:presLayoutVars>
      </dgm:prSet>
      <dgm:spPr/>
    </dgm:pt>
    <dgm:pt modelId="{BE42E70F-7272-4171-A856-15746C994951}" type="pres">
      <dgm:prSet presAssocID="{09E256AA-5E2E-4400-ABD0-32A13DE49AD0}" presName="rootComposite" presStyleCnt="0"/>
      <dgm:spPr/>
    </dgm:pt>
    <dgm:pt modelId="{E35869FD-1B83-4D80-A36B-E40E622DA653}" type="pres">
      <dgm:prSet presAssocID="{09E256AA-5E2E-4400-ABD0-32A13DE49AD0}" presName="rootText" presStyleLbl="node3" presStyleIdx="3" presStyleCnt="7" custScaleX="272074" custScaleY="143681" custLinFactNeighborX="91" custLinFactNeighborY="24260">
        <dgm:presLayoutVars>
          <dgm:chPref val="3"/>
        </dgm:presLayoutVars>
      </dgm:prSet>
      <dgm:spPr>
        <a:prstGeom prst="rect">
          <a:avLst/>
        </a:prstGeom>
      </dgm:spPr>
    </dgm:pt>
    <dgm:pt modelId="{881C4CF9-DF71-4434-8CF1-D5D53176D5D8}" type="pres">
      <dgm:prSet presAssocID="{09E256AA-5E2E-4400-ABD0-32A13DE49AD0}" presName="rootConnector" presStyleLbl="node3" presStyleIdx="3" presStyleCnt="7"/>
      <dgm:spPr/>
    </dgm:pt>
    <dgm:pt modelId="{9798EC43-7882-438C-A5B7-AE6F7806B9D7}" type="pres">
      <dgm:prSet presAssocID="{09E256AA-5E2E-4400-ABD0-32A13DE49AD0}" presName="hierChild4" presStyleCnt="0"/>
      <dgm:spPr/>
    </dgm:pt>
    <dgm:pt modelId="{23156451-09EF-4298-B2F7-416E915C4224}" type="pres">
      <dgm:prSet presAssocID="{09E256AA-5E2E-4400-ABD0-32A13DE49AD0}" presName="hierChild5" presStyleCnt="0"/>
      <dgm:spPr/>
    </dgm:pt>
    <dgm:pt modelId="{54A9E028-BD60-4AB7-B2D8-A68FA1B79898}" type="pres">
      <dgm:prSet presAssocID="{EC151E4F-AEFB-4075-AAD8-8890C7205398}" presName="hierChild5" presStyleCnt="0"/>
      <dgm:spPr/>
    </dgm:pt>
    <dgm:pt modelId="{ED97BA37-6C53-4B27-BD77-1BEF5AE7447C}" type="pres">
      <dgm:prSet presAssocID="{1616C5EE-038A-4652-8F7D-6045031A5F5D}" presName="Name35" presStyleLbl="parChTrans1D2" presStyleIdx="2" presStyleCnt="5"/>
      <dgm:spPr/>
    </dgm:pt>
    <dgm:pt modelId="{AFCFE949-30CB-4683-9E95-D8E0492CA1E8}" type="pres">
      <dgm:prSet presAssocID="{2F3DD590-6952-4C05-80FA-B25EC3F5CA1E}" presName="hierRoot2" presStyleCnt="0">
        <dgm:presLayoutVars>
          <dgm:hierBranch val="r"/>
        </dgm:presLayoutVars>
      </dgm:prSet>
      <dgm:spPr/>
    </dgm:pt>
    <dgm:pt modelId="{00D69316-E2D7-458C-BAFA-C05832858A26}" type="pres">
      <dgm:prSet presAssocID="{2F3DD590-6952-4C05-80FA-B25EC3F5CA1E}" presName="rootComposite" presStyleCnt="0"/>
      <dgm:spPr/>
    </dgm:pt>
    <dgm:pt modelId="{774F970F-CA11-48F0-BC41-CF562FB811B1}" type="pres">
      <dgm:prSet presAssocID="{2F3DD590-6952-4C05-80FA-B25EC3F5CA1E}" presName="rootText" presStyleLbl="node2" presStyleIdx="2" presStyleCnt="3" custScaleX="294375" custScaleY="130311" custLinFactX="-89894" custLinFactNeighborX="-100000" custLinFactNeighborY="-2986">
        <dgm:presLayoutVars>
          <dgm:chPref val="3"/>
        </dgm:presLayoutVars>
      </dgm:prSet>
      <dgm:spPr>
        <a:prstGeom prst="rect">
          <a:avLst/>
        </a:prstGeom>
      </dgm:spPr>
    </dgm:pt>
    <dgm:pt modelId="{772D7E3A-86D7-489D-A346-6EDDD2EBB9A9}" type="pres">
      <dgm:prSet presAssocID="{2F3DD590-6952-4C05-80FA-B25EC3F5CA1E}" presName="rootConnector" presStyleLbl="node2" presStyleIdx="2" presStyleCnt="3"/>
      <dgm:spPr/>
    </dgm:pt>
    <dgm:pt modelId="{FCE25E6D-3433-4598-B95A-DDA60625FD04}" type="pres">
      <dgm:prSet presAssocID="{2F3DD590-6952-4C05-80FA-B25EC3F5CA1E}" presName="hierChild4" presStyleCnt="0"/>
      <dgm:spPr/>
    </dgm:pt>
    <dgm:pt modelId="{AA2BBDED-E82F-423C-9BE6-C0CD873110B4}" type="pres">
      <dgm:prSet presAssocID="{7A576F7B-4893-46F2-832B-F2FE28A62DA8}" presName="Name50" presStyleLbl="parChTrans1D3" presStyleIdx="4" presStyleCnt="7"/>
      <dgm:spPr/>
    </dgm:pt>
    <dgm:pt modelId="{6D9B870A-1627-427C-A097-5D7D5455DF90}" type="pres">
      <dgm:prSet presAssocID="{16A25541-6416-4938-9EDB-FFE8BC515AA0}" presName="hierRoot2" presStyleCnt="0">
        <dgm:presLayoutVars>
          <dgm:hierBranch val="init"/>
        </dgm:presLayoutVars>
      </dgm:prSet>
      <dgm:spPr/>
    </dgm:pt>
    <dgm:pt modelId="{50FE79CE-D386-4451-B11B-2854C3406610}" type="pres">
      <dgm:prSet presAssocID="{16A25541-6416-4938-9EDB-FFE8BC515AA0}" presName="rootComposite" presStyleCnt="0"/>
      <dgm:spPr/>
    </dgm:pt>
    <dgm:pt modelId="{AD67FF5F-6164-4B51-BD73-C35706FC3D69}" type="pres">
      <dgm:prSet presAssocID="{16A25541-6416-4938-9EDB-FFE8BC515AA0}" presName="rootText" presStyleLbl="node3" presStyleIdx="4" presStyleCnt="7" custScaleX="249678" custScaleY="143681" custLinFactNeighborX="-96225" custLinFactNeighborY="-2213">
        <dgm:presLayoutVars>
          <dgm:chPref val="3"/>
        </dgm:presLayoutVars>
      </dgm:prSet>
      <dgm:spPr>
        <a:prstGeom prst="rect">
          <a:avLst/>
        </a:prstGeom>
      </dgm:spPr>
    </dgm:pt>
    <dgm:pt modelId="{50CB75BC-4C1E-49B9-9739-3C96C44C0FAD}" type="pres">
      <dgm:prSet presAssocID="{16A25541-6416-4938-9EDB-FFE8BC515AA0}" presName="rootConnector" presStyleLbl="node3" presStyleIdx="4" presStyleCnt="7"/>
      <dgm:spPr/>
    </dgm:pt>
    <dgm:pt modelId="{B5DD9B40-5D7D-4531-AD96-AF956D1EA3F7}" type="pres">
      <dgm:prSet presAssocID="{16A25541-6416-4938-9EDB-FFE8BC515AA0}" presName="hierChild4" presStyleCnt="0"/>
      <dgm:spPr/>
    </dgm:pt>
    <dgm:pt modelId="{BAABBB92-82EF-4850-9242-519BD0C6FD0A}" type="pres">
      <dgm:prSet presAssocID="{16A25541-6416-4938-9EDB-FFE8BC515AA0}" presName="hierChild5" presStyleCnt="0"/>
      <dgm:spPr/>
    </dgm:pt>
    <dgm:pt modelId="{C3C63E71-0D67-4A8D-89F8-E02C6AD675B1}" type="pres">
      <dgm:prSet presAssocID="{D24E4664-2887-4D1C-8049-2865ACD8383C}" presName="Name50" presStyleLbl="parChTrans1D3" presStyleIdx="5" presStyleCnt="7"/>
      <dgm:spPr/>
    </dgm:pt>
    <dgm:pt modelId="{1F89EE55-CC24-4DAF-985E-4BACCBFD1D38}" type="pres">
      <dgm:prSet presAssocID="{4FABD12E-BBE8-46DD-8128-040ACDB5D4FC}" presName="hierRoot2" presStyleCnt="0">
        <dgm:presLayoutVars>
          <dgm:hierBranch val="init"/>
        </dgm:presLayoutVars>
      </dgm:prSet>
      <dgm:spPr/>
    </dgm:pt>
    <dgm:pt modelId="{FFB47869-6EA4-41E4-9C5C-A2DF8F945024}" type="pres">
      <dgm:prSet presAssocID="{4FABD12E-BBE8-46DD-8128-040ACDB5D4FC}" presName="rootComposite" presStyleCnt="0"/>
      <dgm:spPr/>
    </dgm:pt>
    <dgm:pt modelId="{616AD698-394D-4ED3-BEF1-4FD8F0CB49F0}" type="pres">
      <dgm:prSet presAssocID="{4FABD12E-BBE8-46DD-8128-040ACDB5D4FC}" presName="rootText" presStyleLbl="node3" presStyleIdx="5" presStyleCnt="7" custScaleX="249678" custScaleY="150751" custLinFactNeighborX="-96225" custLinFactNeighborY="-10657">
        <dgm:presLayoutVars>
          <dgm:chPref val="3"/>
        </dgm:presLayoutVars>
      </dgm:prSet>
      <dgm:spPr>
        <a:prstGeom prst="rect">
          <a:avLst/>
        </a:prstGeom>
      </dgm:spPr>
    </dgm:pt>
    <dgm:pt modelId="{4595166A-3BB3-4021-9E01-5A09F31D686F}" type="pres">
      <dgm:prSet presAssocID="{4FABD12E-BBE8-46DD-8128-040ACDB5D4FC}" presName="rootConnector" presStyleLbl="node3" presStyleIdx="5" presStyleCnt="7"/>
      <dgm:spPr/>
    </dgm:pt>
    <dgm:pt modelId="{6CA011D5-A47D-44A2-8514-294C1FDC76E0}" type="pres">
      <dgm:prSet presAssocID="{4FABD12E-BBE8-46DD-8128-040ACDB5D4FC}" presName="hierChild4" presStyleCnt="0"/>
      <dgm:spPr/>
    </dgm:pt>
    <dgm:pt modelId="{3EF31926-2C22-4A1F-92BF-56B762F7F55B}" type="pres">
      <dgm:prSet presAssocID="{4FABD12E-BBE8-46DD-8128-040ACDB5D4FC}" presName="hierChild5" presStyleCnt="0"/>
      <dgm:spPr/>
    </dgm:pt>
    <dgm:pt modelId="{8B76D330-1DF3-432F-97E8-C4FE39C79DB4}" type="pres">
      <dgm:prSet presAssocID="{A6563D7E-70DE-4FC3-A6B4-88B21F19906A}" presName="Name50" presStyleLbl="parChTrans1D3" presStyleIdx="6" presStyleCnt="7"/>
      <dgm:spPr/>
    </dgm:pt>
    <dgm:pt modelId="{631AB1D7-9FB2-4683-A2FC-902AE93A8065}" type="pres">
      <dgm:prSet presAssocID="{F795921E-486B-4D41-8A2D-A430E768DFF0}" presName="hierRoot2" presStyleCnt="0">
        <dgm:presLayoutVars>
          <dgm:hierBranch val="init"/>
        </dgm:presLayoutVars>
      </dgm:prSet>
      <dgm:spPr/>
    </dgm:pt>
    <dgm:pt modelId="{1AB8F559-AD36-4177-960B-2E982E31EFF3}" type="pres">
      <dgm:prSet presAssocID="{F795921E-486B-4D41-8A2D-A430E768DFF0}" presName="rootComposite" presStyleCnt="0"/>
      <dgm:spPr/>
    </dgm:pt>
    <dgm:pt modelId="{09040726-9223-47F1-BC57-FDCAACBF397E}" type="pres">
      <dgm:prSet presAssocID="{F795921E-486B-4D41-8A2D-A430E768DFF0}" presName="rootText" presStyleLbl="node3" presStyleIdx="6" presStyleCnt="7" custScaleX="244228" custScaleY="116458" custLinFactNeighborX="-99154" custLinFactNeighborY="-25094">
        <dgm:presLayoutVars>
          <dgm:chPref val="3"/>
        </dgm:presLayoutVars>
      </dgm:prSet>
      <dgm:spPr/>
    </dgm:pt>
    <dgm:pt modelId="{65B9ECC5-D43A-40C7-9CFA-AA291EB2589D}" type="pres">
      <dgm:prSet presAssocID="{F795921E-486B-4D41-8A2D-A430E768DFF0}" presName="rootConnector" presStyleLbl="node3" presStyleIdx="6" presStyleCnt="7"/>
      <dgm:spPr/>
    </dgm:pt>
    <dgm:pt modelId="{520FDDB1-329C-4E3D-8C16-D5FDD0CA634C}" type="pres">
      <dgm:prSet presAssocID="{F795921E-486B-4D41-8A2D-A430E768DFF0}" presName="hierChild4" presStyleCnt="0"/>
      <dgm:spPr/>
    </dgm:pt>
    <dgm:pt modelId="{65E5E04B-2D32-40C6-9D0E-C771A81C9D1F}" type="pres">
      <dgm:prSet presAssocID="{F795921E-486B-4D41-8A2D-A430E768DFF0}" presName="hierChild5" presStyleCnt="0"/>
      <dgm:spPr/>
    </dgm:pt>
    <dgm:pt modelId="{D191CDFC-7948-49B6-90BA-F263685C9684}" type="pres">
      <dgm:prSet presAssocID="{2F3DD590-6952-4C05-80FA-B25EC3F5CA1E}" presName="hierChild5" presStyleCnt="0"/>
      <dgm:spPr/>
    </dgm:pt>
    <dgm:pt modelId="{A593C835-09B7-45B8-B229-848E0508A308}" type="pres">
      <dgm:prSet presAssocID="{B79F10BD-D77A-4444-8321-14FBCA5D153C}" presName="hierChild3" presStyleCnt="0"/>
      <dgm:spPr/>
    </dgm:pt>
    <dgm:pt modelId="{1074B6A3-FB08-48C5-A91B-10A9148628A3}" type="pres">
      <dgm:prSet presAssocID="{E2E4047D-96C6-421A-BFC0-0ADF9C5ED3EC}" presName="Name111" presStyleLbl="parChTrans1D2" presStyleIdx="3" presStyleCnt="5"/>
      <dgm:spPr/>
    </dgm:pt>
    <dgm:pt modelId="{4A4202F6-5EED-4542-B7A6-B5CBF942AE3F}" type="pres">
      <dgm:prSet presAssocID="{CD4B3AF2-367D-46B4-A523-4BC62C40A2DF}" presName="hierRoot3" presStyleCnt="0">
        <dgm:presLayoutVars>
          <dgm:hierBranch val="init"/>
        </dgm:presLayoutVars>
      </dgm:prSet>
      <dgm:spPr/>
    </dgm:pt>
    <dgm:pt modelId="{1EBB6A41-FA6E-430F-822E-FAC6B2A28918}" type="pres">
      <dgm:prSet presAssocID="{CD4B3AF2-367D-46B4-A523-4BC62C40A2DF}" presName="rootComposite3" presStyleCnt="0"/>
      <dgm:spPr/>
    </dgm:pt>
    <dgm:pt modelId="{EE7A672F-5445-4215-86CF-ADD43DF99B94}" type="pres">
      <dgm:prSet presAssocID="{CD4B3AF2-367D-46B4-A523-4BC62C40A2DF}" presName="rootText3" presStyleLbl="asst1" presStyleIdx="0" presStyleCnt="2" custScaleX="254555" custScaleY="122498" custLinFactNeighborX="57141" custLinFactNeighborY="-11466">
        <dgm:presLayoutVars>
          <dgm:chPref val="3"/>
        </dgm:presLayoutVars>
      </dgm:prSet>
      <dgm:spPr/>
    </dgm:pt>
    <dgm:pt modelId="{2DB47D92-E943-4955-92A1-23C2FC8C0EA7}" type="pres">
      <dgm:prSet presAssocID="{CD4B3AF2-367D-46B4-A523-4BC62C40A2DF}" presName="rootConnector3" presStyleLbl="asst1" presStyleIdx="0" presStyleCnt="2"/>
      <dgm:spPr/>
    </dgm:pt>
    <dgm:pt modelId="{366595B0-9183-427B-A5D5-0A9648FCEE29}" type="pres">
      <dgm:prSet presAssocID="{CD4B3AF2-367D-46B4-A523-4BC62C40A2DF}" presName="hierChild6" presStyleCnt="0"/>
      <dgm:spPr/>
    </dgm:pt>
    <dgm:pt modelId="{03B3A23D-DB2D-4F76-A883-864DC15A1A1A}" type="pres">
      <dgm:prSet presAssocID="{CD4B3AF2-367D-46B4-A523-4BC62C40A2DF}" presName="hierChild7" presStyleCnt="0"/>
      <dgm:spPr/>
    </dgm:pt>
    <dgm:pt modelId="{ACE6753C-8C21-4DB8-AC36-690ED0FEBFB0}" type="pres">
      <dgm:prSet presAssocID="{08050EF2-AF62-4405-A278-64FFF1AA256F}" presName="Name111" presStyleLbl="parChTrans1D2" presStyleIdx="4" presStyleCnt="5"/>
      <dgm:spPr/>
    </dgm:pt>
    <dgm:pt modelId="{DCC7EB8D-0529-4C81-9EB8-206BC0D61B25}" type="pres">
      <dgm:prSet presAssocID="{CA784AD3-BDE6-472F-9040-BABD0625E47B}" presName="hierRoot3" presStyleCnt="0">
        <dgm:presLayoutVars>
          <dgm:hierBranch val="init"/>
        </dgm:presLayoutVars>
      </dgm:prSet>
      <dgm:spPr/>
    </dgm:pt>
    <dgm:pt modelId="{0B1A0E6A-BBE8-4403-9941-0E954F1AA6F1}" type="pres">
      <dgm:prSet presAssocID="{CA784AD3-BDE6-472F-9040-BABD0625E47B}" presName="rootComposite3" presStyleCnt="0"/>
      <dgm:spPr/>
    </dgm:pt>
    <dgm:pt modelId="{DE97EF55-5400-4967-910F-47D92911C7CD}" type="pres">
      <dgm:prSet presAssocID="{CA784AD3-BDE6-472F-9040-BABD0625E47B}" presName="rootText3" presStyleLbl="asst1" presStyleIdx="1" presStyleCnt="2" custScaleX="254813" custScaleY="115162" custLinFactNeighborX="-61437" custLinFactNeighborY="-6463">
        <dgm:presLayoutVars>
          <dgm:chPref val="3"/>
        </dgm:presLayoutVars>
      </dgm:prSet>
      <dgm:spPr/>
    </dgm:pt>
    <dgm:pt modelId="{5E6C2817-6424-4403-BDE0-45EA8CD9F7C6}" type="pres">
      <dgm:prSet presAssocID="{CA784AD3-BDE6-472F-9040-BABD0625E47B}" presName="rootConnector3" presStyleLbl="asst1" presStyleIdx="1" presStyleCnt="2"/>
      <dgm:spPr/>
    </dgm:pt>
    <dgm:pt modelId="{39B3831E-ED13-4887-9FDE-B65D244FD05D}" type="pres">
      <dgm:prSet presAssocID="{CA784AD3-BDE6-472F-9040-BABD0625E47B}" presName="hierChild6" presStyleCnt="0"/>
      <dgm:spPr/>
    </dgm:pt>
    <dgm:pt modelId="{9BBF5285-F4E3-4CCB-BB80-ECF1583DF248}" type="pres">
      <dgm:prSet presAssocID="{CA784AD3-BDE6-472F-9040-BABD0625E47B}" presName="hierChild7" presStyleCnt="0"/>
      <dgm:spPr/>
    </dgm:pt>
  </dgm:ptLst>
  <dgm:cxnLst>
    <dgm:cxn modelId="{0572D407-EBB2-420B-B7F2-89915B38BD1F}" type="presOf" srcId="{EC151E4F-AEFB-4075-AAD8-8890C7205398}" destId="{64600112-7438-4298-B15D-DD5C4AC03DCE}" srcOrd="0" destOrd="0" presId="urn:microsoft.com/office/officeart/2005/8/layout/orgChart1"/>
    <dgm:cxn modelId="{D4D70B0E-B61E-4095-A7BC-5DFB1D623514}" type="presOf" srcId="{9174A24B-7714-47A3-A503-053023AFB097}" destId="{DB8F889A-7F2B-4F53-B246-68CF962FF047}" srcOrd="0" destOrd="0" presId="urn:microsoft.com/office/officeart/2005/8/layout/orgChart1"/>
    <dgm:cxn modelId="{5EB02312-2C66-4E9A-B08C-68DB7EF60F21}" type="presOf" srcId="{1616C5EE-038A-4652-8F7D-6045031A5F5D}" destId="{ED97BA37-6C53-4B27-BD77-1BEF5AE7447C}" srcOrd="0" destOrd="0" presId="urn:microsoft.com/office/officeart/2005/8/layout/orgChart1"/>
    <dgm:cxn modelId="{E4DC1319-5D40-46D6-ABB6-990907676217}" srcId="{EC151E4F-AEFB-4075-AAD8-8890C7205398}" destId="{DF66FAF3-A245-47D6-888C-4B34FFBFCB86}" srcOrd="0" destOrd="0" parTransId="{F2E9BF88-7D01-4878-B31C-C2F6601378D3}" sibTransId="{B91A3FE8-5CD7-4605-A7F3-713ACB709DC8}"/>
    <dgm:cxn modelId="{8A20381A-0789-4C8D-9701-57021733BAA0}" type="presOf" srcId="{C668DE69-A8C8-4461-A0E8-8F26EBF60FE0}" destId="{3E54BC6E-40D3-4465-9FC5-00B725F373FA}" srcOrd="0" destOrd="0" presId="urn:microsoft.com/office/officeart/2005/8/layout/orgChart1"/>
    <dgm:cxn modelId="{1001782A-62D7-4DF1-8FD0-CF4A0739068F}" type="presOf" srcId="{5002C955-F731-4C1B-A3D1-0B68A5BEBFD6}" destId="{87D24A36-E4B0-4FD7-A1BC-2F6AF063813E}" srcOrd="0" destOrd="0" presId="urn:microsoft.com/office/officeart/2005/8/layout/orgChart1"/>
    <dgm:cxn modelId="{907A3030-1B22-4A94-A711-77EB64461C03}" type="presOf" srcId="{F2E9BF88-7D01-4878-B31C-C2F6601378D3}" destId="{13F03822-1AB3-41BA-B3CE-320055395E32}" srcOrd="0" destOrd="0" presId="urn:microsoft.com/office/officeart/2005/8/layout/orgChart1"/>
    <dgm:cxn modelId="{960F0131-B011-448E-A716-82C0D92EEA29}" type="presOf" srcId="{365C1D7E-5A81-40F8-909A-44B21FA58F9F}" destId="{550DFC1D-C2B0-4DEE-B28D-4BD39C1787D9}" srcOrd="1" destOrd="0" presId="urn:microsoft.com/office/officeart/2005/8/layout/orgChart1"/>
    <dgm:cxn modelId="{39280A38-82E5-4A32-959B-C3D18B8090EB}" srcId="{B79F10BD-D77A-4444-8321-14FBCA5D153C}" destId="{2F3DD590-6952-4C05-80FA-B25EC3F5CA1E}" srcOrd="2" destOrd="0" parTransId="{1616C5EE-038A-4652-8F7D-6045031A5F5D}" sibTransId="{644F5621-258C-4F18-8C08-DB00E6CA704B}"/>
    <dgm:cxn modelId="{F0DEB73A-88D9-4632-992B-0F82AEE74851}" type="presOf" srcId="{CA784AD3-BDE6-472F-9040-BABD0625E47B}" destId="{5E6C2817-6424-4403-BDE0-45EA8CD9F7C6}" srcOrd="1" destOrd="0" presId="urn:microsoft.com/office/officeart/2005/8/layout/orgChart1"/>
    <dgm:cxn modelId="{9887983F-7ADE-48D1-9AB8-CCB9D78B4CBC}" type="presOf" srcId="{08050EF2-AF62-4405-A278-64FFF1AA256F}" destId="{ACE6753C-8C21-4DB8-AC36-690ED0FEBFB0}" srcOrd="0" destOrd="0" presId="urn:microsoft.com/office/officeart/2005/8/layout/orgChart1"/>
    <dgm:cxn modelId="{8A398A60-08A1-4166-B344-8A7746330C85}" type="presOf" srcId="{E7FEBFB5-ACFA-4DF8-96C4-46835CB8D3DB}" destId="{BA2907B9-63FF-416F-B3EB-FA5D83245FF8}" srcOrd="1" destOrd="0" presId="urn:microsoft.com/office/officeart/2005/8/layout/orgChart1"/>
    <dgm:cxn modelId="{8366C160-254D-414B-B907-C3E1D5D7DB96}" type="presOf" srcId="{2F3DD590-6952-4C05-80FA-B25EC3F5CA1E}" destId="{772D7E3A-86D7-489D-A346-6EDDD2EBB9A9}" srcOrd="1" destOrd="0" presId="urn:microsoft.com/office/officeart/2005/8/layout/orgChart1"/>
    <dgm:cxn modelId="{DA715964-0B82-461D-B6AD-B07843998A78}" srcId="{2F3DD590-6952-4C05-80FA-B25EC3F5CA1E}" destId="{4FABD12E-BBE8-46DD-8128-040ACDB5D4FC}" srcOrd="1" destOrd="0" parTransId="{D24E4664-2887-4D1C-8049-2865ACD8383C}" sibTransId="{A685F8A1-A6BD-413E-BB80-FF6A9E6120E5}"/>
    <dgm:cxn modelId="{7F8BE364-56B3-4ED6-8162-18DCE0C57B00}" type="presOf" srcId="{CA784AD3-BDE6-472F-9040-BABD0625E47B}" destId="{DE97EF55-5400-4967-910F-47D92911C7CD}" srcOrd="0" destOrd="0" presId="urn:microsoft.com/office/officeart/2005/8/layout/orgChart1"/>
    <dgm:cxn modelId="{F30FDA65-3160-4BEF-8F9A-7845314ED6D7}" srcId="{B79F10BD-D77A-4444-8321-14FBCA5D153C}" destId="{CA784AD3-BDE6-472F-9040-BABD0625E47B}" srcOrd="4" destOrd="0" parTransId="{08050EF2-AF62-4405-A278-64FFF1AA256F}" sibTransId="{F609FD93-527B-4E2D-B9E4-74CEE392BA81}"/>
    <dgm:cxn modelId="{0C11AD66-4D9C-4C0B-87FA-49AC205C3209}" type="presOf" srcId="{365C1D7E-5A81-40F8-909A-44B21FA58F9F}" destId="{72FD648A-5F48-472D-8C63-F7A0FF29C7DC}" srcOrd="0" destOrd="0" presId="urn:microsoft.com/office/officeart/2005/8/layout/orgChart1"/>
    <dgm:cxn modelId="{BE98EA46-9AD1-41FB-9A65-BF057EEB4B45}" type="presOf" srcId="{EC151E4F-AEFB-4075-AAD8-8890C7205398}" destId="{7888D6F3-786E-4D6C-91C0-EBF82B71134C}" srcOrd="1" destOrd="0" presId="urn:microsoft.com/office/officeart/2005/8/layout/orgChart1"/>
    <dgm:cxn modelId="{B4EF5D48-570D-48CC-B530-D98E78307F1F}" type="presOf" srcId="{16A25541-6416-4938-9EDB-FFE8BC515AA0}" destId="{50CB75BC-4C1E-49B9-9739-3C96C44C0FAD}" srcOrd="1" destOrd="0" presId="urn:microsoft.com/office/officeart/2005/8/layout/orgChart1"/>
    <dgm:cxn modelId="{53AE304E-936B-481F-B127-C671633D4DF6}" type="presOf" srcId="{A6563D7E-70DE-4FC3-A6B4-88B21F19906A}" destId="{8B76D330-1DF3-432F-97E8-C4FE39C79DB4}" srcOrd="0" destOrd="0" presId="urn:microsoft.com/office/officeart/2005/8/layout/orgChart1"/>
    <dgm:cxn modelId="{799B154F-0042-457C-A4FC-9CFEA7272342}" type="presOf" srcId="{4FABD12E-BBE8-46DD-8128-040ACDB5D4FC}" destId="{4595166A-3BB3-4021-9E01-5A09F31D686F}" srcOrd="1" destOrd="0" presId="urn:microsoft.com/office/officeart/2005/8/layout/orgChart1"/>
    <dgm:cxn modelId="{C7814471-BD6A-4959-A428-61FE7877AA4E}" type="presOf" srcId="{DF66FAF3-A245-47D6-888C-4B34FFBFCB86}" destId="{FBE7C542-7A12-4EF9-8DA1-68098AE3BBA0}" srcOrd="1" destOrd="0" presId="urn:microsoft.com/office/officeart/2005/8/layout/orgChart1"/>
    <dgm:cxn modelId="{37697154-7FE8-4067-8335-E010B318C51D}" type="presOf" srcId="{D24E4664-2887-4D1C-8049-2865ACD8383C}" destId="{C3C63E71-0D67-4A8D-89F8-E02C6AD675B1}" srcOrd="0" destOrd="0" presId="urn:microsoft.com/office/officeart/2005/8/layout/orgChart1"/>
    <dgm:cxn modelId="{DCE54977-1CB3-44A6-B2F7-B9D8617268CA}" srcId="{2F3DD590-6952-4C05-80FA-B25EC3F5CA1E}" destId="{16A25541-6416-4938-9EDB-FFE8BC515AA0}" srcOrd="0" destOrd="0" parTransId="{7A576F7B-4893-46F2-832B-F2FE28A62DA8}" sibTransId="{CF329B0D-D4D9-4FF6-8B78-DC39223B90DE}"/>
    <dgm:cxn modelId="{12F9DC59-6257-4165-9977-C863FF68F6E8}" srcId="{EC151E4F-AEFB-4075-AAD8-8890C7205398}" destId="{09E256AA-5E2E-4400-ABD0-32A13DE49AD0}" srcOrd="1" destOrd="0" parTransId="{F79107F0-B238-4455-90C0-D378B637DD88}" sibTransId="{53DFD679-B6DC-439D-BF18-0C608F0E652D}"/>
    <dgm:cxn modelId="{6FBE1D7B-A7F7-4176-B35B-0B41765F4BB9}" type="presOf" srcId="{7A576F7B-4893-46F2-832B-F2FE28A62DA8}" destId="{AA2BBDED-E82F-423C-9BE6-C0CD873110B4}" srcOrd="0" destOrd="0" presId="urn:microsoft.com/office/officeart/2005/8/layout/orgChart1"/>
    <dgm:cxn modelId="{B1676A8D-56A1-4366-9565-41CDA118A1C0}" type="presOf" srcId="{E7FEBFB5-ACFA-4DF8-96C4-46835CB8D3DB}" destId="{FF670A04-FC64-469B-B933-AEB9F63D5A38}" srcOrd="0" destOrd="0" presId="urn:microsoft.com/office/officeart/2005/8/layout/orgChart1"/>
    <dgm:cxn modelId="{79D00695-4AD6-4A1A-9878-6C57F1FB973F}" type="presOf" srcId="{F79107F0-B238-4455-90C0-D378B637DD88}" destId="{BDAD6629-ED84-4D54-A9F4-DCBA51F425DF}" srcOrd="0" destOrd="0" presId="urn:microsoft.com/office/officeart/2005/8/layout/orgChart1"/>
    <dgm:cxn modelId="{A535D2A1-E9DE-42D2-A7EF-4A147F86A0F5}" type="presOf" srcId="{4FABD12E-BBE8-46DD-8128-040ACDB5D4FC}" destId="{616AD698-394D-4ED3-BEF1-4FD8F0CB49F0}" srcOrd="0" destOrd="0" presId="urn:microsoft.com/office/officeart/2005/8/layout/orgChart1"/>
    <dgm:cxn modelId="{E17F87AE-5BD4-479D-B231-62FB793C1FE8}" type="presOf" srcId="{16A25541-6416-4938-9EDB-FFE8BC515AA0}" destId="{AD67FF5F-6164-4B51-BD73-C35706FC3D69}" srcOrd="0" destOrd="0" presId="urn:microsoft.com/office/officeart/2005/8/layout/orgChart1"/>
    <dgm:cxn modelId="{5F63D4B7-D0D7-49C9-9338-1FFDAD860298}" type="presOf" srcId="{CD4B3AF2-367D-46B4-A523-4BC62C40A2DF}" destId="{EE7A672F-5445-4215-86CF-ADD43DF99B94}" srcOrd="0" destOrd="0" presId="urn:microsoft.com/office/officeart/2005/8/layout/orgChart1"/>
    <dgm:cxn modelId="{8E7D33BB-69B9-4ED9-BAE3-2C35C0D148D7}" type="presOf" srcId="{F795921E-486B-4D41-8A2D-A430E768DFF0}" destId="{65B9ECC5-D43A-40C7-9CFA-AA291EB2589D}" srcOrd="1" destOrd="0" presId="urn:microsoft.com/office/officeart/2005/8/layout/orgChart1"/>
    <dgm:cxn modelId="{1A0C6ABF-D53F-4605-A4ED-4A750CC08F56}" type="presOf" srcId="{C668DE69-A8C8-4461-A0E8-8F26EBF60FE0}" destId="{FF6D03F6-7C69-4925-869A-AB62FB8EB8A5}" srcOrd="1" destOrd="0" presId="urn:microsoft.com/office/officeart/2005/8/layout/orgChart1"/>
    <dgm:cxn modelId="{335688C7-8950-4766-85F6-06190AC1A4A0}" type="presOf" srcId="{E2E4047D-96C6-421A-BFC0-0ADF9C5ED3EC}" destId="{1074B6A3-FB08-48C5-A91B-10A9148628A3}" srcOrd="0" destOrd="0" presId="urn:microsoft.com/office/officeart/2005/8/layout/orgChart1"/>
    <dgm:cxn modelId="{023BB4C9-ECD8-4B0A-9FD8-BF806330B170}" type="presOf" srcId="{F795921E-486B-4D41-8A2D-A430E768DFF0}" destId="{09040726-9223-47F1-BC57-FDCAACBF397E}" srcOrd="0" destOrd="0" presId="urn:microsoft.com/office/officeart/2005/8/layout/orgChart1"/>
    <dgm:cxn modelId="{82556ACA-7B01-4F82-844D-0BCF0C93B858}" srcId="{CFDEB602-26BE-4346-92E2-CDD7F64527FA}" destId="{B79F10BD-D77A-4444-8321-14FBCA5D153C}" srcOrd="0" destOrd="0" parTransId="{116920B8-CB12-4859-A212-232B62F97E0B}" sibTransId="{D5B0CF4C-FC0C-4390-B948-56AA5F79F34E}"/>
    <dgm:cxn modelId="{EB15D6D2-F2FB-4515-9DE6-AAE244554792}" type="presOf" srcId="{CFDEB602-26BE-4346-92E2-CDD7F64527FA}" destId="{527E86AB-A702-42A2-B19B-A140C6534A4B}" srcOrd="0" destOrd="0" presId="urn:microsoft.com/office/officeart/2005/8/layout/orgChart1"/>
    <dgm:cxn modelId="{3605A3D5-CAE7-421F-8E43-0B5D4C76133E}" type="presOf" srcId="{EF99656F-5D59-4DAC-AA97-4E45D83E2111}" destId="{CBD5B13E-71A4-44F7-9658-CD1167340BD9}" srcOrd="0" destOrd="0" presId="urn:microsoft.com/office/officeart/2005/8/layout/orgChart1"/>
    <dgm:cxn modelId="{27F691D6-3C52-43B9-9701-FFCBDF12CCFF}" type="presOf" srcId="{DF66FAF3-A245-47D6-888C-4B34FFBFCB86}" destId="{E3FC6962-FB1A-46EE-9057-45E5EDE676B2}" srcOrd="0" destOrd="0" presId="urn:microsoft.com/office/officeart/2005/8/layout/orgChart1"/>
    <dgm:cxn modelId="{FBFF2CD8-5231-4FC6-B5F3-06C1AA689064}" type="presOf" srcId="{09E256AA-5E2E-4400-ABD0-32A13DE49AD0}" destId="{881C4CF9-DF71-4434-8CF1-D5D53176D5D8}" srcOrd="1" destOrd="0" presId="urn:microsoft.com/office/officeart/2005/8/layout/orgChart1"/>
    <dgm:cxn modelId="{8D3542D8-9E97-4E16-8EC7-2F91DBFB838D}" srcId="{365C1D7E-5A81-40F8-909A-44B21FA58F9F}" destId="{E7FEBFB5-ACFA-4DF8-96C4-46835CB8D3DB}" srcOrd="0" destOrd="0" parTransId="{9174A24B-7714-47A3-A503-053023AFB097}" sibTransId="{6B023C94-531B-4D5C-A540-09E06504E5E8}"/>
    <dgm:cxn modelId="{0795B8DB-6EE6-4526-B8A4-F2B04E330EA7}" type="presOf" srcId="{B79F10BD-D77A-4444-8321-14FBCA5D153C}" destId="{2FA2D9A4-CD59-48ED-9AF4-76A2522ACAF4}" srcOrd="0" destOrd="0" presId="urn:microsoft.com/office/officeart/2005/8/layout/orgChart1"/>
    <dgm:cxn modelId="{CE4B79DE-A1ED-4AA3-8CAE-E825F5243C76}" srcId="{B79F10BD-D77A-4444-8321-14FBCA5D153C}" destId="{EC151E4F-AEFB-4075-AAD8-8890C7205398}" srcOrd="1" destOrd="0" parTransId="{F89D1117-C9EB-43F9-860F-5A734E4821E4}" sibTransId="{416A9833-EFC4-486D-B31B-4E63CABEAA7A}"/>
    <dgm:cxn modelId="{18F0CCE6-D1EB-4F3D-8D4A-B35B05D5DA37}" type="presOf" srcId="{09E256AA-5E2E-4400-ABD0-32A13DE49AD0}" destId="{E35869FD-1B83-4D80-A36B-E40E622DA653}" srcOrd="0" destOrd="0" presId="urn:microsoft.com/office/officeart/2005/8/layout/orgChart1"/>
    <dgm:cxn modelId="{A21F5CE9-8C51-4427-8701-771D74DC1C67}" type="presOf" srcId="{B79F10BD-D77A-4444-8321-14FBCA5D153C}" destId="{D374EACE-FF14-4D5A-B8CB-1E4B0D386801}" srcOrd="1" destOrd="0" presId="urn:microsoft.com/office/officeart/2005/8/layout/orgChart1"/>
    <dgm:cxn modelId="{121E99EC-CF7F-4447-B3BB-F51CA78CEFCF}" type="presOf" srcId="{F89D1117-C9EB-43F9-860F-5A734E4821E4}" destId="{E62FC657-8688-486B-8573-C9E1AEB6ED45}" srcOrd="0" destOrd="0" presId="urn:microsoft.com/office/officeart/2005/8/layout/orgChart1"/>
    <dgm:cxn modelId="{A0BDCFEE-80EC-4728-B6EA-D457E8AFAACD}" type="presOf" srcId="{2F3DD590-6952-4C05-80FA-B25EC3F5CA1E}" destId="{774F970F-CA11-48F0-BC41-CF562FB811B1}" srcOrd="0" destOrd="0" presId="urn:microsoft.com/office/officeart/2005/8/layout/orgChart1"/>
    <dgm:cxn modelId="{BD0BD8F0-6EF6-4EDA-8210-A0FFDAAFAE50}" srcId="{365C1D7E-5A81-40F8-909A-44B21FA58F9F}" destId="{C668DE69-A8C8-4461-A0E8-8F26EBF60FE0}" srcOrd="1" destOrd="0" parTransId="{EF99656F-5D59-4DAC-AA97-4E45D83E2111}" sibTransId="{C70BFD33-3C59-46D9-A762-32C8287A82D2}"/>
    <dgm:cxn modelId="{5CF22BF1-1E75-43E8-A985-73B507926CF1}" type="presOf" srcId="{CD4B3AF2-367D-46B4-A523-4BC62C40A2DF}" destId="{2DB47D92-E943-4955-92A1-23C2FC8C0EA7}" srcOrd="1" destOrd="0" presId="urn:microsoft.com/office/officeart/2005/8/layout/orgChart1"/>
    <dgm:cxn modelId="{F4F025F4-D015-4150-AE03-E50D68E71B1C}" srcId="{B79F10BD-D77A-4444-8321-14FBCA5D153C}" destId="{365C1D7E-5A81-40F8-909A-44B21FA58F9F}" srcOrd="0" destOrd="0" parTransId="{5002C955-F731-4C1B-A3D1-0B68A5BEBFD6}" sibTransId="{35F44B82-0910-4F4A-B8C5-828C0655C952}"/>
    <dgm:cxn modelId="{D38EC8F6-9A23-41B0-B51A-151ED57270FA}" srcId="{B79F10BD-D77A-4444-8321-14FBCA5D153C}" destId="{CD4B3AF2-367D-46B4-A523-4BC62C40A2DF}" srcOrd="3" destOrd="0" parTransId="{E2E4047D-96C6-421A-BFC0-0ADF9C5ED3EC}" sibTransId="{8C27A8AC-06F3-4D20-9A60-1800A5732CEA}"/>
    <dgm:cxn modelId="{61AE31FC-785F-4A17-AAEF-DB731E87D2AF}" srcId="{2F3DD590-6952-4C05-80FA-B25EC3F5CA1E}" destId="{F795921E-486B-4D41-8A2D-A430E768DFF0}" srcOrd="2" destOrd="0" parTransId="{A6563D7E-70DE-4FC3-A6B4-88B21F19906A}" sibTransId="{544947F8-1987-41A5-A418-3639A6C7F71B}"/>
    <dgm:cxn modelId="{3E169164-D8F7-4EB2-8F02-F597366966A8}" type="presParOf" srcId="{527E86AB-A702-42A2-B19B-A140C6534A4B}" destId="{0B9010F6-9FE8-483E-AD3D-8A836248EFD8}" srcOrd="0" destOrd="0" presId="urn:microsoft.com/office/officeart/2005/8/layout/orgChart1"/>
    <dgm:cxn modelId="{AEC465EB-54DF-4672-8678-9DE2FA8F324E}" type="presParOf" srcId="{0B9010F6-9FE8-483E-AD3D-8A836248EFD8}" destId="{847FEAD0-C427-4AA3-A8DB-5FA0E3AC8089}" srcOrd="0" destOrd="0" presId="urn:microsoft.com/office/officeart/2005/8/layout/orgChart1"/>
    <dgm:cxn modelId="{44AC1C73-D5D9-4451-AE0B-7E85F07120BB}" type="presParOf" srcId="{847FEAD0-C427-4AA3-A8DB-5FA0E3AC8089}" destId="{2FA2D9A4-CD59-48ED-9AF4-76A2522ACAF4}" srcOrd="0" destOrd="0" presId="urn:microsoft.com/office/officeart/2005/8/layout/orgChart1"/>
    <dgm:cxn modelId="{80510C6E-7883-4F7B-8728-606AE2FD4DED}" type="presParOf" srcId="{847FEAD0-C427-4AA3-A8DB-5FA0E3AC8089}" destId="{D374EACE-FF14-4D5A-B8CB-1E4B0D386801}" srcOrd="1" destOrd="0" presId="urn:microsoft.com/office/officeart/2005/8/layout/orgChart1"/>
    <dgm:cxn modelId="{BB83AAFF-F027-42B2-A3BE-8C31749E33A9}" type="presParOf" srcId="{0B9010F6-9FE8-483E-AD3D-8A836248EFD8}" destId="{E3E90BC5-D166-42FF-A44E-9CA8C7AF9035}" srcOrd="1" destOrd="0" presId="urn:microsoft.com/office/officeart/2005/8/layout/orgChart1"/>
    <dgm:cxn modelId="{568FDEDD-10AC-4D01-BA0C-3F8AC0562F15}" type="presParOf" srcId="{E3E90BC5-D166-42FF-A44E-9CA8C7AF9035}" destId="{87D24A36-E4B0-4FD7-A1BC-2F6AF063813E}" srcOrd="0" destOrd="0" presId="urn:microsoft.com/office/officeart/2005/8/layout/orgChart1"/>
    <dgm:cxn modelId="{EBFE5D42-6F7B-4121-BF63-01C0731C949A}" type="presParOf" srcId="{E3E90BC5-D166-42FF-A44E-9CA8C7AF9035}" destId="{6A7F7DE5-FC87-4314-9E3A-49E4BE09458D}" srcOrd="1" destOrd="0" presId="urn:microsoft.com/office/officeart/2005/8/layout/orgChart1"/>
    <dgm:cxn modelId="{81D6DF1C-8FF5-4FA8-BECF-0773F919A1C4}" type="presParOf" srcId="{6A7F7DE5-FC87-4314-9E3A-49E4BE09458D}" destId="{612878D5-3371-472D-B683-39B6A087F262}" srcOrd="0" destOrd="0" presId="urn:microsoft.com/office/officeart/2005/8/layout/orgChart1"/>
    <dgm:cxn modelId="{C4AD6F2D-9F4F-4584-85D3-89380B5A7B14}" type="presParOf" srcId="{612878D5-3371-472D-B683-39B6A087F262}" destId="{72FD648A-5F48-472D-8C63-F7A0FF29C7DC}" srcOrd="0" destOrd="0" presId="urn:microsoft.com/office/officeart/2005/8/layout/orgChart1"/>
    <dgm:cxn modelId="{58F2DF24-AE03-407E-9884-0B33B27B526C}" type="presParOf" srcId="{612878D5-3371-472D-B683-39B6A087F262}" destId="{550DFC1D-C2B0-4DEE-B28D-4BD39C1787D9}" srcOrd="1" destOrd="0" presId="urn:microsoft.com/office/officeart/2005/8/layout/orgChart1"/>
    <dgm:cxn modelId="{55429068-860A-42A6-8C4C-0393D5374EA0}" type="presParOf" srcId="{6A7F7DE5-FC87-4314-9E3A-49E4BE09458D}" destId="{035C9B7A-93F0-4D6C-965F-865EF0906A34}" srcOrd="1" destOrd="0" presId="urn:microsoft.com/office/officeart/2005/8/layout/orgChart1"/>
    <dgm:cxn modelId="{22EF980C-6D44-4557-80CB-2BE2936818C6}" type="presParOf" srcId="{035C9B7A-93F0-4D6C-965F-865EF0906A34}" destId="{DB8F889A-7F2B-4F53-B246-68CF962FF047}" srcOrd="0" destOrd="0" presId="urn:microsoft.com/office/officeart/2005/8/layout/orgChart1"/>
    <dgm:cxn modelId="{50C180C4-5483-4643-81A2-CCFAAF5298FD}" type="presParOf" srcId="{035C9B7A-93F0-4D6C-965F-865EF0906A34}" destId="{00A3756E-3A71-494D-A4FB-9A080AC71B36}" srcOrd="1" destOrd="0" presId="urn:microsoft.com/office/officeart/2005/8/layout/orgChart1"/>
    <dgm:cxn modelId="{08BB4E5F-C99A-4307-AF55-51B0F774F09E}" type="presParOf" srcId="{00A3756E-3A71-494D-A4FB-9A080AC71B36}" destId="{3C0C8A62-EFDF-4400-89DC-9145D2187E77}" srcOrd="0" destOrd="0" presId="urn:microsoft.com/office/officeart/2005/8/layout/orgChart1"/>
    <dgm:cxn modelId="{8FDFB851-C7BA-452D-B3F3-E19CD82D4405}" type="presParOf" srcId="{3C0C8A62-EFDF-4400-89DC-9145D2187E77}" destId="{FF670A04-FC64-469B-B933-AEB9F63D5A38}" srcOrd="0" destOrd="0" presId="urn:microsoft.com/office/officeart/2005/8/layout/orgChart1"/>
    <dgm:cxn modelId="{82C5CA17-3C6C-45AF-A3E0-A453F50F48DD}" type="presParOf" srcId="{3C0C8A62-EFDF-4400-89DC-9145D2187E77}" destId="{BA2907B9-63FF-416F-B3EB-FA5D83245FF8}" srcOrd="1" destOrd="0" presId="urn:microsoft.com/office/officeart/2005/8/layout/orgChart1"/>
    <dgm:cxn modelId="{F297B3BF-43F3-479E-A448-E660E9AD3DB3}" type="presParOf" srcId="{00A3756E-3A71-494D-A4FB-9A080AC71B36}" destId="{9ABE824F-514B-4F22-82D5-510535DCBA8F}" srcOrd="1" destOrd="0" presId="urn:microsoft.com/office/officeart/2005/8/layout/orgChart1"/>
    <dgm:cxn modelId="{9AEDBEAE-DE99-46F9-ACB8-89303C15578B}" type="presParOf" srcId="{00A3756E-3A71-494D-A4FB-9A080AC71B36}" destId="{B8F6ED23-9A11-477E-9547-96ECB7502D92}" srcOrd="2" destOrd="0" presId="urn:microsoft.com/office/officeart/2005/8/layout/orgChart1"/>
    <dgm:cxn modelId="{21A67E5D-57DB-4C98-8D6B-C4B1D8E346AF}" type="presParOf" srcId="{035C9B7A-93F0-4D6C-965F-865EF0906A34}" destId="{CBD5B13E-71A4-44F7-9658-CD1167340BD9}" srcOrd="2" destOrd="0" presId="urn:microsoft.com/office/officeart/2005/8/layout/orgChart1"/>
    <dgm:cxn modelId="{938AD1EB-AE79-4A4C-A557-AFF9E11D256B}" type="presParOf" srcId="{035C9B7A-93F0-4D6C-965F-865EF0906A34}" destId="{8CD0233C-FEC0-4F80-8C71-F3402279270E}" srcOrd="3" destOrd="0" presId="urn:microsoft.com/office/officeart/2005/8/layout/orgChart1"/>
    <dgm:cxn modelId="{7578773A-A6AD-47AF-A2FA-405F23845500}" type="presParOf" srcId="{8CD0233C-FEC0-4F80-8C71-F3402279270E}" destId="{9851CDB3-AD8B-4936-9EE6-4A91A363A5C8}" srcOrd="0" destOrd="0" presId="urn:microsoft.com/office/officeart/2005/8/layout/orgChart1"/>
    <dgm:cxn modelId="{81A08FBE-BC01-446B-8418-8AE4D1CCA5E6}" type="presParOf" srcId="{9851CDB3-AD8B-4936-9EE6-4A91A363A5C8}" destId="{3E54BC6E-40D3-4465-9FC5-00B725F373FA}" srcOrd="0" destOrd="0" presId="urn:microsoft.com/office/officeart/2005/8/layout/orgChart1"/>
    <dgm:cxn modelId="{FF98C99C-5120-4A94-8F98-D578DA6CACA8}" type="presParOf" srcId="{9851CDB3-AD8B-4936-9EE6-4A91A363A5C8}" destId="{FF6D03F6-7C69-4925-869A-AB62FB8EB8A5}" srcOrd="1" destOrd="0" presId="urn:microsoft.com/office/officeart/2005/8/layout/orgChart1"/>
    <dgm:cxn modelId="{78C79840-D2D5-499C-B98D-EAF8F184ECFB}" type="presParOf" srcId="{8CD0233C-FEC0-4F80-8C71-F3402279270E}" destId="{FC21F345-800A-4382-9C6F-10A49B2129A9}" srcOrd="1" destOrd="0" presId="urn:microsoft.com/office/officeart/2005/8/layout/orgChart1"/>
    <dgm:cxn modelId="{93B921D5-D2FE-4305-A8C5-E236C13934E6}" type="presParOf" srcId="{8CD0233C-FEC0-4F80-8C71-F3402279270E}" destId="{C32B6B58-AFE6-4892-B966-6A25B2867194}" srcOrd="2" destOrd="0" presId="urn:microsoft.com/office/officeart/2005/8/layout/orgChart1"/>
    <dgm:cxn modelId="{5834BF82-387F-4F9F-922A-F75C24AAAD35}" type="presParOf" srcId="{6A7F7DE5-FC87-4314-9E3A-49E4BE09458D}" destId="{4825FD21-A672-41B6-8A4A-1FD3975B98FC}" srcOrd="2" destOrd="0" presId="urn:microsoft.com/office/officeart/2005/8/layout/orgChart1"/>
    <dgm:cxn modelId="{66CC3303-B48C-4FB2-8CA9-F79899E30AD8}" type="presParOf" srcId="{E3E90BC5-D166-42FF-A44E-9CA8C7AF9035}" destId="{E62FC657-8688-486B-8573-C9E1AEB6ED45}" srcOrd="2" destOrd="0" presId="urn:microsoft.com/office/officeart/2005/8/layout/orgChart1"/>
    <dgm:cxn modelId="{057A5D91-D715-49B7-ABCD-258B6D851266}" type="presParOf" srcId="{E3E90BC5-D166-42FF-A44E-9CA8C7AF9035}" destId="{4A1FC308-61DE-4F06-950A-D459F73244CA}" srcOrd="3" destOrd="0" presId="urn:microsoft.com/office/officeart/2005/8/layout/orgChart1"/>
    <dgm:cxn modelId="{322DACD6-0732-442B-A2B3-A9E36F26DC11}" type="presParOf" srcId="{4A1FC308-61DE-4F06-950A-D459F73244CA}" destId="{5F828EF2-1BB5-4D48-9A38-A5E662A6B86E}" srcOrd="0" destOrd="0" presId="urn:microsoft.com/office/officeart/2005/8/layout/orgChart1"/>
    <dgm:cxn modelId="{DE8E3E6E-AEEF-4304-8FE5-F4436D7E0759}" type="presParOf" srcId="{5F828EF2-1BB5-4D48-9A38-A5E662A6B86E}" destId="{64600112-7438-4298-B15D-DD5C4AC03DCE}" srcOrd="0" destOrd="0" presId="urn:microsoft.com/office/officeart/2005/8/layout/orgChart1"/>
    <dgm:cxn modelId="{78B0FF46-DD69-4CD2-9E9D-15BE5B917691}" type="presParOf" srcId="{5F828EF2-1BB5-4D48-9A38-A5E662A6B86E}" destId="{7888D6F3-786E-4D6C-91C0-EBF82B71134C}" srcOrd="1" destOrd="0" presId="urn:microsoft.com/office/officeart/2005/8/layout/orgChart1"/>
    <dgm:cxn modelId="{8D67C3CB-EE8C-4328-9309-C49B55B95DC1}" type="presParOf" srcId="{4A1FC308-61DE-4F06-950A-D459F73244CA}" destId="{A86D1015-5B19-4FEC-8594-0F1CDC1AF8EC}" srcOrd="1" destOrd="0" presId="urn:microsoft.com/office/officeart/2005/8/layout/orgChart1"/>
    <dgm:cxn modelId="{C778E6EA-F4A0-416A-858C-B95851490B8E}" type="presParOf" srcId="{A86D1015-5B19-4FEC-8594-0F1CDC1AF8EC}" destId="{13F03822-1AB3-41BA-B3CE-320055395E32}" srcOrd="0" destOrd="0" presId="urn:microsoft.com/office/officeart/2005/8/layout/orgChart1"/>
    <dgm:cxn modelId="{6AFEC6CD-EDFD-4350-B069-E00F35D4349B}" type="presParOf" srcId="{A86D1015-5B19-4FEC-8594-0F1CDC1AF8EC}" destId="{64C6DAA7-BA2C-4FC6-B86F-5202355FA901}" srcOrd="1" destOrd="0" presId="urn:microsoft.com/office/officeart/2005/8/layout/orgChart1"/>
    <dgm:cxn modelId="{CC8B2E6B-2A6B-41AE-B25C-BF3319E89866}" type="presParOf" srcId="{64C6DAA7-BA2C-4FC6-B86F-5202355FA901}" destId="{29DA9D5C-A048-4368-BF1C-6C72ABA14B69}" srcOrd="0" destOrd="0" presId="urn:microsoft.com/office/officeart/2005/8/layout/orgChart1"/>
    <dgm:cxn modelId="{43CD491F-B0B1-472D-BA9E-F5E84877BC36}" type="presParOf" srcId="{29DA9D5C-A048-4368-BF1C-6C72ABA14B69}" destId="{E3FC6962-FB1A-46EE-9057-45E5EDE676B2}" srcOrd="0" destOrd="0" presId="urn:microsoft.com/office/officeart/2005/8/layout/orgChart1"/>
    <dgm:cxn modelId="{1CD30266-33DB-44DA-8295-A69C7405AF7B}" type="presParOf" srcId="{29DA9D5C-A048-4368-BF1C-6C72ABA14B69}" destId="{FBE7C542-7A12-4EF9-8DA1-68098AE3BBA0}" srcOrd="1" destOrd="0" presId="urn:microsoft.com/office/officeart/2005/8/layout/orgChart1"/>
    <dgm:cxn modelId="{C1EB4498-74A9-494A-BCFF-0949C5278807}" type="presParOf" srcId="{64C6DAA7-BA2C-4FC6-B86F-5202355FA901}" destId="{1DF55ADE-8F6B-42F9-BEBD-827459CDD68F}" srcOrd="1" destOrd="0" presId="urn:microsoft.com/office/officeart/2005/8/layout/orgChart1"/>
    <dgm:cxn modelId="{27A5ABBA-13C1-4CDA-A259-E7B79EFDA832}" type="presParOf" srcId="{64C6DAA7-BA2C-4FC6-B86F-5202355FA901}" destId="{54DE06BC-D4E4-40D1-B8BA-1DE187F6A4D9}" srcOrd="2" destOrd="0" presId="urn:microsoft.com/office/officeart/2005/8/layout/orgChart1"/>
    <dgm:cxn modelId="{37DC1041-E86F-4ED3-BB37-73D879865255}" type="presParOf" srcId="{A86D1015-5B19-4FEC-8594-0F1CDC1AF8EC}" destId="{BDAD6629-ED84-4D54-A9F4-DCBA51F425DF}" srcOrd="2" destOrd="0" presId="urn:microsoft.com/office/officeart/2005/8/layout/orgChart1"/>
    <dgm:cxn modelId="{F7D8798B-7FC3-4115-AD43-273F104F3812}" type="presParOf" srcId="{A86D1015-5B19-4FEC-8594-0F1CDC1AF8EC}" destId="{56080A12-6423-4F24-9164-EBFF5AD82B9C}" srcOrd="3" destOrd="0" presId="urn:microsoft.com/office/officeart/2005/8/layout/orgChart1"/>
    <dgm:cxn modelId="{46C71875-CEF7-4D38-BA59-8978E04864CA}" type="presParOf" srcId="{56080A12-6423-4F24-9164-EBFF5AD82B9C}" destId="{BE42E70F-7272-4171-A856-15746C994951}" srcOrd="0" destOrd="0" presId="urn:microsoft.com/office/officeart/2005/8/layout/orgChart1"/>
    <dgm:cxn modelId="{46E3AD54-8EB5-4586-BFB6-ED0A33936C6F}" type="presParOf" srcId="{BE42E70F-7272-4171-A856-15746C994951}" destId="{E35869FD-1B83-4D80-A36B-E40E622DA653}" srcOrd="0" destOrd="0" presId="urn:microsoft.com/office/officeart/2005/8/layout/orgChart1"/>
    <dgm:cxn modelId="{F167E453-63B3-4BB2-B5BC-A0BB75B3D121}" type="presParOf" srcId="{BE42E70F-7272-4171-A856-15746C994951}" destId="{881C4CF9-DF71-4434-8CF1-D5D53176D5D8}" srcOrd="1" destOrd="0" presId="urn:microsoft.com/office/officeart/2005/8/layout/orgChart1"/>
    <dgm:cxn modelId="{A086B76C-6861-4F1C-B9AD-5C862823EAFA}" type="presParOf" srcId="{56080A12-6423-4F24-9164-EBFF5AD82B9C}" destId="{9798EC43-7882-438C-A5B7-AE6F7806B9D7}" srcOrd="1" destOrd="0" presId="urn:microsoft.com/office/officeart/2005/8/layout/orgChart1"/>
    <dgm:cxn modelId="{84EC059A-28E5-46FA-9BC4-C11093DF1616}" type="presParOf" srcId="{56080A12-6423-4F24-9164-EBFF5AD82B9C}" destId="{23156451-09EF-4298-B2F7-416E915C4224}" srcOrd="2" destOrd="0" presId="urn:microsoft.com/office/officeart/2005/8/layout/orgChart1"/>
    <dgm:cxn modelId="{4C4AA5D6-A777-403D-8174-E9422D0DC505}" type="presParOf" srcId="{4A1FC308-61DE-4F06-950A-D459F73244CA}" destId="{54A9E028-BD60-4AB7-B2D8-A68FA1B79898}" srcOrd="2" destOrd="0" presId="urn:microsoft.com/office/officeart/2005/8/layout/orgChart1"/>
    <dgm:cxn modelId="{B34F38B0-569C-456A-9A73-FCE1FD747AAA}" type="presParOf" srcId="{E3E90BC5-D166-42FF-A44E-9CA8C7AF9035}" destId="{ED97BA37-6C53-4B27-BD77-1BEF5AE7447C}" srcOrd="4" destOrd="0" presId="urn:microsoft.com/office/officeart/2005/8/layout/orgChart1"/>
    <dgm:cxn modelId="{26D670EC-B4F3-44EF-AEEF-1DCF1E9B0B3B}" type="presParOf" srcId="{E3E90BC5-D166-42FF-A44E-9CA8C7AF9035}" destId="{AFCFE949-30CB-4683-9E95-D8E0492CA1E8}" srcOrd="5" destOrd="0" presId="urn:microsoft.com/office/officeart/2005/8/layout/orgChart1"/>
    <dgm:cxn modelId="{A46510ED-4140-4612-B7C9-B490EFB931EE}" type="presParOf" srcId="{AFCFE949-30CB-4683-9E95-D8E0492CA1E8}" destId="{00D69316-E2D7-458C-BAFA-C05832858A26}" srcOrd="0" destOrd="0" presId="urn:microsoft.com/office/officeart/2005/8/layout/orgChart1"/>
    <dgm:cxn modelId="{68F2C9EC-CB48-446F-9602-8CD5EFBA27DD}" type="presParOf" srcId="{00D69316-E2D7-458C-BAFA-C05832858A26}" destId="{774F970F-CA11-48F0-BC41-CF562FB811B1}" srcOrd="0" destOrd="0" presId="urn:microsoft.com/office/officeart/2005/8/layout/orgChart1"/>
    <dgm:cxn modelId="{BB637A94-ECAA-4C53-B643-8A7A7BAB73E5}" type="presParOf" srcId="{00D69316-E2D7-458C-BAFA-C05832858A26}" destId="{772D7E3A-86D7-489D-A346-6EDDD2EBB9A9}" srcOrd="1" destOrd="0" presId="urn:microsoft.com/office/officeart/2005/8/layout/orgChart1"/>
    <dgm:cxn modelId="{0ACA2EA9-4FA4-4079-86A4-BE10B2BEC33A}" type="presParOf" srcId="{AFCFE949-30CB-4683-9E95-D8E0492CA1E8}" destId="{FCE25E6D-3433-4598-B95A-DDA60625FD04}" srcOrd="1" destOrd="0" presId="urn:microsoft.com/office/officeart/2005/8/layout/orgChart1"/>
    <dgm:cxn modelId="{D0109A2B-9E76-4CDA-A81B-D6B2B9DF01D5}" type="presParOf" srcId="{FCE25E6D-3433-4598-B95A-DDA60625FD04}" destId="{AA2BBDED-E82F-423C-9BE6-C0CD873110B4}" srcOrd="0" destOrd="0" presId="urn:microsoft.com/office/officeart/2005/8/layout/orgChart1"/>
    <dgm:cxn modelId="{B3947E20-AC48-4F0E-8A1D-08504BA3860D}" type="presParOf" srcId="{FCE25E6D-3433-4598-B95A-DDA60625FD04}" destId="{6D9B870A-1627-427C-A097-5D7D5455DF90}" srcOrd="1" destOrd="0" presId="urn:microsoft.com/office/officeart/2005/8/layout/orgChart1"/>
    <dgm:cxn modelId="{F7A6A3FA-0C4B-431B-B15C-C618DE7C5F72}" type="presParOf" srcId="{6D9B870A-1627-427C-A097-5D7D5455DF90}" destId="{50FE79CE-D386-4451-B11B-2854C3406610}" srcOrd="0" destOrd="0" presId="urn:microsoft.com/office/officeart/2005/8/layout/orgChart1"/>
    <dgm:cxn modelId="{E6F1DAFA-3E07-4801-BB4D-8537D8246723}" type="presParOf" srcId="{50FE79CE-D386-4451-B11B-2854C3406610}" destId="{AD67FF5F-6164-4B51-BD73-C35706FC3D69}" srcOrd="0" destOrd="0" presId="urn:microsoft.com/office/officeart/2005/8/layout/orgChart1"/>
    <dgm:cxn modelId="{619C9E1D-BE99-4783-96CD-2758656F008C}" type="presParOf" srcId="{50FE79CE-D386-4451-B11B-2854C3406610}" destId="{50CB75BC-4C1E-49B9-9739-3C96C44C0FAD}" srcOrd="1" destOrd="0" presId="urn:microsoft.com/office/officeart/2005/8/layout/orgChart1"/>
    <dgm:cxn modelId="{BDC39173-D748-48C9-B53C-78E5BAFBB5F8}" type="presParOf" srcId="{6D9B870A-1627-427C-A097-5D7D5455DF90}" destId="{B5DD9B40-5D7D-4531-AD96-AF956D1EA3F7}" srcOrd="1" destOrd="0" presId="urn:microsoft.com/office/officeart/2005/8/layout/orgChart1"/>
    <dgm:cxn modelId="{9439279A-16ED-403A-BB8D-07E50B790637}" type="presParOf" srcId="{6D9B870A-1627-427C-A097-5D7D5455DF90}" destId="{BAABBB92-82EF-4850-9242-519BD0C6FD0A}" srcOrd="2" destOrd="0" presId="urn:microsoft.com/office/officeart/2005/8/layout/orgChart1"/>
    <dgm:cxn modelId="{0AECFA98-333E-4B32-B36D-84E49921E765}" type="presParOf" srcId="{FCE25E6D-3433-4598-B95A-DDA60625FD04}" destId="{C3C63E71-0D67-4A8D-89F8-E02C6AD675B1}" srcOrd="2" destOrd="0" presId="urn:microsoft.com/office/officeart/2005/8/layout/orgChart1"/>
    <dgm:cxn modelId="{2B1974B2-E500-464D-B63E-37126F80BB98}" type="presParOf" srcId="{FCE25E6D-3433-4598-B95A-DDA60625FD04}" destId="{1F89EE55-CC24-4DAF-985E-4BACCBFD1D38}" srcOrd="3" destOrd="0" presId="urn:microsoft.com/office/officeart/2005/8/layout/orgChart1"/>
    <dgm:cxn modelId="{A1E4A107-90A8-4DC0-9DF7-5F5DB5465EF2}" type="presParOf" srcId="{1F89EE55-CC24-4DAF-985E-4BACCBFD1D38}" destId="{FFB47869-6EA4-41E4-9C5C-A2DF8F945024}" srcOrd="0" destOrd="0" presId="urn:microsoft.com/office/officeart/2005/8/layout/orgChart1"/>
    <dgm:cxn modelId="{0BDD7B7F-341C-44B2-BF3F-4AE0FDA1D829}" type="presParOf" srcId="{FFB47869-6EA4-41E4-9C5C-A2DF8F945024}" destId="{616AD698-394D-4ED3-BEF1-4FD8F0CB49F0}" srcOrd="0" destOrd="0" presId="urn:microsoft.com/office/officeart/2005/8/layout/orgChart1"/>
    <dgm:cxn modelId="{6EDCCBBA-FCB8-4171-B365-BACE2521C78D}" type="presParOf" srcId="{FFB47869-6EA4-41E4-9C5C-A2DF8F945024}" destId="{4595166A-3BB3-4021-9E01-5A09F31D686F}" srcOrd="1" destOrd="0" presId="urn:microsoft.com/office/officeart/2005/8/layout/orgChart1"/>
    <dgm:cxn modelId="{D0BF4192-8F6B-47B2-955F-AF40AE4F9491}" type="presParOf" srcId="{1F89EE55-CC24-4DAF-985E-4BACCBFD1D38}" destId="{6CA011D5-A47D-44A2-8514-294C1FDC76E0}" srcOrd="1" destOrd="0" presId="urn:microsoft.com/office/officeart/2005/8/layout/orgChart1"/>
    <dgm:cxn modelId="{790B76E1-DAA2-493C-89D5-12DD528C2F8E}" type="presParOf" srcId="{1F89EE55-CC24-4DAF-985E-4BACCBFD1D38}" destId="{3EF31926-2C22-4A1F-92BF-56B762F7F55B}" srcOrd="2" destOrd="0" presId="urn:microsoft.com/office/officeart/2005/8/layout/orgChart1"/>
    <dgm:cxn modelId="{7DC2ED7D-B3BD-4AF0-9B05-5D8AC62FF0B8}" type="presParOf" srcId="{FCE25E6D-3433-4598-B95A-DDA60625FD04}" destId="{8B76D330-1DF3-432F-97E8-C4FE39C79DB4}" srcOrd="4" destOrd="0" presId="urn:microsoft.com/office/officeart/2005/8/layout/orgChart1"/>
    <dgm:cxn modelId="{2A4C3D5A-014F-433C-B5E9-1D176D3A29B8}" type="presParOf" srcId="{FCE25E6D-3433-4598-B95A-DDA60625FD04}" destId="{631AB1D7-9FB2-4683-A2FC-902AE93A8065}" srcOrd="5" destOrd="0" presId="urn:microsoft.com/office/officeart/2005/8/layout/orgChart1"/>
    <dgm:cxn modelId="{70722692-0BAF-48E3-A721-55C8D758400A}" type="presParOf" srcId="{631AB1D7-9FB2-4683-A2FC-902AE93A8065}" destId="{1AB8F559-AD36-4177-960B-2E982E31EFF3}" srcOrd="0" destOrd="0" presId="urn:microsoft.com/office/officeart/2005/8/layout/orgChart1"/>
    <dgm:cxn modelId="{B4A301BC-4274-4CDF-B833-7F2F371477EB}" type="presParOf" srcId="{1AB8F559-AD36-4177-960B-2E982E31EFF3}" destId="{09040726-9223-47F1-BC57-FDCAACBF397E}" srcOrd="0" destOrd="0" presId="urn:microsoft.com/office/officeart/2005/8/layout/orgChart1"/>
    <dgm:cxn modelId="{96AD6CAF-ADFF-45B2-9874-801FDF68A19C}" type="presParOf" srcId="{1AB8F559-AD36-4177-960B-2E982E31EFF3}" destId="{65B9ECC5-D43A-40C7-9CFA-AA291EB2589D}" srcOrd="1" destOrd="0" presId="urn:microsoft.com/office/officeart/2005/8/layout/orgChart1"/>
    <dgm:cxn modelId="{04A5C6FC-C9BB-4844-99CA-83E979BB86E5}" type="presParOf" srcId="{631AB1D7-9FB2-4683-A2FC-902AE93A8065}" destId="{520FDDB1-329C-4E3D-8C16-D5FDD0CA634C}" srcOrd="1" destOrd="0" presId="urn:microsoft.com/office/officeart/2005/8/layout/orgChart1"/>
    <dgm:cxn modelId="{8AFD0905-0019-4B6E-817D-4B80E4B98C8E}" type="presParOf" srcId="{631AB1D7-9FB2-4683-A2FC-902AE93A8065}" destId="{65E5E04B-2D32-40C6-9D0E-C771A81C9D1F}" srcOrd="2" destOrd="0" presId="urn:microsoft.com/office/officeart/2005/8/layout/orgChart1"/>
    <dgm:cxn modelId="{F63EB58D-4A5F-402D-A0CB-4A5C17577A68}" type="presParOf" srcId="{AFCFE949-30CB-4683-9E95-D8E0492CA1E8}" destId="{D191CDFC-7948-49B6-90BA-F263685C9684}" srcOrd="2" destOrd="0" presId="urn:microsoft.com/office/officeart/2005/8/layout/orgChart1"/>
    <dgm:cxn modelId="{C2447C4F-B9EE-42C6-B5EB-AC1EA97923F1}" type="presParOf" srcId="{0B9010F6-9FE8-483E-AD3D-8A836248EFD8}" destId="{A593C835-09B7-45B8-B229-848E0508A308}" srcOrd="2" destOrd="0" presId="urn:microsoft.com/office/officeart/2005/8/layout/orgChart1"/>
    <dgm:cxn modelId="{5FFA17D4-90D9-4CAC-BF61-A956261B24D4}" type="presParOf" srcId="{A593C835-09B7-45B8-B229-848E0508A308}" destId="{1074B6A3-FB08-48C5-A91B-10A9148628A3}" srcOrd="0" destOrd="0" presId="urn:microsoft.com/office/officeart/2005/8/layout/orgChart1"/>
    <dgm:cxn modelId="{D486F673-86D6-4EA5-9CCD-4D42DC3117D0}" type="presParOf" srcId="{A593C835-09B7-45B8-B229-848E0508A308}" destId="{4A4202F6-5EED-4542-B7A6-B5CBF942AE3F}" srcOrd="1" destOrd="0" presId="urn:microsoft.com/office/officeart/2005/8/layout/orgChart1"/>
    <dgm:cxn modelId="{1F1C7135-84D9-42E6-93FC-899347E3F746}" type="presParOf" srcId="{4A4202F6-5EED-4542-B7A6-B5CBF942AE3F}" destId="{1EBB6A41-FA6E-430F-822E-FAC6B2A28918}" srcOrd="0" destOrd="0" presId="urn:microsoft.com/office/officeart/2005/8/layout/orgChart1"/>
    <dgm:cxn modelId="{E89494B6-1A75-4FD2-9965-430A11F48616}" type="presParOf" srcId="{1EBB6A41-FA6E-430F-822E-FAC6B2A28918}" destId="{EE7A672F-5445-4215-86CF-ADD43DF99B94}" srcOrd="0" destOrd="0" presId="urn:microsoft.com/office/officeart/2005/8/layout/orgChart1"/>
    <dgm:cxn modelId="{CDA752F1-4DD7-45B5-9674-F13B2FF6B9A8}" type="presParOf" srcId="{1EBB6A41-FA6E-430F-822E-FAC6B2A28918}" destId="{2DB47D92-E943-4955-92A1-23C2FC8C0EA7}" srcOrd="1" destOrd="0" presId="urn:microsoft.com/office/officeart/2005/8/layout/orgChart1"/>
    <dgm:cxn modelId="{F5E413F9-E826-4863-8079-26338058EA27}" type="presParOf" srcId="{4A4202F6-5EED-4542-B7A6-B5CBF942AE3F}" destId="{366595B0-9183-427B-A5D5-0A9648FCEE29}" srcOrd="1" destOrd="0" presId="urn:microsoft.com/office/officeart/2005/8/layout/orgChart1"/>
    <dgm:cxn modelId="{68423228-42B5-4B71-A8E6-8EC58413F7AC}" type="presParOf" srcId="{4A4202F6-5EED-4542-B7A6-B5CBF942AE3F}" destId="{03B3A23D-DB2D-4F76-A883-864DC15A1A1A}" srcOrd="2" destOrd="0" presId="urn:microsoft.com/office/officeart/2005/8/layout/orgChart1"/>
    <dgm:cxn modelId="{E98C491F-2D2A-49E2-90C1-95C26EDFC1B6}" type="presParOf" srcId="{A593C835-09B7-45B8-B229-848E0508A308}" destId="{ACE6753C-8C21-4DB8-AC36-690ED0FEBFB0}" srcOrd="2" destOrd="0" presId="urn:microsoft.com/office/officeart/2005/8/layout/orgChart1"/>
    <dgm:cxn modelId="{78A2C41E-43B4-4D97-83BB-8DE496353302}" type="presParOf" srcId="{A593C835-09B7-45B8-B229-848E0508A308}" destId="{DCC7EB8D-0529-4C81-9EB8-206BC0D61B25}" srcOrd="3" destOrd="0" presId="urn:microsoft.com/office/officeart/2005/8/layout/orgChart1"/>
    <dgm:cxn modelId="{4D171132-4934-4098-88AE-E0C85CDA3C0B}" type="presParOf" srcId="{DCC7EB8D-0529-4C81-9EB8-206BC0D61B25}" destId="{0B1A0E6A-BBE8-4403-9941-0E954F1AA6F1}" srcOrd="0" destOrd="0" presId="urn:microsoft.com/office/officeart/2005/8/layout/orgChart1"/>
    <dgm:cxn modelId="{4A0F4A48-EA9F-4BE1-8B63-741CF5156364}" type="presParOf" srcId="{0B1A0E6A-BBE8-4403-9941-0E954F1AA6F1}" destId="{DE97EF55-5400-4967-910F-47D92911C7CD}" srcOrd="0" destOrd="0" presId="urn:microsoft.com/office/officeart/2005/8/layout/orgChart1"/>
    <dgm:cxn modelId="{7C433B8B-4035-46DE-8AC5-D54CDD60CC5B}" type="presParOf" srcId="{0B1A0E6A-BBE8-4403-9941-0E954F1AA6F1}" destId="{5E6C2817-6424-4403-BDE0-45EA8CD9F7C6}" srcOrd="1" destOrd="0" presId="urn:microsoft.com/office/officeart/2005/8/layout/orgChart1"/>
    <dgm:cxn modelId="{73643DCC-D6B0-4228-950F-50C2D7437022}" type="presParOf" srcId="{DCC7EB8D-0529-4C81-9EB8-206BC0D61B25}" destId="{39B3831E-ED13-4887-9FDE-B65D244FD05D}" srcOrd="1" destOrd="0" presId="urn:microsoft.com/office/officeart/2005/8/layout/orgChart1"/>
    <dgm:cxn modelId="{EDAF7CB6-FA01-4EDB-96DF-745543FE85CF}" type="presParOf" srcId="{DCC7EB8D-0529-4C81-9EB8-206BC0D61B25}" destId="{9BBF5285-F4E3-4CCB-BB80-ECF1583DF248}" srcOrd="2" destOrd="0" presId="urn:microsoft.com/office/officeart/2005/8/layout/orgChart1"/>
  </dgm:cxnLst>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E6753C-8C21-4DB8-AC36-690ED0FEBFB0}">
      <dsp:nvSpPr>
        <dsp:cNvPr id="0" name=""/>
        <dsp:cNvSpPr/>
      </dsp:nvSpPr>
      <dsp:spPr>
        <a:xfrm>
          <a:off x="4693133" y="537925"/>
          <a:ext cx="688296" cy="445478"/>
        </a:xfrm>
        <a:custGeom>
          <a:avLst/>
          <a:gdLst/>
          <a:ahLst/>
          <a:cxnLst/>
          <a:rect l="0" t="0" r="0" b="0"/>
          <a:pathLst>
            <a:path>
              <a:moveTo>
                <a:pt x="688296" y="0"/>
              </a:moveTo>
              <a:lnTo>
                <a:pt x="688296" y="445478"/>
              </a:lnTo>
              <a:lnTo>
                <a:pt x="0" y="445478"/>
              </a:lnTo>
            </a:path>
          </a:pathLst>
        </a:custGeom>
        <a:noFill/>
        <a:ln w="25400" cap="flat" cmpd="sng" algn="ctr">
          <a:solidFill>
            <a:schemeClr val="tx1"/>
          </a:solidFill>
          <a:prstDash val="solid"/>
        </a:ln>
        <a:effectLst/>
      </dsp:spPr>
      <dsp:style>
        <a:lnRef idx="2">
          <a:scrgbClr r="0" g="0" b="0"/>
        </a:lnRef>
        <a:fillRef idx="0">
          <a:scrgbClr r="0" g="0" b="0"/>
        </a:fillRef>
        <a:effectRef idx="0">
          <a:scrgbClr r="0" g="0" b="0"/>
        </a:effectRef>
        <a:fontRef idx="minor"/>
      </dsp:style>
    </dsp:sp>
    <dsp:sp modelId="{1074B6A3-FB08-48C5-A91B-10A9148628A3}">
      <dsp:nvSpPr>
        <dsp:cNvPr id="0" name=""/>
        <dsp:cNvSpPr/>
      </dsp:nvSpPr>
      <dsp:spPr>
        <a:xfrm>
          <a:off x="5381430" y="537925"/>
          <a:ext cx="647192" cy="439092"/>
        </a:xfrm>
        <a:custGeom>
          <a:avLst/>
          <a:gdLst/>
          <a:ahLst/>
          <a:cxnLst/>
          <a:rect l="0" t="0" r="0" b="0"/>
          <a:pathLst>
            <a:path>
              <a:moveTo>
                <a:pt x="0" y="0"/>
              </a:moveTo>
              <a:lnTo>
                <a:pt x="0" y="439092"/>
              </a:lnTo>
              <a:lnTo>
                <a:pt x="647192" y="439092"/>
              </a:lnTo>
            </a:path>
          </a:pathLst>
        </a:custGeom>
        <a:noFill/>
        <a:ln w="25400" cap="flat" cmpd="sng" algn="ctr">
          <a:solidFill>
            <a:schemeClr val="tx1"/>
          </a:solidFill>
          <a:prstDash val="solid"/>
        </a:ln>
        <a:effectLst/>
      </dsp:spPr>
      <dsp:style>
        <a:lnRef idx="2">
          <a:scrgbClr r="0" g="0" b="0"/>
        </a:lnRef>
        <a:fillRef idx="0">
          <a:scrgbClr r="0" g="0" b="0"/>
        </a:fillRef>
        <a:effectRef idx="0">
          <a:scrgbClr r="0" g="0" b="0"/>
        </a:effectRef>
        <a:fontRef idx="minor"/>
      </dsp:style>
    </dsp:sp>
    <dsp:sp modelId="{8B76D330-1DF3-432F-97E8-C4FE39C79DB4}">
      <dsp:nvSpPr>
        <dsp:cNvPr id="0" name=""/>
        <dsp:cNvSpPr/>
      </dsp:nvSpPr>
      <dsp:spPr>
        <a:xfrm>
          <a:off x="281659" y="2134942"/>
          <a:ext cx="189651" cy="2184160"/>
        </a:xfrm>
        <a:custGeom>
          <a:avLst/>
          <a:gdLst/>
          <a:ahLst/>
          <a:cxnLst/>
          <a:rect l="0" t="0" r="0" b="0"/>
          <a:pathLst>
            <a:path>
              <a:moveTo>
                <a:pt x="0" y="0"/>
              </a:moveTo>
              <a:lnTo>
                <a:pt x="0" y="2184160"/>
              </a:lnTo>
              <a:lnTo>
                <a:pt x="189651" y="2184160"/>
              </a:lnTo>
            </a:path>
          </a:pathLst>
        </a:custGeom>
        <a:noFill/>
        <a:ln w="25400" cap="flat" cmpd="sng" algn="ctr">
          <a:solidFill>
            <a:schemeClr val="tx1"/>
          </a:solidFill>
          <a:prstDash val="solid"/>
        </a:ln>
        <a:effectLst/>
      </dsp:spPr>
      <dsp:style>
        <a:lnRef idx="2">
          <a:scrgbClr r="0" g="0" b="0"/>
        </a:lnRef>
        <a:fillRef idx="0">
          <a:scrgbClr r="0" g="0" b="0"/>
        </a:fillRef>
        <a:effectRef idx="0">
          <a:scrgbClr r="0" g="0" b="0"/>
        </a:effectRef>
        <a:fontRef idx="minor"/>
      </dsp:style>
    </dsp:sp>
    <dsp:sp modelId="{C3C63E71-0D67-4A8D-89F8-E02C6AD675B1}">
      <dsp:nvSpPr>
        <dsp:cNvPr id="0" name=""/>
        <dsp:cNvSpPr/>
      </dsp:nvSpPr>
      <dsp:spPr>
        <a:xfrm>
          <a:off x="281659" y="2134942"/>
          <a:ext cx="217676" cy="1413131"/>
        </a:xfrm>
        <a:custGeom>
          <a:avLst/>
          <a:gdLst/>
          <a:ahLst/>
          <a:cxnLst/>
          <a:rect l="0" t="0" r="0" b="0"/>
          <a:pathLst>
            <a:path>
              <a:moveTo>
                <a:pt x="0" y="0"/>
              </a:moveTo>
              <a:lnTo>
                <a:pt x="0" y="1413131"/>
              </a:lnTo>
              <a:lnTo>
                <a:pt x="217676" y="1413131"/>
              </a:lnTo>
            </a:path>
          </a:pathLst>
        </a:custGeom>
        <a:noFill/>
        <a:ln w="25400" cap="flat" cmpd="sng" algn="ctr">
          <a:solidFill>
            <a:schemeClr val="tx1"/>
          </a:solidFill>
          <a:prstDash val="solid"/>
        </a:ln>
        <a:effectLst/>
      </dsp:spPr>
      <dsp:style>
        <a:lnRef idx="2">
          <a:scrgbClr r="0" g="0" b="0"/>
        </a:lnRef>
        <a:fillRef idx="0">
          <a:scrgbClr r="0" g="0" b="0"/>
        </a:fillRef>
        <a:effectRef idx="0">
          <a:scrgbClr r="0" g="0" b="0"/>
        </a:effectRef>
        <a:fontRef idx="minor"/>
      </dsp:style>
    </dsp:sp>
    <dsp:sp modelId="{AA2BBDED-E82F-423C-9BE6-C0CD873110B4}">
      <dsp:nvSpPr>
        <dsp:cNvPr id="0" name=""/>
        <dsp:cNvSpPr/>
      </dsp:nvSpPr>
      <dsp:spPr>
        <a:xfrm>
          <a:off x="281659" y="2134942"/>
          <a:ext cx="217676" cy="548313"/>
        </a:xfrm>
        <a:custGeom>
          <a:avLst/>
          <a:gdLst/>
          <a:ahLst/>
          <a:cxnLst/>
          <a:rect l="0" t="0" r="0" b="0"/>
          <a:pathLst>
            <a:path>
              <a:moveTo>
                <a:pt x="0" y="0"/>
              </a:moveTo>
              <a:lnTo>
                <a:pt x="0" y="548313"/>
              </a:lnTo>
              <a:lnTo>
                <a:pt x="217676" y="548313"/>
              </a:lnTo>
            </a:path>
          </a:pathLst>
        </a:custGeom>
        <a:noFill/>
        <a:ln w="25400" cap="flat" cmpd="sng" algn="ctr">
          <a:solidFill>
            <a:schemeClr val="tx1"/>
          </a:solidFill>
          <a:prstDash val="solid"/>
        </a:ln>
        <a:effectLst/>
      </dsp:spPr>
      <dsp:style>
        <a:lnRef idx="2">
          <a:scrgbClr r="0" g="0" b="0"/>
        </a:lnRef>
        <a:fillRef idx="0">
          <a:scrgbClr r="0" g="0" b="0"/>
        </a:fillRef>
        <a:effectRef idx="0">
          <a:scrgbClr r="0" g="0" b="0"/>
        </a:effectRef>
        <a:fontRef idx="minor"/>
      </dsp:style>
    </dsp:sp>
    <dsp:sp modelId="{ED97BA37-6C53-4B27-BD77-1BEF5AE7447C}">
      <dsp:nvSpPr>
        <dsp:cNvPr id="0" name=""/>
        <dsp:cNvSpPr/>
      </dsp:nvSpPr>
      <dsp:spPr>
        <a:xfrm>
          <a:off x="1408297" y="537925"/>
          <a:ext cx="3973133" cy="973606"/>
        </a:xfrm>
        <a:custGeom>
          <a:avLst/>
          <a:gdLst/>
          <a:ahLst/>
          <a:cxnLst/>
          <a:rect l="0" t="0" r="0" b="0"/>
          <a:pathLst>
            <a:path>
              <a:moveTo>
                <a:pt x="3973133" y="0"/>
              </a:moveTo>
              <a:lnTo>
                <a:pt x="3973133" y="873141"/>
              </a:lnTo>
              <a:lnTo>
                <a:pt x="0" y="873141"/>
              </a:lnTo>
              <a:lnTo>
                <a:pt x="0" y="973606"/>
              </a:lnTo>
            </a:path>
          </a:pathLst>
        </a:custGeom>
        <a:noFill/>
        <a:ln w="25400" cap="flat" cmpd="sng" algn="ctr">
          <a:solidFill>
            <a:schemeClr val="tx1"/>
          </a:solidFill>
          <a:prstDash val="solid"/>
        </a:ln>
        <a:effectLst/>
      </dsp:spPr>
      <dsp:style>
        <a:lnRef idx="2">
          <a:scrgbClr r="0" g="0" b="0"/>
        </a:lnRef>
        <a:fillRef idx="0">
          <a:scrgbClr r="0" g="0" b="0"/>
        </a:fillRef>
        <a:effectRef idx="0">
          <a:scrgbClr r="0" g="0" b="0"/>
        </a:effectRef>
        <a:fontRef idx="minor"/>
      </dsp:style>
    </dsp:sp>
    <dsp:sp modelId="{BDAD6629-ED84-4D54-A9F4-DCBA51F425DF}">
      <dsp:nvSpPr>
        <dsp:cNvPr id="0" name=""/>
        <dsp:cNvSpPr/>
      </dsp:nvSpPr>
      <dsp:spPr>
        <a:xfrm>
          <a:off x="4026733" y="2124034"/>
          <a:ext cx="466710" cy="1570937"/>
        </a:xfrm>
        <a:custGeom>
          <a:avLst/>
          <a:gdLst/>
          <a:ahLst/>
          <a:cxnLst/>
          <a:rect l="0" t="0" r="0" b="0"/>
          <a:pathLst>
            <a:path>
              <a:moveTo>
                <a:pt x="0" y="0"/>
              </a:moveTo>
              <a:lnTo>
                <a:pt x="0" y="1570937"/>
              </a:lnTo>
              <a:lnTo>
                <a:pt x="466710" y="1570937"/>
              </a:lnTo>
            </a:path>
          </a:pathLst>
        </a:custGeom>
        <a:noFill/>
        <a:ln w="25400" cap="flat" cmpd="sng" algn="ctr">
          <a:solidFill>
            <a:schemeClr val="tx1"/>
          </a:solidFill>
          <a:prstDash val="solid"/>
        </a:ln>
        <a:effectLst/>
      </dsp:spPr>
      <dsp:style>
        <a:lnRef idx="2">
          <a:scrgbClr r="0" g="0" b="0"/>
        </a:lnRef>
        <a:fillRef idx="0">
          <a:scrgbClr r="0" g="0" b="0"/>
        </a:fillRef>
        <a:effectRef idx="0">
          <a:scrgbClr r="0" g="0" b="0"/>
        </a:effectRef>
        <a:fontRef idx="minor"/>
      </dsp:style>
    </dsp:sp>
    <dsp:sp modelId="{13F03822-1AB3-41BA-B3CE-320055395E32}">
      <dsp:nvSpPr>
        <dsp:cNvPr id="0" name=""/>
        <dsp:cNvSpPr/>
      </dsp:nvSpPr>
      <dsp:spPr>
        <a:xfrm>
          <a:off x="4026733" y="2124034"/>
          <a:ext cx="466710" cy="682634"/>
        </a:xfrm>
        <a:custGeom>
          <a:avLst/>
          <a:gdLst/>
          <a:ahLst/>
          <a:cxnLst/>
          <a:rect l="0" t="0" r="0" b="0"/>
          <a:pathLst>
            <a:path>
              <a:moveTo>
                <a:pt x="0" y="0"/>
              </a:moveTo>
              <a:lnTo>
                <a:pt x="0" y="682634"/>
              </a:lnTo>
              <a:lnTo>
                <a:pt x="466710" y="682634"/>
              </a:lnTo>
            </a:path>
          </a:pathLst>
        </a:custGeom>
        <a:noFill/>
        <a:ln w="25400" cap="flat" cmpd="sng" algn="ctr">
          <a:solidFill>
            <a:schemeClr val="tx1"/>
          </a:solidFill>
          <a:prstDash val="solid"/>
        </a:ln>
        <a:effectLst/>
      </dsp:spPr>
      <dsp:style>
        <a:lnRef idx="2">
          <a:scrgbClr r="0" g="0" b="0"/>
        </a:lnRef>
        <a:fillRef idx="0">
          <a:scrgbClr r="0" g="0" b="0"/>
        </a:fillRef>
        <a:effectRef idx="0">
          <a:scrgbClr r="0" g="0" b="0"/>
        </a:effectRef>
        <a:fontRef idx="minor"/>
      </dsp:style>
    </dsp:sp>
    <dsp:sp modelId="{E62FC657-8688-486B-8573-C9E1AEB6ED45}">
      <dsp:nvSpPr>
        <dsp:cNvPr id="0" name=""/>
        <dsp:cNvSpPr/>
      </dsp:nvSpPr>
      <dsp:spPr>
        <a:xfrm>
          <a:off x="5241416" y="537925"/>
          <a:ext cx="140014" cy="965932"/>
        </a:xfrm>
        <a:custGeom>
          <a:avLst/>
          <a:gdLst/>
          <a:ahLst/>
          <a:cxnLst/>
          <a:rect l="0" t="0" r="0" b="0"/>
          <a:pathLst>
            <a:path>
              <a:moveTo>
                <a:pt x="140014" y="0"/>
              </a:moveTo>
              <a:lnTo>
                <a:pt x="140014" y="865468"/>
              </a:lnTo>
              <a:lnTo>
                <a:pt x="0" y="865468"/>
              </a:lnTo>
              <a:lnTo>
                <a:pt x="0" y="965932"/>
              </a:lnTo>
            </a:path>
          </a:pathLst>
        </a:custGeom>
        <a:noFill/>
        <a:ln w="25400" cap="flat" cmpd="sng" algn="ctr">
          <a:solidFill>
            <a:schemeClr val="tx1"/>
          </a:solidFill>
          <a:prstDash val="solid"/>
        </a:ln>
        <a:effectLst/>
      </dsp:spPr>
      <dsp:style>
        <a:lnRef idx="2">
          <a:scrgbClr r="0" g="0" b="0"/>
        </a:lnRef>
        <a:fillRef idx="0">
          <a:scrgbClr r="0" g="0" b="0"/>
        </a:fillRef>
        <a:effectRef idx="0">
          <a:scrgbClr r="0" g="0" b="0"/>
        </a:effectRef>
        <a:fontRef idx="minor"/>
      </dsp:style>
    </dsp:sp>
    <dsp:sp modelId="{CBD5B13E-71A4-44F7-9658-CD1167340BD9}">
      <dsp:nvSpPr>
        <dsp:cNvPr id="0" name=""/>
        <dsp:cNvSpPr/>
      </dsp:nvSpPr>
      <dsp:spPr>
        <a:xfrm>
          <a:off x="8290751" y="2068396"/>
          <a:ext cx="165142" cy="1673444"/>
        </a:xfrm>
        <a:custGeom>
          <a:avLst/>
          <a:gdLst/>
          <a:ahLst/>
          <a:cxnLst/>
          <a:rect l="0" t="0" r="0" b="0"/>
          <a:pathLst>
            <a:path>
              <a:moveTo>
                <a:pt x="0" y="0"/>
              </a:moveTo>
              <a:lnTo>
                <a:pt x="0" y="1673444"/>
              </a:lnTo>
              <a:lnTo>
                <a:pt x="165142" y="1673444"/>
              </a:lnTo>
            </a:path>
          </a:pathLst>
        </a:custGeom>
        <a:noFill/>
        <a:ln w="25400" cap="flat" cmpd="sng" algn="ctr">
          <a:solidFill>
            <a:schemeClr val="tx1"/>
          </a:solidFill>
          <a:prstDash val="solid"/>
        </a:ln>
        <a:effectLst/>
      </dsp:spPr>
      <dsp:style>
        <a:lnRef idx="2">
          <a:scrgbClr r="0" g="0" b="0"/>
        </a:lnRef>
        <a:fillRef idx="0">
          <a:scrgbClr r="0" g="0" b="0"/>
        </a:fillRef>
        <a:effectRef idx="0">
          <a:scrgbClr r="0" g="0" b="0"/>
        </a:effectRef>
        <a:fontRef idx="minor"/>
      </dsp:style>
    </dsp:sp>
    <dsp:sp modelId="{DB8F889A-7F2B-4F53-B246-68CF962FF047}">
      <dsp:nvSpPr>
        <dsp:cNvPr id="0" name=""/>
        <dsp:cNvSpPr/>
      </dsp:nvSpPr>
      <dsp:spPr>
        <a:xfrm>
          <a:off x="8290751" y="2068396"/>
          <a:ext cx="165142" cy="785142"/>
        </a:xfrm>
        <a:custGeom>
          <a:avLst/>
          <a:gdLst/>
          <a:ahLst/>
          <a:cxnLst/>
          <a:rect l="0" t="0" r="0" b="0"/>
          <a:pathLst>
            <a:path>
              <a:moveTo>
                <a:pt x="0" y="0"/>
              </a:moveTo>
              <a:lnTo>
                <a:pt x="0" y="785142"/>
              </a:lnTo>
              <a:lnTo>
                <a:pt x="165142" y="785142"/>
              </a:lnTo>
            </a:path>
          </a:pathLst>
        </a:custGeom>
        <a:noFill/>
        <a:ln w="25400" cap="flat" cmpd="sng" algn="ctr">
          <a:solidFill>
            <a:schemeClr val="tx1"/>
          </a:solidFill>
          <a:prstDash val="solid"/>
        </a:ln>
        <a:effectLst/>
      </dsp:spPr>
      <dsp:style>
        <a:lnRef idx="2">
          <a:scrgbClr r="0" g="0" b="0"/>
        </a:lnRef>
        <a:fillRef idx="0">
          <a:scrgbClr r="0" g="0" b="0"/>
        </a:fillRef>
        <a:effectRef idx="0">
          <a:scrgbClr r="0" g="0" b="0"/>
        </a:effectRef>
        <a:fontRef idx="minor"/>
      </dsp:style>
    </dsp:sp>
    <dsp:sp modelId="{87D24A36-E4B0-4FD7-A1BC-2F6AF063813E}">
      <dsp:nvSpPr>
        <dsp:cNvPr id="0" name=""/>
        <dsp:cNvSpPr/>
      </dsp:nvSpPr>
      <dsp:spPr>
        <a:xfrm>
          <a:off x="5381430" y="537925"/>
          <a:ext cx="4139703" cy="910294"/>
        </a:xfrm>
        <a:custGeom>
          <a:avLst/>
          <a:gdLst/>
          <a:ahLst/>
          <a:cxnLst/>
          <a:rect l="0" t="0" r="0" b="0"/>
          <a:pathLst>
            <a:path>
              <a:moveTo>
                <a:pt x="0" y="0"/>
              </a:moveTo>
              <a:lnTo>
                <a:pt x="0" y="809830"/>
              </a:lnTo>
              <a:lnTo>
                <a:pt x="4139703" y="809830"/>
              </a:lnTo>
              <a:lnTo>
                <a:pt x="4139703" y="910294"/>
              </a:lnTo>
            </a:path>
          </a:pathLst>
        </a:custGeom>
        <a:noFill/>
        <a:ln w="25400" cap="flat" cmpd="sng" algn="ctr">
          <a:solidFill>
            <a:schemeClr val="tx1"/>
          </a:solidFill>
          <a:prstDash val="solid"/>
        </a:ln>
        <a:effectLst/>
      </dsp:spPr>
      <dsp:style>
        <a:lnRef idx="2">
          <a:scrgbClr r="0" g="0" b="0"/>
        </a:lnRef>
        <a:fillRef idx="0">
          <a:scrgbClr r="0" g="0" b="0"/>
        </a:fillRef>
        <a:effectRef idx="0">
          <a:scrgbClr r="0" g="0" b="0"/>
        </a:effectRef>
        <a:fontRef idx="minor"/>
      </dsp:style>
    </dsp:sp>
    <dsp:sp modelId="{2FA2D9A4-CD59-48ED-9AF4-76A2522ACAF4}">
      <dsp:nvSpPr>
        <dsp:cNvPr id="0" name=""/>
        <dsp:cNvSpPr/>
      </dsp:nvSpPr>
      <dsp:spPr>
        <a:xfrm>
          <a:off x="4232254" y="372"/>
          <a:ext cx="2298350" cy="537552"/>
        </a:xfrm>
        <a:prstGeom prst="rect">
          <a:avLst/>
        </a:prstGeom>
        <a:solidFill>
          <a:srgbClr val="00B050"/>
        </a:solidFill>
        <a:ln w="25400" cap="flat" cmpd="sng" algn="ctr">
          <a:solidFill>
            <a:sysClr val="window" lastClr="FFFFFF">
              <a:hueOff val="0"/>
              <a:satOff val="0"/>
              <a:lumOff val="0"/>
              <a:alphaOff val="0"/>
            </a:sys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ysClr val="window" lastClr="FFFFFF"/>
              </a:solidFill>
              <a:latin typeface="Arial"/>
              <a:ea typeface="+mn-ea"/>
              <a:cs typeface="+mn-cs"/>
            </a:rPr>
            <a:t>NH-04 Flight Chief</a:t>
          </a:r>
        </a:p>
      </dsp:txBody>
      <dsp:txXfrm>
        <a:off x="4232254" y="372"/>
        <a:ext cx="2298350" cy="537552"/>
      </dsp:txXfrm>
    </dsp:sp>
    <dsp:sp modelId="{72FD648A-5F48-472D-8C63-F7A0FF29C7DC}">
      <dsp:nvSpPr>
        <dsp:cNvPr id="0" name=""/>
        <dsp:cNvSpPr/>
      </dsp:nvSpPr>
      <dsp:spPr>
        <a:xfrm>
          <a:off x="7983155" y="1448219"/>
          <a:ext cx="3075955" cy="620176"/>
        </a:xfrm>
        <a:prstGeom prst="rect">
          <a:avLst/>
        </a:prstGeom>
        <a:solidFill>
          <a:schemeClr val="tx1"/>
        </a:solidFill>
        <a:ln w="25400" cap="flat" cmpd="sng" algn="ctr">
          <a:solidFill>
            <a:sysClr val="window" lastClr="FFFFFF">
              <a:hueOff val="0"/>
              <a:satOff val="0"/>
              <a:lumOff val="0"/>
              <a:alphaOff val="0"/>
            </a:sys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ysClr val="window" lastClr="FFFFFF"/>
              </a:solidFill>
              <a:latin typeface="Arial"/>
              <a:ea typeface="+mn-ea"/>
              <a:cs typeface="+mn-cs"/>
            </a:rPr>
            <a:t>NH-301-03 Section Chief - Robins</a:t>
          </a:r>
        </a:p>
      </dsp:txBody>
      <dsp:txXfrm>
        <a:off x="7983155" y="1448219"/>
        <a:ext cx="3075955" cy="620176"/>
      </dsp:txXfrm>
    </dsp:sp>
    <dsp:sp modelId="{FF670A04-FC64-469B-B933-AEB9F63D5A38}">
      <dsp:nvSpPr>
        <dsp:cNvPr id="0" name=""/>
        <dsp:cNvSpPr/>
      </dsp:nvSpPr>
      <dsp:spPr>
        <a:xfrm>
          <a:off x="8455893" y="2509851"/>
          <a:ext cx="2603217" cy="687373"/>
        </a:xfrm>
        <a:prstGeom prst="rect">
          <a:avLst/>
        </a:prstGeom>
        <a:solidFill>
          <a:schemeClr val="tx1"/>
        </a:solidFill>
        <a:ln w="25400" cap="flat" cmpd="sng" algn="ctr">
          <a:solidFill>
            <a:sysClr val="window" lastClr="FFFFFF">
              <a:hueOff val="0"/>
              <a:satOff val="0"/>
              <a:lumOff val="0"/>
              <a:alphaOff val="0"/>
            </a:sys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ysClr val="window" lastClr="FFFFFF"/>
              </a:solidFill>
              <a:latin typeface="Arial"/>
              <a:ea typeface="+mn-ea"/>
              <a:cs typeface="+mn-cs"/>
            </a:rPr>
            <a:t>NH-2010-03 SME x4</a:t>
          </a:r>
        </a:p>
        <a:p>
          <a:pPr marL="0" lvl="0" indent="0" algn="ctr" defTabSz="622300">
            <a:lnSpc>
              <a:spcPct val="90000"/>
            </a:lnSpc>
            <a:spcBef>
              <a:spcPct val="0"/>
            </a:spcBef>
            <a:spcAft>
              <a:spcPct val="35000"/>
            </a:spcAft>
            <a:buNone/>
          </a:pPr>
          <a:r>
            <a:rPr lang="en-US" sz="1400" b="1" kern="1200" dirty="0">
              <a:solidFill>
                <a:sysClr val="window" lastClr="FFFFFF"/>
              </a:solidFill>
              <a:latin typeface="Arial"/>
              <a:ea typeface="+mn-ea"/>
              <a:cs typeface="+mn-cs"/>
            </a:rPr>
            <a:t>NH-2010-02 SME x2</a:t>
          </a:r>
        </a:p>
      </dsp:txBody>
      <dsp:txXfrm>
        <a:off x="8455893" y="2509851"/>
        <a:ext cx="2603217" cy="687373"/>
      </dsp:txXfrm>
    </dsp:sp>
    <dsp:sp modelId="{3E54BC6E-40D3-4465-9FC5-00B725F373FA}">
      <dsp:nvSpPr>
        <dsp:cNvPr id="0" name=""/>
        <dsp:cNvSpPr/>
      </dsp:nvSpPr>
      <dsp:spPr>
        <a:xfrm>
          <a:off x="8455893" y="3398154"/>
          <a:ext cx="2603217" cy="687373"/>
        </a:xfrm>
        <a:prstGeom prst="rect">
          <a:avLst/>
        </a:prstGeom>
        <a:solidFill>
          <a:schemeClr val="tx1"/>
        </a:solidFill>
        <a:ln w="25400" cap="flat" cmpd="sng" algn="ctr">
          <a:solidFill>
            <a:sysClr val="window" lastClr="FFFFFF">
              <a:hueOff val="0"/>
              <a:satOff val="0"/>
              <a:lumOff val="0"/>
              <a:alphaOff val="0"/>
            </a:sys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ysClr val="window" lastClr="FFFFFF"/>
              </a:solidFill>
              <a:latin typeface="Arial"/>
              <a:ea typeface="+mn-ea"/>
              <a:cs typeface="+mn-cs"/>
            </a:rPr>
            <a:t>NH-1670-03 SME x3</a:t>
          </a:r>
        </a:p>
        <a:p>
          <a:pPr marL="0" lvl="0" indent="0" algn="ctr" defTabSz="622300">
            <a:lnSpc>
              <a:spcPct val="90000"/>
            </a:lnSpc>
            <a:spcBef>
              <a:spcPct val="0"/>
            </a:spcBef>
            <a:spcAft>
              <a:spcPct val="35000"/>
            </a:spcAft>
            <a:buNone/>
          </a:pPr>
          <a:r>
            <a:rPr lang="en-US" sz="1400" b="1" kern="1200" dirty="0">
              <a:solidFill>
                <a:sysClr val="window" lastClr="FFFFFF"/>
              </a:solidFill>
              <a:latin typeface="Arial"/>
              <a:ea typeface="+mn-ea"/>
              <a:cs typeface="+mn-cs"/>
            </a:rPr>
            <a:t>NH-1670-02 SME x1</a:t>
          </a:r>
        </a:p>
      </dsp:txBody>
      <dsp:txXfrm>
        <a:off x="8455893" y="3398154"/>
        <a:ext cx="2603217" cy="687373"/>
      </dsp:txXfrm>
    </dsp:sp>
    <dsp:sp modelId="{64600112-7438-4298-B15D-DD5C4AC03DCE}">
      <dsp:nvSpPr>
        <dsp:cNvPr id="0" name=""/>
        <dsp:cNvSpPr/>
      </dsp:nvSpPr>
      <dsp:spPr>
        <a:xfrm>
          <a:off x="3723062" y="1503857"/>
          <a:ext cx="3036707" cy="620176"/>
        </a:xfrm>
        <a:prstGeom prst="rect">
          <a:avLst/>
        </a:prstGeom>
        <a:solidFill>
          <a:srgbClr val="7030A0"/>
        </a:solidFill>
        <a:ln w="25400" cap="flat" cmpd="sng" algn="ctr">
          <a:solidFill>
            <a:sysClr val="window" lastClr="FFFFFF">
              <a:hueOff val="0"/>
              <a:satOff val="0"/>
              <a:lumOff val="0"/>
              <a:alphaOff val="0"/>
            </a:sys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ysClr val="window" lastClr="FFFFFF"/>
              </a:solidFill>
              <a:latin typeface="Arial"/>
              <a:ea typeface="+mn-ea"/>
              <a:cs typeface="+mn-cs"/>
            </a:rPr>
            <a:t>NH-301-03 Section Chief - Hill</a:t>
          </a:r>
        </a:p>
      </dsp:txBody>
      <dsp:txXfrm>
        <a:off x="3723062" y="1503857"/>
        <a:ext cx="3036707" cy="620176"/>
      </dsp:txXfrm>
    </dsp:sp>
    <dsp:sp modelId="{E3FC6962-FB1A-46EE-9057-45E5EDE676B2}">
      <dsp:nvSpPr>
        <dsp:cNvPr id="0" name=""/>
        <dsp:cNvSpPr/>
      </dsp:nvSpPr>
      <dsp:spPr>
        <a:xfrm>
          <a:off x="4493443" y="2462982"/>
          <a:ext cx="2603217" cy="687373"/>
        </a:xfrm>
        <a:prstGeom prst="rect">
          <a:avLst/>
        </a:prstGeom>
        <a:solidFill>
          <a:srgbClr val="7030A0"/>
        </a:solidFill>
        <a:ln w="25400" cap="flat" cmpd="sng" algn="ctr">
          <a:solidFill>
            <a:sysClr val="window" lastClr="FFFFFF">
              <a:hueOff val="0"/>
              <a:satOff val="0"/>
              <a:lumOff val="0"/>
              <a:alphaOff val="0"/>
            </a:sys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ysClr val="window" lastClr="FFFFFF"/>
              </a:solidFill>
              <a:latin typeface="Arial"/>
              <a:ea typeface="+mn-ea"/>
              <a:cs typeface="+mn-cs"/>
            </a:rPr>
            <a:t>NH-2010-03 SME x4</a:t>
          </a:r>
        </a:p>
        <a:p>
          <a:pPr marL="0" lvl="0" indent="0" algn="ctr" defTabSz="622300">
            <a:lnSpc>
              <a:spcPct val="90000"/>
            </a:lnSpc>
            <a:spcBef>
              <a:spcPct val="0"/>
            </a:spcBef>
            <a:spcAft>
              <a:spcPct val="35000"/>
            </a:spcAft>
            <a:buNone/>
          </a:pPr>
          <a:r>
            <a:rPr lang="en-US" sz="1400" b="1" kern="1200" dirty="0">
              <a:solidFill>
                <a:sysClr val="window" lastClr="FFFFFF"/>
              </a:solidFill>
              <a:latin typeface="Arial"/>
              <a:ea typeface="+mn-ea"/>
              <a:cs typeface="+mn-cs"/>
            </a:rPr>
            <a:t>NH-2010-02 SME x2</a:t>
          </a:r>
        </a:p>
      </dsp:txBody>
      <dsp:txXfrm>
        <a:off x="4493443" y="2462982"/>
        <a:ext cx="2603217" cy="687373"/>
      </dsp:txXfrm>
    </dsp:sp>
    <dsp:sp modelId="{E35869FD-1B83-4D80-A36B-E40E622DA653}">
      <dsp:nvSpPr>
        <dsp:cNvPr id="0" name=""/>
        <dsp:cNvSpPr/>
      </dsp:nvSpPr>
      <dsp:spPr>
        <a:xfrm>
          <a:off x="4493443" y="3351285"/>
          <a:ext cx="2603217" cy="687373"/>
        </a:xfrm>
        <a:prstGeom prst="rect">
          <a:avLst/>
        </a:prstGeom>
        <a:solidFill>
          <a:srgbClr val="7030A0"/>
        </a:solidFill>
        <a:ln w="25400" cap="flat" cmpd="sng" algn="ctr">
          <a:solidFill>
            <a:sysClr val="window" lastClr="FFFFFF">
              <a:hueOff val="0"/>
              <a:satOff val="0"/>
              <a:lumOff val="0"/>
              <a:alphaOff val="0"/>
            </a:sys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ysClr val="window" lastClr="FFFFFF"/>
              </a:solidFill>
              <a:latin typeface="Arial"/>
              <a:ea typeface="+mn-ea"/>
              <a:cs typeface="+mn-cs"/>
            </a:rPr>
            <a:t>NH-1670-03 SME x3</a:t>
          </a:r>
        </a:p>
        <a:p>
          <a:pPr marL="0" lvl="0" indent="0" algn="ctr" defTabSz="622300">
            <a:lnSpc>
              <a:spcPct val="90000"/>
            </a:lnSpc>
            <a:spcBef>
              <a:spcPct val="0"/>
            </a:spcBef>
            <a:spcAft>
              <a:spcPct val="35000"/>
            </a:spcAft>
            <a:buNone/>
          </a:pPr>
          <a:r>
            <a:rPr lang="en-US" sz="1400" b="1" kern="1200" dirty="0">
              <a:solidFill>
                <a:sysClr val="window" lastClr="FFFFFF"/>
              </a:solidFill>
              <a:latin typeface="Arial"/>
              <a:ea typeface="+mn-ea"/>
              <a:cs typeface="+mn-cs"/>
            </a:rPr>
            <a:t>NH-1670-02 SME x1</a:t>
          </a:r>
        </a:p>
      </dsp:txBody>
      <dsp:txXfrm>
        <a:off x="4493443" y="3351285"/>
        <a:ext cx="2603217" cy="687373"/>
      </dsp:txXfrm>
    </dsp:sp>
    <dsp:sp modelId="{774F970F-CA11-48F0-BC41-CF562FB811B1}">
      <dsp:nvSpPr>
        <dsp:cNvPr id="0" name=""/>
        <dsp:cNvSpPr/>
      </dsp:nvSpPr>
      <dsp:spPr>
        <a:xfrm>
          <a:off x="0" y="1511531"/>
          <a:ext cx="2816594" cy="623410"/>
        </a:xfrm>
        <a:prstGeom prst="rect">
          <a:avLst/>
        </a:prstGeom>
        <a:solidFill>
          <a:srgbClr val="5B9BD5">
            <a:hueOff val="0"/>
            <a:satOff val="0"/>
            <a:lumOff val="0"/>
            <a:alphaOff val="0"/>
          </a:srgbClr>
        </a:solidFill>
        <a:ln w="25400" cap="flat" cmpd="sng" algn="ctr">
          <a:solidFill>
            <a:sysClr val="window" lastClr="FFFFFF">
              <a:hueOff val="0"/>
              <a:satOff val="0"/>
              <a:lumOff val="0"/>
              <a:alphaOff val="0"/>
            </a:sys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ysClr val="window" lastClr="FFFFFF"/>
              </a:solidFill>
              <a:latin typeface="Arial"/>
              <a:ea typeface="+mn-ea"/>
              <a:cs typeface="+mn-cs"/>
            </a:rPr>
            <a:t>NH-301-03 Section Chief  Tinker</a:t>
          </a:r>
        </a:p>
      </dsp:txBody>
      <dsp:txXfrm>
        <a:off x="0" y="1511531"/>
        <a:ext cx="2816594" cy="623410"/>
      </dsp:txXfrm>
    </dsp:sp>
    <dsp:sp modelId="{AD67FF5F-6164-4B51-BD73-C35706FC3D69}">
      <dsp:nvSpPr>
        <dsp:cNvPr id="0" name=""/>
        <dsp:cNvSpPr/>
      </dsp:nvSpPr>
      <dsp:spPr>
        <a:xfrm>
          <a:off x="499336" y="2339569"/>
          <a:ext cx="2388931" cy="687373"/>
        </a:xfrm>
        <a:prstGeom prst="rect">
          <a:avLst/>
        </a:prstGeom>
        <a:solidFill>
          <a:srgbClr val="5B9BD5">
            <a:hueOff val="0"/>
            <a:satOff val="0"/>
            <a:lumOff val="0"/>
            <a:alphaOff val="0"/>
          </a:srgbClr>
        </a:solidFill>
        <a:ln w="25400" cap="flat" cmpd="sng" algn="ctr">
          <a:solidFill>
            <a:sysClr val="window" lastClr="FFFFFF">
              <a:hueOff val="0"/>
              <a:satOff val="0"/>
              <a:lumOff val="0"/>
              <a:alphaOff val="0"/>
            </a:sys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ysClr val="window" lastClr="FFFFFF"/>
              </a:solidFill>
              <a:latin typeface="Arial"/>
              <a:ea typeface="+mn-ea"/>
              <a:cs typeface="+mn-cs"/>
            </a:rPr>
            <a:t>NH-2010-03 SME x4</a:t>
          </a:r>
        </a:p>
        <a:p>
          <a:pPr marL="0" lvl="0" indent="0" algn="ctr" defTabSz="622300">
            <a:lnSpc>
              <a:spcPct val="90000"/>
            </a:lnSpc>
            <a:spcBef>
              <a:spcPct val="0"/>
            </a:spcBef>
            <a:spcAft>
              <a:spcPct val="35000"/>
            </a:spcAft>
            <a:buNone/>
          </a:pPr>
          <a:r>
            <a:rPr lang="en-US" sz="1400" b="1" kern="1200" dirty="0">
              <a:solidFill>
                <a:sysClr val="window" lastClr="FFFFFF"/>
              </a:solidFill>
              <a:latin typeface="Arial"/>
              <a:ea typeface="+mn-ea"/>
              <a:cs typeface="+mn-cs"/>
            </a:rPr>
            <a:t>NH-2010-02 SME x2</a:t>
          </a:r>
        </a:p>
      </dsp:txBody>
      <dsp:txXfrm>
        <a:off x="499336" y="2339569"/>
        <a:ext cx="2388931" cy="687373"/>
      </dsp:txXfrm>
    </dsp:sp>
    <dsp:sp modelId="{616AD698-394D-4ED3-BEF1-4FD8F0CB49F0}">
      <dsp:nvSpPr>
        <dsp:cNvPr id="0" name=""/>
        <dsp:cNvSpPr/>
      </dsp:nvSpPr>
      <dsp:spPr>
        <a:xfrm>
          <a:off x="499336" y="3187475"/>
          <a:ext cx="2388931" cy="721196"/>
        </a:xfrm>
        <a:prstGeom prst="rect">
          <a:avLst/>
        </a:prstGeom>
        <a:solidFill>
          <a:srgbClr val="5B9BD5"/>
        </a:solidFill>
        <a:ln w="25400" cap="flat" cmpd="sng" algn="ctr">
          <a:solidFill>
            <a:sysClr val="window" lastClr="FFFFFF">
              <a:hueOff val="0"/>
              <a:satOff val="0"/>
              <a:lumOff val="0"/>
              <a:alphaOff val="0"/>
            </a:sys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ysClr val="window" lastClr="FFFFFF"/>
              </a:solidFill>
              <a:latin typeface="Arial"/>
              <a:ea typeface="+mn-ea"/>
              <a:cs typeface="+mn-cs"/>
            </a:rPr>
            <a:t>NH-1670-03 SME x3</a:t>
          </a:r>
        </a:p>
        <a:p>
          <a:pPr marL="0" lvl="0" indent="0" algn="ctr" defTabSz="622300">
            <a:lnSpc>
              <a:spcPct val="90000"/>
            </a:lnSpc>
            <a:spcBef>
              <a:spcPct val="0"/>
            </a:spcBef>
            <a:spcAft>
              <a:spcPct val="35000"/>
            </a:spcAft>
            <a:buNone/>
          </a:pPr>
          <a:r>
            <a:rPr lang="en-US" sz="1400" b="1" kern="1200" dirty="0">
              <a:solidFill>
                <a:sysClr val="window" lastClr="FFFFFF"/>
              </a:solidFill>
              <a:latin typeface="Arial"/>
              <a:ea typeface="+mn-ea"/>
              <a:cs typeface="+mn-cs"/>
            </a:rPr>
            <a:t>NH-1670-02 SME x1</a:t>
          </a:r>
        </a:p>
      </dsp:txBody>
      <dsp:txXfrm>
        <a:off x="499336" y="3187475"/>
        <a:ext cx="2388931" cy="721196"/>
      </dsp:txXfrm>
    </dsp:sp>
    <dsp:sp modelId="{09040726-9223-47F1-BC57-FDCAACBF397E}">
      <dsp:nvSpPr>
        <dsp:cNvPr id="0" name=""/>
        <dsp:cNvSpPr/>
      </dsp:nvSpPr>
      <dsp:spPr>
        <a:xfrm>
          <a:off x="471311" y="4040533"/>
          <a:ext cx="2336785" cy="557137"/>
        </a:xfrm>
        <a:prstGeom prst="rect">
          <a:avLst/>
        </a:prstGeom>
        <a:solidFill>
          <a:srgbClr val="5B9BD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NH-301-03 x6</a:t>
          </a:r>
        </a:p>
      </dsp:txBody>
      <dsp:txXfrm>
        <a:off x="471311" y="4040533"/>
        <a:ext cx="2336785" cy="557137"/>
      </dsp:txXfrm>
    </dsp:sp>
    <dsp:sp modelId="{EE7A672F-5445-4215-86CF-ADD43DF99B94}">
      <dsp:nvSpPr>
        <dsp:cNvPr id="0" name=""/>
        <dsp:cNvSpPr/>
      </dsp:nvSpPr>
      <dsp:spPr>
        <a:xfrm>
          <a:off x="6028622" y="684000"/>
          <a:ext cx="2435594" cy="586033"/>
        </a:xfrm>
        <a:prstGeom prst="rect">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NH-1670-03 Demand Planning Lead</a:t>
          </a:r>
        </a:p>
      </dsp:txBody>
      <dsp:txXfrm>
        <a:off x="6028622" y="684000"/>
        <a:ext cx="2435594" cy="586033"/>
      </dsp:txXfrm>
    </dsp:sp>
    <dsp:sp modelId="{DE97EF55-5400-4967-910F-47D92911C7CD}">
      <dsp:nvSpPr>
        <dsp:cNvPr id="0" name=""/>
        <dsp:cNvSpPr/>
      </dsp:nvSpPr>
      <dsp:spPr>
        <a:xfrm>
          <a:off x="2255070" y="707934"/>
          <a:ext cx="2438063" cy="550937"/>
        </a:xfrm>
        <a:prstGeom prst="rect">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NH-2010-03 Supply Planning Lead</a:t>
          </a:r>
          <a:endParaRPr lang="en-US" sz="1400" kern="1200" dirty="0"/>
        </a:p>
      </dsp:txBody>
      <dsp:txXfrm>
        <a:off x="2255070" y="707934"/>
        <a:ext cx="2438063" cy="550937"/>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2946" name="Rectangle 2"/>
          <p:cNvSpPr>
            <a:spLocks noGrp="1" noChangeArrowheads="1"/>
          </p:cNvSpPr>
          <p:nvPr>
            <p:ph type="hdr" sz="quarter"/>
          </p:nvPr>
        </p:nvSpPr>
        <p:spPr bwMode="auto">
          <a:xfrm>
            <a:off x="3" y="0"/>
            <a:ext cx="3038475" cy="460375"/>
          </a:xfrm>
          <a:prstGeom prst="rect">
            <a:avLst/>
          </a:prstGeom>
          <a:noFill/>
          <a:ln w="12700">
            <a:noFill/>
            <a:miter lim="800000"/>
            <a:headEnd/>
            <a:tailEnd/>
          </a:ln>
          <a:effectLst/>
        </p:spPr>
        <p:txBody>
          <a:bodyPr vert="horz" wrap="square" lIns="92638" tIns="46317" rIns="92638" bIns="46317" numCol="1" anchor="t" anchorCtr="0" compatLnSpc="1">
            <a:prstTxWarp prst="textNoShape">
              <a:avLst/>
            </a:prstTxWarp>
          </a:bodyPr>
          <a:lstStyle>
            <a:lvl1pPr eaLnBrk="0" hangingPunct="0">
              <a:defRPr sz="1200"/>
            </a:lvl1pPr>
          </a:lstStyle>
          <a:p>
            <a:endParaRPr lang="en-US"/>
          </a:p>
        </p:txBody>
      </p:sp>
      <p:sp>
        <p:nvSpPr>
          <p:cNvPr id="82947" name="Rectangle 3"/>
          <p:cNvSpPr>
            <a:spLocks noGrp="1" noChangeArrowheads="1"/>
          </p:cNvSpPr>
          <p:nvPr>
            <p:ph type="dt" sz="quarter" idx="1"/>
          </p:nvPr>
        </p:nvSpPr>
        <p:spPr bwMode="auto">
          <a:xfrm>
            <a:off x="3971928" y="0"/>
            <a:ext cx="3038475" cy="460375"/>
          </a:xfrm>
          <a:prstGeom prst="rect">
            <a:avLst/>
          </a:prstGeom>
          <a:noFill/>
          <a:ln w="12700">
            <a:noFill/>
            <a:miter lim="800000"/>
            <a:headEnd/>
            <a:tailEnd/>
          </a:ln>
          <a:effectLst/>
        </p:spPr>
        <p:txBody>
          <a:bodyPr vert="horz" wrap="square" lIns="92638" tIns="46317" rIns="92638" bIns="46317" numCol="1" anchor="t" anchorCtr="0" compatLnSpc="1">
            <a:prstTxWarp prst="textNoShape">
              <a:avLst/>
            </a:prstTxWarp>
          </a:bodyPr>
          <a:lstStyle>
            <a:lvl1pPr algn="r" eaLnBrk="0" hangingPunct="0">
              <a:defRPr sz="1200"/>
            </a:lvl1pPr>
          </a:lstStyle>
          <a:p>
            <a:endParaRPr lang="en-US"/>
          </a:p>
        </p:txBody>
      </p:sp>
      <p:sp>
        <p:nvSpPr>
          <p:cNvPr id="82948" name="Rectangle 4"/>
          <p:cNvSpPr>
            <a:spLocks noGrp="1" noChangeArrowheads="1"/>
          </p:cNvSpPr>
          <p:nvPr>
            <p:ph type="ftr" sz="quarter" idx="2"/>
          </p:nvPr>
        </p:nvSpPr>
        <p:spPr bwMode="auto">
          <a:xfrm>
            <a:off x="3" y="8823325"/>
            <a:ext cx="3038475" cy="460375"/>
          </a:xfrm>
          <a:prstGeom prst="rect">
            <a:avLst/>
          </a:prstGeom>
          <a:noFill/>
          <a:ln w="12700">
            <a:noFill/>
            <a:miter lim="800000"/>
            <a:headEnd/>
            <a:tailEnd/>
          </a:ln>
          <a:effectLst/>
        </p:spPr>
        <p:txBody>
          <a:bodyPr vert="horz" wrap="square" lIns="92638" tIns="46317" rIns="92638" bIns="46317" numCol="1" anchor="b" anchorCtr="0" compatLnSpc="1">
            <a:prstTxWarp prst="textNoShape">
              <a:avLst/>
            </a:prstTxWarp>
          </a:bodyPr>
          <a:lstStyle>
            <a:lvl1pPr eaLnBrk="0" hangingPunct="0">
              <a:defRPr sz="1200"/>
            </a:lvl1pPr>
          </a:lstStyle>
          <a:p>
            <a:endParaRPr lang="en-US"/>
          </a:p>
        </p:txBody>
      </p:sp>
      <p:sp>
        <p:nvSpPr>
          <p:cNvPr id="82949" name="Rectangle 5"/>
          <p:cNvSpPr>
            <a:spLocks noGrp="1" noChangeArrowheads="1"/>
          </p:cNvSpPr>
          <p:nvPr>
            <p:ph type="sldNum" sz="quarter" idx="3"/>
          </p:nvPr>
        </p:nvSpPr>
        <p:spPr bwMode="auto">
          <a:xfrm>
            <a:off x="3971928" y="8823325"/>
            <a:ext cx="3038475" cy="460375"/>
          </a:xfrm>
          <a:prstGeom prst="rect">
            <a:avLst/>
          </a:prstGeom>
          <a:noFill/>
          <a:ln w="12700">
            <a:noFill/>
            <a:miter lim="800000"/>
            <a:headEnd/>
            <a:tailEnd/>
          </a:ln>
          <a:effectLst/>
        </p:spPr>
        <p:txBody>
          <a:bodyPr vert="horz" wrap="square" lIns="92638" tIns="46317" rIns="92638" bIns="46317" numCol="1" anchor="b" anchorCtr="0" compatLnSpc="1">
            <a:prstTxWarp prst="textNoShape">
              <a:avLst/>
            </a:prstTxWarp>
          </a:bodyPr>
          <a:lstStyle>
            <a:lvl1pPr algn="r" eaLnBrk="0" hangingPunct="0">
              <a:defRPr sz="1200"/>
            </a:lvl1pPr>
          </a:lstStyle>
          <a:p>
            <a:fld id="{EA08F208-309A-4D9A-82AF-E03D6ACF71F0}" type="slidenum">
              <a:rPr lang="en-US"/>
              <a:pPr/>
              <a:t>‹#›</a:t>
            </a:fld>
            <a:endParaRPr lang="en-US"/>
          </a:p>
        </p:txBody>
      </p:sp>
    </p:spTree>
    <p:extLst>
      <p:ext uri="{BB962C8B-B14F-4D97-AF65-F5344CB8AC3E}">
        <p14:creationId xmlns:p14="http://schemas.microsoft.com/office/powerpoint/2010/main" val="96588733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bwMode="auto">
          <a:xfrm>
            <a:off x="3" y="0"/>
            <a:ext cx="3038475" cy="465138"/>
          </a:xfrm>
          <a:prstGeom prst="rect">
            <a:avLst/>
          </a:prstGeom>
          <a:noFill/>
          <a:ln w="9525">
            <a:noFill/>
            <a:miter lim="800000"/>
            <a:headEnd/>
            <a:tailEnd/>
          </a:ln>
          <a:effectLst/>
        </p:spPr>
        <p:txBody>
          <a:bodyPr vert="horz" wrap="square" lIns="92638" tIns="46317" rIns="92638" bIns="46317" numCol="1" anchor="t" anchorCtr="0" compatLnSpc="1">
            <a:prstTxWarp prst="textNoShape">
              <a:avLst/>
            </a:prstTxWarp>
          </a:bodyPr>
          <a:lstStyle>
            <a:lvl1pPr eaLnBrk="0" hangingPunct="0">
              <a:defRPr sz="1200"/>
            </a:lvl1pPr>
          </a:lstStyle>
          <a:p>
            <a:endParaRPr lang="en-US"/>
          </a:p>
        </p:txBody>
      </p:sp>
      <p:sp>
        <p:nvSpPr>
          <p:cNvPr id="39939" name="Rectangle 3"/>
          <p:cNvSpPr>
            <a:spLocks noGrp="1" noChangeArrowheads="1"/>
          </p:cNvSpPr>
          <p:nvPr>
            <p:ph type="dt" idx="1"/>
          </p:nvPr>
        </p:nvSpPr>
        <p:spPr bwMode="auto">
          <a:xfrm>
            <a:off x="3971928" y="0"/>
            <a:ext cx="3038475" cy="465138"/>
          </a:xfrm>
          <a:prstGeom prst="rect">
            <a:avLst/>
          </a:prstGeom>
          <a:noFill/>
          <a:ln w="9525">
            <a:noFill/>
            <a:miter lim="800000"/>
            <a:headEnd/>
            <a:tailEnd/>
          </a:ln>
          <a:effectLst/>
        </p:spPr>
        <p:txBody>
          <a:bodyPr vert="horz" wrap="square" lIns="92638" tIns="46317" rIns="92638" bIns="46317" numCol="1" anchor="t" anchorCtr="0" compatLnSpc="1">
            <a:prstTxWarp prst="textNoShape">
              <a:avLst/>
            </a:prstTxWarp>
          </a:bodyPr>
          <a:lstStyle>
            <a:lvl1pPr algn="r" eaLnBrk="0" hangingPunct="0">
              <a:defRPr sz="1200"/>
            </a:lvl1pPr>
          </a:lstStyle>
          <a:p>
            <a:endParaRPr lang="en-US"/>
          </a:p>
        </p:txBody>
      </p:sp>
      <p:sp>
        <p:nvSpPr>
          <p:cNvPr id="24580" name="Rectangle 4"/>
          <p:cNvSpPr>
            <a:spLocks noGrp="1" noRot="1" noChangeAspect="1" noChangeArrowheads="1" noTextEdit="1"/>
          </p:cNvSpPr>
          <p:nvPr>
            <p:ph type="sldImg" idx="2"/>
          </p:nvPr>
        </p:nvSpPr>
        <p:spPr bwMode="auto">
          <a:xfrm>
            <a:off x="406400" y="696913"/>
            <a:ext cx="6197600" cy="3486150"/>
          </a:xfrm>
          <a:prstGeom prst="rect">
            <a:avLst/>
          </a:prstGeom>
          <a:noFill/>
          <a:ln w="9525">
            <a:solidFill>
              <a:srgbClr val="000000"/>
            </a:solidFill>
            <a:miter lim="800000"/>
            <a:headEnd/>
            <a:tailEnd/>
          </a:ln>
        </p:spPr>
      </p:sp>
      <p:sp>
        <p:nvSpPr>
          <p:cNvPr id="39941" name="Rectangle 5"/>
          <p:cNvSpPr>
            <a:spLocks noGrp="1" noChangeArrowheads="1"/>
          </p:cNvSpPr>
          <p:nvPr>
            <p:ph type="body" sz="quarter" idx="3"/>
          </p:nvPr>
        </p:nvSpPr>
        <p:spPr bwMode="auto">
          <a:xfrm>
            <a:off x="935039" y="4416427"/>
            <a:ext cx="5140325" cy="4183063"/>
          </a:xfrm>
          <a:prstGeom prst="rect">
            <a:avLst/>
          </a:prstGeom>
          <a:noFill/>
          <a:ln w="9525">
            <a:noFill/>
            <a:miter lim="800000"/>
            <a:headEnd/>
            <a:tailEnd/>
          </a:ln>
          <a:effectLst/>
        </p:spPr>
        <p:txBody>
          <a:bodyPr vert="horz" wrap="square" lIns="92638" tIns="46317" rIns="92638" bIns="4631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9942" name="Rectangle 6"/>
          <p:cNvSpPr>
            <a:spLocks noGrp="1" noChangeArrowheads="1"/>
          </p:cNvSpPr>
          <p:nvPr>
            <p:ph type="ftr" sz="quarter" idx="4"/>
          </p:nvPr>
        </p:nvSpPr>
        <p:spPr bwMode="auto">
          <a:xfrm>
            <a:off x="3" y="8831265"/>
            <a:ext cx="3038475" cy="465137"/>
          </a:xfrm>
          <a:prstGeom prst="rect">
            <a:avLst/>
          </a:prstGeom>
          <a:noFill/>
          <a:ln w="9525">
            <a:noFill/>
            <a:miter lim="800000"/>
            <a:headEnd/>
            <a:tailEnd/>
          </a:ln>
          <a:effectLst/>
        </p:spPr>
        <p:txBody>
          <a:bodyPr vert="horz" wrap="square" lIns="92638" tIns="46317" rIns="92638" bIns="46317" numCol="1" anchor="b" anchorCtr="0" compatLnSpc="1">
            <a:prstTxWarp prst="textNoShape">
              <a:avLst/>
            </a:prstTxWarp>
          </a:bodyPr>
          <a:lstStyle>
            <a:lvl1pPr eaLnBrk="0" hangingPunct="0">
              <a:defRPr sz="1200"/>
            </a:lvl1pPr>
          </a:lstStyle>
          <a:p>
            <a:endParaRPr lang="en-US"/>
          </a:p>
        </p:txBody>
      </p:sp>
      <p:sp>
        <p:nvSpPr>
          <p:cNvPr id="39943" name="Rectangle 7"/>
          <p:cNvSpPr>
            <a:spLocks noGrp="1" noChangeArrowheads="1"/>
          </p:cNvSpPr>
          <p:nvPr>
            <p:ph type="sldNum" sz="quarter" idx="5"/>
          </p:nvPr>
        </p:nvSpPr>
        <p:spPr bwMode="auto">
          <a:xfrm>
            <a:off x="3971928" y="8831265"/>
            <a:ext cx="3038475" cy="465137"/>
          </a:xfrm>
          <a:prstGeom prst="rect">
            <a:avLst/>
          </a:prstGeom>
          <a:noFill/>
          <a:ln w="9525">
            <a:noFill/>
            <a:miter lim="800000"/>
            <a:headEnd/>
            <a:tailEnd/>
          </a:ln>
          <a:effectLst/>
        </p:spPr>
        <p:txBody>
          <a:bodyPr vert="horz" wrap="square" lIns="92638" tIns="46317" rIns="92638" bIns="46317" numCol="1" anchor="b" anchorCtr="0" compatLnSpc="1">
            <a:prstTxWarp prst="textNoShape">
              <a:avLst/>
            </a:prstTxWarp>
          </a:bodyPr>
          <a:lstStyle>
            <a:lvl1pPr algn="r" eaLnBrk="0" hangingPunct="0">
              <a:defRPr sz="1200"/>
            </a:lvl1pPr>
          </a:lstStyle>
          <a:p>
            <a:fld id="{5D00C90A-46E3-4F6E-95A0-391D41793F45}" type="slidenum">
              <a:rPr lang="en-US"/>
              <a:pPr/>
              <a:t>‹#›</a:t>
            </a:fld>
            <a:endParaRPr lang="en-US"/>
          </a:p>
        </p:txBody>
      </p:sp>
    </p:spTree>
    <p:extLst>
      <p:ext uri="{BB962C8B-B14F-4D97-AF65-F5344CB8AC3E}">
        <p14:creationId xmlns:p14="http://schemas.microsoft.com/office/powerpoint/2010/main" val="2814908398"/>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E3FB7272-D954-4397-B612-A34B18275158}" type="slidenum">
              <a:rPr lang="en-US" smtClean="0">
                <a:solidFill>
                  <a:srgbClr val="000000"/>
                </a:solidFill>
                <a:latin typeface="Arial" pitchFamily="34" charset="0"/>
              </a:rPr>
              <a:pPr/>
              <a:t>1</a:t>
            </a:fld>
            <a:endParaRPr lang="en-US" dirty="0">
              <a:solidFill>
                <a:srgbClr val="000000"/>
              </a:solidFill>
              <a:latin typeface="Arial" pitchFamily="34" charset="0"/>
            </a:endParaRPr>
          </a:p>
        </p:txBody>
      </p:sp>
      <p:sp>
        <p:nvSpPr>
          <p:cNvPr id="40963" name="Rectangle 2"/>
          <p:cNvSpPr>
            <a:spLocks noGrp="1" noRot="1" noChangeAspect="1" noChangeArrowheads="1" noTextEdit="1"/>
          </p:cNvSpPr>
          <p:nvPr>
            <p:ph type="sldImg"/>
          </p:nvPr>
        </p:nvSpPr>
        <p:spPr>
          <a:xfrm>
            <a:off x="406400" y="696913"/>
            <a:ext cx="6197600" cy="3486150"/>
          </a:xfrm>
          <a:ln/>
        </p:spPr>
      </p:sp>
      <p:sp>
        <p:nvSpPr>
          <p:cNvPr id="40964" name="Rectangle 3"/>
          <p:cNvSpPr>
            <a:spLocks noGrp="1" noChangeArrowheads="1"/>
          </p:cNvSpPr>
          <p:nvPr>
            <p:ph type="body" idx="1"/>
          </p:nvPr>
        </p:nvSpPr>
        <p:spPr>
          <a:noFill/>
          <a:ln/>
        </p:spPr>
        <p:txBody>
          <a:bodyPr/>
          <a:lstStyle/>
          <a:p>
            <a:endParaRPr lang="ru-RU" dirty="0"/>
          </a:p>
        </p:txBody>
      </p:sp>
    </p:spTree>
    <p:extLst>
      <p:ext uri="{BB962C8B-B14F-4D97-AF65-F5344CB8AC3E}">
        <p14:creationId xmlns:p14="http://schemas.microsoft.com/office/powerpoint/2010/main" val="40319268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00C90A-46E3-4F6E-95A0-391D41793F45}" type="slidenum">
              <a:rPr lang="en-US" smtClean="0"/>
              <a:pPr/>
              <a:t>2</a:t>
            </a:fld>
            <a:endParaRPr lang="en-US"/>
          </a:p>
        </p:txBody>
      </p:sp>
    </p:spTree>
    <p:extLst>
      <p:ext uri="{BB962C8B-B14F-4D97-AF65-F5344CB8AC3E}">
        <p14:creationId xmlns:p14="http://schemas.microsoft.com/office/powerpoint/2010/main" val="18112825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This new process will free up the valuable time of planners and specialists, allowing them to focus on higher-value, strategic activities such as engaging with vendors, improving supply chain supportability, and resolving complex readiness issues that directly impact the warfighter.</a:t>
            </a:r>
          </a:p>
          <a:p>
            <a:endParaRPr lang="en-US" dirty="0"/>
          </a:p>
          <a:p>
            <a:r>
              <a:rPr lang="en-US" b="1" dirty="0"/>
              <a:t>SPM access will change to READ-ONLY on 1 May. Users will get a notification prior to this going into effect. </a:t>
            </a:r>
          </a:p>
        </p:txBody>
      </p:sp>
      <p:sp>
        <p:nvSpPr>
          <p:cNvPr id="4" name="Slide Number Placeholder 3"/>
          <p:cNvSpPr>
            <a:spLocks noGrp="1"/>
          </p:cNvSpPr>
          <p:nvPr>
            <p:ph type="sldNum" sz="quarter" idx="5"/>
          </p:nvPr>
        </p:nvSpPr>
        <p:spPr/>
        <p:txBody>
          <a:bodyPr/>
          <a:lstStyle/>
          <a:p>
            <a:fld id="{5D00C90A-46E3-4F6E-95A0-391D41793F45}" type="slidenum">
              <a:rPr lang="en-US" smtClean="0"/>
              <a:pPr/>
              <a:t>4</a:t>
            </a:fld>
            <a:endParaRPr lang="en-US"/>
          </a:p>
        </p:txBody>
      </p:sp>
    </p:spTree>
    <p:extLst>
      <p:ext uri="{BB962C8B-B14F-4D97-AF65-F5344CB8AC3E}">
        <p14:creationId xmlns:p14="http://schemas.microsoft.com/office/powerpoint/2010/main" val="2174146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 Total Civilians: 6 Supervisor/Leads, 30 ES and SP SMEs, 6 301s</a:t>
            </a:r>
          </a:p>
          <a:p>
            <a:endParaRPr lang="en-US" dirty="0"/>
          </a:p>
          <a:p>
            <a:r>
              <a:rPr lang="en-US" dirty="0"/>
              <a:t>The location for the Flight Chief and the Supply Planning Lead and Demand Planning Leads are TBD</a:t>
            </a:r>
          </a:p>
          <a:p>
            <a:endParaRPr lang="en-US" dirty="0"/>
          </a:p>
          <a:p>
            <a:endParaRPr lang="en-US" dirty="0"/>
          </a:p>
        </p:txBody>
      </p:sp>
      <p:sp>
        <p:nvSpPr>
          <p:cNvPr id="4" name="Slide Number Placeholder 3"/>
          <p:cNvSpPr>
            <a:spLocks noGrp="1"/>
          </p:cNvSpPr>
          <p:nvPr>
            <p:ph type="sldNum" sz="quarter" idx="5"/>
          </p:nvPr>
        </p:nvSpPr>
        <p:spPr/>
        <p:txBody>
          <a:bodyPr/>
          <a:lstStyle/>
          <a:p>
            <a:fld id="{5D00C90A-46E3-4F6E-95A0-391D41793F45}" type="slidenum">
              <a:rPr lang="en-US" smtClean="0"/>
              <a:pPr/>
              <a:t>6</a:t>
            </a:fld>
            <a:endParaRPr lang="en-US"/>
          </a:p>
        </p:txBody>
      </p:sp>
    </p:spTree>
    <p:extLst>
      <p:ext uri="{BB962C8B-B14F-4D97-AF65-F5344CB8AC3E}">
        <p14:creationId xmlns:p14="http://schemas.microsoft.com/office/powerpoint/2010/main" val="3396177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Times New Roman" pitchFamily="18" charset="0"/>
                <a:ea typeface="+mn-ea"/>
                <a:cs typeface="+mn-cs"/>
              </a:rPr>
              <a:t>2. </a:t>
            </a:r>
            <a:r>
              <a:rPr lang="en-US" sz="1200" b="1" i="0" kern="1200" dirty="0">
                <a:solidFill>
                  <a:schemeClr val="tx1"/>
                </a:solidFill>
                <a:effectLst/>
                <a:latin typeface="Times New Roman" pitchFamily="18" charset="0"/>
                <a:ea typeface="+mn-ea"/>
                <a:cs typeface="+mn-cs"/>
              </a:rPr>
              <a:t>Technical Support: </a:t>
            </a:r>
            <a:r>
              <a:rPr lang="en-US" sz="1200" b="0" i="0" kern="1200" dirty="0">
                <a:solidFill>
                  <a:schemeClr val="tx1"/>
                </a:solidFill>
                <a:effectLst/>
                <a:latin typeface="Times New Roman" pitchFamily="18" charset="0"/>
                <a:ea typeface="+mn-ea"/>
                <a:cs typeface="+mn-cs"/>
              </a:rPr>
              <a:t>Serve as the primary execution and support hub for P&amp;E IPTs, proactively resolving SPM issues and managing system data integrity. </a:t>
            </a:r>
          </a:p>
          <a:p>
            <a:r>
              <a:rPr lang="en-US" sz="1200" b="0" i="0" kern="1200" dirty="0">
                <a:solidFill>
                  <a:schemeClr val="tx1"/>
                </a:solidFill>
                <a:effectLst/>
                <a:latin typeface="Times New Roman" pitchFamily="18" charset="0"/>
                <a:ea typeface="+mn-ea"/>
                <a:cs typeface="+mn-cs"/>
              </a:rPr>
              <a:t>3.</a:t>
            </a:r>
            <a:r>
              <a:rPr lang="en-US" sz="1200" b="1" i="0" kern="1200" dirty="0">
                <a:solidFill>
                  <a:schemeClr val="tx1"/>
                </a:solidFill>
                <a:effectLst/>
                <a:latin typeface="Times New Roman" pitchFamily="18" charset="0"/>
                <a:ea typeface="+mn-ea"/>
                <a:cs typeface="+mn-cs"/>
              </a:rPr>
              <a:t> Collaborative Alignment:</a:t>
            </a:r>
            <a:r>
              <a:rPr lang="en-US" sz="1200" b="0" i="0" kern="1200" dirty="0">
                <a:solidFill>
                  <a:schemeClr val="tx1"/>
                </a:solidFill>
                <a:effectLst/>
                <a:latin typeface="Times New Roman" pitchFamily="18" charset="0"/>
                <a:ea typeface="+mn-ea"/>
                <a:cs typeface="+mn-cs"/>
              </a:rPr>
              <a:t> Act on workflow triggers from IPTs to perform the necessary technical adjustments in SPM, aligning the system's forecast with the communicated real-world need.</a:t>
            </a:r>
          </a:p>
          <a:p>
            <a:endParaRPr lang="en-US" sz="1200" b="0" i="0" kern="1200" dirty="0">
              <a:solidFill>
                <a:schemeClr val="tx1"/>
              </a:solidFill>
              <a:effectLst/>
              <a:latin typeface="Times New Roman" pitchFamily="18" charset="0"/>
              <a:ea typeface="+mn-ea"/>
              <a:cs typeface="+mn-cs"/>
            </a:endParaRPr>
          </a:p>
          <a:p>
            <a:r>
              <a:rPr lang="en-US" sz="1200" b="0" i="0" kern="1200" dirty="0">
                <a:solidFill>
                  <a:schemeClr val="tx1"/>
                </a:solidFill>
                <a:effectLst/>
                <a:latin typeface="Times New Roman" pitchFamily="18" charset="0"/>
                <a:ea typeface="+mn-ea"/>
                <a:cs typeface="+mn-cs"/>
              </a:rPr>
              <a:t>Centralized Cell handles the “how” of the system execution.</a:t>
            </a:r>
          </a:p>
        </p:txBody>
      </p:sp>
      <p:sp>
        <p:nvSpPr>
          <p:cNvPr id="4" name="Slide Number Placeholder 3"/>
          <p:cNvSpPr>
            <a:spLocks noGrp="1"/>
          </p:cNvSpPr>
          <p:nvPr>
            <p:ph type="sldNum" sz="quarter" idx="5"/>
          </p:nvPr>
        </p:nvSpPr>
        <p:spPr/>
        <p:txBody>
          <a:bodyPr/>
          <a:lstStyle/>
          <a:p>
            <a:fld id="{5D00C90A-46E3-4F6E-95A0-391D41793F45}" type="slidenum">
              <a:rPr lang="en-US" smtClean="0"/>
              <a:pPr/>
              <a:t>8</a:t>
            </a:fld>
            <a:endParaRPr lang="en-US"/>
          </a:p>
        </p:txBody>
      </p:sp>
    </p:spTree>
    <p:extLst>
      <p:ext uri="{BB962C8B-B14F-4D97-AF65-F5344CB8AC3E}">
        <p14:creationId xmlns:p14="http://schemas.microsoft.com/office/powerpoint/2010/main" val="26213717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667BA-C20F-A1EF-41BA-C8C74D0595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7C4B95-E1B6-974C-1836-6A3ACC55F6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8E3243-7319-6821-A88E-09FE6C1C9149}"/>
              </a:ext>
            </a:extLst>
          </p:cNvPr>
          <p:cNvSpPr>
            <a:spLocks noGrp="1"/>
          </p:cNvSpPr>
          <p:nvPr>
            <p:ph type="body" idx="1"/>
          </p:nvPr>
        </p:nvSpPr>
        <p:spPr/>
        <p:txBody>
          <a:bodyPr/>
          <a:lstStyle/>
          <a:p>
            <a:r>
              <a:rPr lang="en-US" dirty="0"/>
              <a:t>Review Reasons will be handled by the Centralized Cell</a:t>
            </a:r>
          </a:p>
        </p:txBody>
      </p:sp>
      <p:sp>
        <p:nvSpPr>
          <p:cNvPr id="4" name="Slide Number Placeholder 3">
            <a:extLst>
              <a:ext uri="{FF2B5EF4-FFF2-40B4-BE49-F238E27FC236}">
                <a16:creationId xmlns:a16="http://schemas.microsoft.com/office/drawing/2014/main" id="{D2F914AF-DC25-B040-7EE5-3E2F2272309E}"/>
              </a:ext>
            </a:extLst>
          </p:cNvPr>
          <p:cNvSpPr>
            <a:spLocks noGrp="1"/>
          </p:cNvSpPr>
          <p:nvPr>
            <p:ph type="sldNum" sz="quarter" idx="5"/>
          </p:nvPr>
        </p:nvSpPr>
        <p:spPr/>
        <p:txBody>
          <a:bodyPr/>
          <a:lstStyle/>
          <a:p>
            <a:fld id="{5D00C90A-46E3-4F6E-95A0-391D41793F45}" type="slidenum">
              <a:rPr lang="en-US" smtClean="0"/>
              <a:pPr/>
              <a:t>9</a:t>
            </a:fld>
            <a:endParaRPr lang="en-US"/>
          </a:p>
        </p:txBody>
      </p:sp>
    </p:spTree>
    <p:extLst>
      <p:ext uri="{BB962C8B-B14F-4D97-AF65-F5344CB8AC3E}">
        <p14:creationId xmlns:p14="http://schemas.microsoft.com/office/powerpoint/2010/main" val="10296849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80A8E-B2E2-A061-909A-BA9A93DE01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84E05E-AD0F-0E9B-93BE-18D64C485C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63A511-1377-2604-1F6B-58ADB4671F77}"/>
              </a:ext>
            </a:extLst>
          </p:cNvPr>
          <p:cNvSpPr>
            <a:spLocks noGrp="1"/>
          </p:cNvSpPr>
          <p:nvPr>
            <p:ph type="body" idx="1"/>
          </p:nvPr>
        </p:nvSpPr>
        <p:spPr/>
        <p:txBody>
          <a:bodyPr/>
          <a:lstStyle/>
          <a:p>
            <a:r>
              <a:rPr lang="en-US" sz="1200" b="0" i="0" kern="1200" dirty="0">
                <a:solidFill>
                  <a:schemeClr val="tx1"/>
                </a:solidFill>
                <a:effectLst/>
                <a:latin typeface="Times New Roman" pitchFamily="18" charset="0"/>
                <a:ea typeface="+mn-ea"/>
                <a:cs typeface="+mn-cs"/>
              </a:rPr>
              <a:t>1. </a:t>
            </a:r>
            <a:r>
              <a:rPr lang="en-US" sz="1200" b="1" i="0" kern="1200" dirty="0">
                <a:solidFill>
                  <a:schemeClr val="tx1"/>
                </a:solidFill>
                <a:effectLst/>
                <a:latin typeface="Times New Roman" pitchFamily="18" charset="0"/>
                <a:ea typeface="+mn-ea"/>
                <a:cs typeface="+mn-cs"/>
              </a:rPr>
              <a:t>Customer Engagement</a:t>
            </a:r>
            <a:r>
              <a:rPr lang="en-US" sz="1200" b="0" i="0" kern="1200" dirty="0">
                <a:solidFill>
                  <a:schemeClr val="tx1"/>
                </a:solidFill>
                <a:effectLst/>
                <a:latin typeface="Times New Roman" pitchFamily="18" charset="0"/>
                <a:ea typeface="+mn-ea"/>
                <a:cs typeface="+mn-cs"/>
              </a:rPr>
              <a:t>: Serve as the primary interface with the Chain of Command, Program Office, MAJCOMs, Depots, and other stakeholders to strategically determine supply chain needs. </a:t>
            </a:r>
          </a:p>
          <a:p>
            <a:r>
              <a:rPr lang="en-US" sz="1200" b="0" i="0" kern="1200" dirty="0">
                <a:solidFill>
                  <a:schemeClr val="tx1"/>
                </a:solidFill>
                <a:effectLst/>
                <a:latin typeface="Times New Roman" pitchFamily="18" charset="0"/>
                <a:ea typeface="+mn-ea"/>
                <a:cs typeface="+mn-cs"/>
              </a:rPr>
              <a:t>2.</a:t>
            </a:r>
            <a:r>
              <a:rPr lang="en-US" sz="1200" b="1" i="0" kern="1200" dirty="0">
                <a:solidFill>
                  <a:schemeClr val="tx1"/>
                </a:solidFill>
                <a:effectLst/>
                <a:latin typeface="Times New Roman" pitchFamily="18" charset="0"/>
                <a:ea typeface="+mn-ea"/>
                <a:cs typeface="+mn-cs"/>
              </a:rPr>
              <a:t> Strategic Analysis</a:t>
            </a:r>
            <a:r>
              <a:rPr lang="en-US" sz="1200" b="0" i="0" kern="1200" dirty="0">
                <a:solidFill>
                  <a:schemeClr val="tx1"/>
                </a:solidFill>
                <a:effectLst/>
                <a:latin typeface="Times New Roman" pitchFamily="18" charset="0"/>
                <a:ea typeface="+mn-ea"/>
                <a:cs typeface="+mn-cs"/>
              </a:rPr>
              <a:t>: Understand the operational intent behind demand signals and identify deviations where the ESCAPE initial (baseline) requirement forecast does not reflect real-world need, via IPT requirement reviews. </a:t>
            </a:r>
          </a:p>
          <a:p>
            <a:r>
              <a:rPr lang="en-US" sz="1200" b="0" i="0" kern="1200" dirty="0">
                <a:solidFill>
                  <a:schemeClr val="tx1"/>
                </a:solidFill>
                <a:effectLst/>
                <a:latin typeface="Times New Roman" pitchFamily="18" charset="0"/>
                <a:ea typeface="+mn-ea"/>
                <a:cs typeface="+mn-cs"/>
              </a:rPr>
              <a:t>3. </a:t>
            </a:r>
            <a:r>
              <a:rPr lang="en-US" sz="1200" b="1" i="0" kern="1200" dirty="0">
                <a:solidFill>
                  <a:schemeClr val="tx1"/>
                </a:solidFill>
                <a:effectLst/>
                <a:latin typeface="Times New Roman" pitchFamily="18" charset="0"/>
                <a:ea typeface="+mn-ea"/>
                <a:cs typeface="+mn-cs"/>
              </a:rPr>
              <a:t>Directing Action</a:t>
            </a:r>
            <a:r>
              <a:rPr lang="en-US" sz="1200" b="0" i="0" kern="1200" dirty="0">
                <a:solidFill>
                  <a:schemeClr val="tx1"/>
                </a:solidFill>
                <a:effectLst/>
                <a:latin typeface="Times New Roman" pitchFamily="18" charset="0"/>
                <a:ea typeface="+mn-ea"/>
                <a:cs typeface="+mn-cs"/>
              </a:rPr>
              <a:t>: Initiate forecast alignments via workflow triggers to ensure the accuracy of short, medium, and long-term requirements.</a:t>
            </a:r>
          </a:p>
          <a:p>
            <a:r>
              <a:rPr lang="en-US" sz="1200" b="0" i="0" kern="1200" dirty="0">
                <a:solidFill>
                  <a:schemeClr val="tx1"/>
                </a:solidFill>
                <a:effectLst/>
                <a:latin typeface="Times New Roman" pitchFamily="18" charset="0"/>
                <a:ea typeface="+mn-ea"/>
                <a:cs typeface="+mn-cs"/>
              </a:rPr>
              <a:t>4. </a:t>
            </a:r>
            <a:r>
              <a:rPr lang="en-US" sz="1200" b="1" i="0" kern="1200" dirty="0">
                <a:solidFill>
                  <a:schemeClr val="tx1"/>
                </a:solidFill>
                <a:effectLst/>
                <a:latin typeface="Times New Roman" pitchFamily="18" charset="0"/>
                <a:ea typeface="+mn-ea"/>
                <a:cs typeface="+mn-cs"/>
              </a:rPr>
              <a:t>Validate:</a:t>
            </a:r>
            <a:r>
              <a:rPr lang="en-US" sz="1200" b="0" i="0" kern="1200" dirty="0">
                <a:solidFill>
                  <a:schemeClr val="tx1"/>
                </a:solidFill>
                <a:effectLst/>
                <a:latin typeface="Times New Roman" pitchFamily="18" charset="0"/>
                <a:ea typeface="+mn-ea"/>
                <a:cs typeface="+mn-cs"/>
              </a:rPr>
              <a:t> Concur on final requirements and funding for execution.</a:t>
            </a:r>
          </a:p>
          <a:p>
            <a:r>
              <a:rPr lang="en-US" sz="1200" b="0" i="0" kern="1200" dirty="0">
                <a:solidFill>
                  <a:schemeClr val="tx1"/>
                </a:solidFill>
                <a:effectLst/>
                <a:latin typeface="Times New Roman" pitchFamily="18" charset="0"/>
                <a:ea typeface="+mn-ea"/>
                <a:cs typeface="+mn-cs"/>
              </a:rPr>
              <a:t>5. </a:t>
            </a:r>
            <a:r>
              <a:rPr lang="en-US" sz="1200" b="1" i="0" kern="1200" dirty="0">
                <a:solidFill>
                  <a:schemeClr val="tx1"/>
                </a:solidFill>
                <a:effectLst/>
                <a:latin typeface="Times New Roman" pitchFamily="18" charset="0"/>
                <a:ea typeface="+mn-ea"/>
                <a:cs typeface="+mn-cs"/>
              </a:rPr>
              <a:t>Execute requirements</a:t>
            </a:r>
            <a:r>
              <a:rPr lang="en-US" sz="1200" b="0" i="0" kern="1200" dirty="0">
                <a:solidFill>
                  <a:schemeClr val="tx1"/>
                </a:solidFill>
                <a:effectLst/>
                <a:latin typeface="Times New Roman" pitchFamily="18" charset="0"/>
                <a:ea typeface="+mn-ea"/>
                <a:cs typeface="+mn-cs"/>
              </a:rPr>
              <a:t> via all standard Air Force methods from initiation to receipt.  </a:t>
            </a:r>
          </a:p>
          <a:p>
            <a:endParaRPr lang="en-US" dirty="0"/>
          </a:p>
          <a:p>
            <a:r>
              <a:rPr lang="en-US" dirty="0"/>
              <a:t>IPT has full control of the “what” and “why” for their items.</a:t>
            </a:r>
          </a:p>
        </p:txBody>
      </p:sp>
      <p:sp>
        <p:nvSpPr>
          <p:cNvPr id="4" name="Slide Number Placeholder 3">
            <a:extLst>
              <a:ext uri="{FF2B5EF4-FFF2-40B4-BE49-F238E27FC236}">
                <a16:creationId xmlns:a16="http://schemas.microsoft.com/office/drawing/2014/main" id="{C6E13F8A-2B7E-94D3-1922-FB6B7400F218}"/>
              </a:ext>
            </a:extLst>
          </p:cNvPr>
          <p:cNvSpPr>
            <a:spLocks noGrp="1"/>
          </p:cNvSpPr>
          <p:nvPr>
            <p:ph type="sldNum" sz="quarter" idx="5"/>
          </p:nvPr>
        </p:nvSpPr>
        <p:spPr/>
        <p:txBody>
          <a:bodyPr/>
          <a:lstStyle/>
          <a:p>
            <a:fld id="{5D00C90A-46E3-4F6E-95A0-391D41793F45}" type="slidenum">
              <a:rPr lang="en-US" smtClean="0"/>
              <a:pPr/>
              <a:t>10</a:t>
            </a:fld>
            <a:endParaRPr lang="en-US"/>
          </a:p>
        </p:txBody>
      </p:sp>
    </p:spTree>
    <p:extLst>
      <p:ext uri="{BB962C8B-B14F-4D97-AF65-F5344CB8AC3E}">
        <p14:creationId xmlns:p14="http://schemas.microsoft.com/office/powerpoint/2010/main" val="20021388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SharePoint has all the steps and instructions to fill our your 2875 to gain access to the workflow tool</a:t>
            </a:r>
          </a:p>
        </p:txBody>
      </p:sp>
      <p:sp>
        <p:nvSpPr>
          <p:cNvPr id="4" name="Slide Number Placeholder 3"/>
          <p:cNvSpPr>
            <a:spLocks noGrp="1"/>
          </p:cNvSpPr>
          <p:nvPr>
            <p:ph type="sldNum" sz="quarter" idx="5"/>
          </p:nvPr>
        </p:nvSpPr>
        <p:spPr/>
        <p:txBody>
          <a:bodyPr/>
          <a:lstStyle/>
          <a:p>
            <a:fld id="{5D00C90A-46E3-4F6E-95A0-391D41793F45}" type="slidenum">
              <a:rPr lang="en-US" smtClean="0"/>
              <a:pPr/>
              <a:t>11</a:t>
            </a:fld>
            <a:endParaRPr lang="en-US"/>
          </a:p>
        </p:txBody>
      </p:sp>
    </p:spTree>
    <p:extLst>
      <p:ext uri="{BB962C8B-B14F-4D97-AF65-F5344CB8AC3E}">
        <p14:creationId xmlns:p14="http://schemas.microsoft.com/office/powerpoint/2010/main" val="10880839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 Screen for the Workflow Tool</a:t>
            </a:r>
          </a:p>
        </p:txBody>
      </p:sp>
      <p:sp>
        <p:nvSpPr>
          <p:cNvPr id="4" name="Slide Number Placeholder 3"/>
          <p:cNvSpPr>
            <a:spLocks noGrp="1"/>
          </p:cNvSpPr>
          <p:nvPr>
            <p:ph type="sldNum" sz="quarter" idx="5"/>
          </p:nvPr>
        </p:nvSpPr>
        <p:spPr/>
        <p:txBody>
          <a:bodyPr/>
          <a:lstStyle/>
          <a:p>
            <a:fld id="{5D00C90A-46E3-4F6E-95A0-391D41793F45}" type="slidenum">
              <a:rPr lang="en-US" smtClean="0"/>
              <a:pPr/>
              <a:t>12</a:t>
            </a:fld>
            <a:endParaRPr lang="en-US"/>
          </a:p>
        </p:txBody>
      </p:sp>
    </p:spTree>
    <p:extLst>
      <p:ext uri="{BB962C8B-B14F-4D97-AF65-F5344CB8AC3E}">
        <p14:creationId xmlns:p14="http://schemas.microsoft.com/office/powerpoint/2010/main" val="25631733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After logging in, click the </a:t>
            </a:r>
            <a:r>
              <a:rPr lang="en-US" sz="1200" b="1" kern="1200" dirty="0">
                <a:solidFill>
                  <a:schemeClr val="tx1"/>
                </a:solidFill>
                <a:effectLst/>
                <a:latin typeface="Times New Roman" pitchFamily="18" charset="0"/>
                <a:ea typeface="+mn-ea"/>
                <a:cs typeface="+mn-cs"/>
              </a:rPr>
              <a:t>+ Create Task </a:t>
            </a:r>
            <a:r>
              <a:rPr lang="en-US" sz="1200" kern="1200" dirty="0">
                <a:solidFill>
                  <a:schemeClr val="tx1"/>
                </a:solidFill>
                <a:effectLst/>
                <a:latin typeface="Times New Roman" pitchFamily="18" charset="0"/>
                <a:ea typeface="+mn-ea"/>
                <a:cs typeface="+mn-cs"/>
              </a:rPr>
              <a:t>icon located in the upper left corner of the page to open a new request form.</a:t>
            </a:r>
          </a:p>
          <a:p>
            <a:endParaRPr lang="en-US" dirty="0"/>
          </a:p>
        </p:txBody>
      </p:sp>
      <p:sp>
        <p:nvSpPr>
          <p:cNvPr id="4" name="Slide Number Placeholder 3"/>
          <p:cNvSpPr>
            <a:spLocks noGrp="1"/>
          </p:cNvSpPr>
          <p:nvPr>
            <p:ph type="sldNum" sz="quarter" idx="5"/>
          </p:nvPr>
        </p:nvSpPr>
        <p:spPr/>
        <p:txBody>
          <a:bodyPr/>
          <a:lstStyle/>
          <a:p>
            <a:fld id="{5D00C90A-46E3-4F6E-95A0-391D41793F45}" type="slidenum">
              <a:rPr lang="en-US" smtClean="0"/>
              <a:pPr/>
              <a:t>13</a:t>
            </a:fld>
            <a:endParaRPr lang="en-US"/>
          </a:p>
        </p:txBody>
      </p:sp>
    </p:spTree>
    <p:extLst>
      <p:ext uri="{BB962C8B-B14F-4D97-AF65-F5344CB8AC3E}">
        <p14:creationId xmlns:p14="http://schemas.microsoft.com/office/powerpoint/2010/main" val="1019412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Times New Roman" pitchFamily="18" charset="0"/>
                <a:ea typeface="+mn-ea"/>
                <a:cs typeface="+mn-cs"/>
              </a:rPr>
              <a:t>Work Type</a:t>
            </a:r>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Select the specific ESCAPE action being requested from this dropdown menu. This is the first and most important selection to make, as it determines what, if any, additional fields will be required to submit the task.</a:t>
            </a:r>
          </a:p>
          <a:p>
            <a:r>
              <a:rPr lang="en-US" sz="1200" b="1" kern="1200" dirty="0">
                <a:solidFill>
                  <a:schemeClr val="tx1"/>
                </a:solidFill>
                <a:effectLst/>
                <a:latin typeface="Times New Roman" pitchFamily="18" charset="0"/>
                <a:ea typeface="+mn-ea"/>
                <a:cs typeface="+mn-cs"/>
              </a:rPr>
              <a:t>NIIN(s)</a:t>
            </a:r>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Enter the 9-digit NIIN this request applies to and ensure this is accurate. A user can typically submit multiple NIINs in one trigger if the same action is required for them all but input just one NIIN in the actual NIIN field.</a:t>
            </a:r>
          </a:p>
          <a:p>
            <a:r>
              <a:rPr lang="en-US" sz="1200" b="1" kern="1200" dirty="0">
                <a:solidFill>
                  <a:schemeClr val="tx1"/>
                </a:solidFill>
                <a:effectLst/>
                <a:latin typeface="Times New Roman" pitchFamily="18" charset="0"/>
                <a:ea typeface="+mn-ea"/>
                <a:cs typeface="+mn-cs"/>
              </a:rPr>
              <a:t>Justification/Notes</a:t>
            </a:r>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This is the most critical field in a request. Use this space to provide complete and thorough justification for the task. Explain the "why" behind the request with as much detail as possible. Narrative quality directly impacts how quickly and accurately the central cell can research and execute the task.</a:t>
            </a:r>
          </a:p>
          <a:p>
            <a:endParaRPr lang="en-US" dirty="0"/>
          </a:p>
        </p:txBody>
      </p:sp>
      <p:sp>
        <p:nvSpPr>
          <p:cNvPr id="4" name="Slide Number Placeholder 3"/>
          <p:cNvSpPr>
            <a:spLocks noGrp="1"/>
          </p:cNvSpPr>
          <p:nvPr>
            <p:ph type="sldNum" sz="quarter" idx="5"/>
          </p:nvPr>
        </p:nvSpPr>
        <p:spPr/>
        <p:txBody>
          <a:bodyPr/>
          <a:lstStyle/>
          <a:p>
            <a:fld id="{5D00C90A-46E3-4F6E-95A0-391D41793F45}" type="slidenum">
              <a:rPr lang="en-US" smtClean="0"/>
              <a:pPr/>
              <a:t>14</a:t>
            </a:fld>
            <a:endParaRPr lang="en-US"/>
          </a:p>
        </p:txBody>
      </p:sp>
    </p:spTree>
    <p:extLst>
      <p:ext uri="{BB962C8B-B14F-4D97-AF65-F5344CB8AC3E}">
        <p14:creationId xmlns:p14="http://schemas.microsoft.com/office/powerpoint/2010/main" val="30301029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Before submitting, all relevant supporting documentation must be attached. Use the </a:t>
            </a:r>
            <a:r>
              <a:rPr lang="en-US" sz="1200" b="1" kern="1200" dirty="0">
                <a:solidFill>
                  <a:schemeClr val="tx1"/>
                </a:solidFill>
                <a:effectLst/>
                <a:latin typeface="Times New Roman" pitchFamily="18" charset="0"/>
                <a:ea typeface="+mn-ea"/>
                <a:cs typeface="+mn-cs"/>
              </a:rPr>
              <a:t>Attach Document</a:t>
            </a:r>
            <a:r>
              <a:rPr lang="en-US" sz="1200" kern="1200" dirty="0">
                <a:solidFill>
                  <a:schemeClr val="tx1"/>
                </a:solidFill>
                <a:effectLst/>
                <a:latin typeface="Times New Roman" pitchFamily="18" charset="0"/>
                <a:ea typeface="+mn-ea"/>
                <a:cs typeface="+mn-cs"/>
              </a:rPr>
              <a:t> link or upper-right hand container to upload the necessary files (e.g., spreadsheets, forms, screenshots, emails). Providing complete documentation gives the central cell the full context to act on a request.</a:t>
            </a:r>
          </a:p>
          <a:p>
            <a:endParaRPr lang="en-US" dirty="0"/>
          </a:p>
        </p:txBody>
      </p:sp>
      <p:sp>
        <p:nvSpPr>
          <p:cNvPr id="4" name="Slide Number Placeholder 3"/>
          <p:cNvSpPr>
            <a:spLocks noGrp="1"/>
          </p:cNvSpPr>
          <p:nvPr>
            <p:ph type="sldNum" sz="quarter" idx="5"/>
          </p:nvPr>
        </p:nvSpPr>
        <p:spPr/>
        <p:txBody>
          <a:bodyPr/>
          <a:lstStyle/>
          <a:p>
            <a:fld id="{5D00C90A-46E3-4F6E-95A0-391D41793F45}" type="slidenum">
              <a:rPr lang="en-US" smtClean="0"/>
              <a:pPr/>
              <a:t>15</a:t>
            </a:fld>
            <a:endParaRPr lang="en-US"/>
          </a:p>
        </p:txBody>
      </p:sp>
    </p:spTree>
    <p:extLst>
      <p:ext uri="{BB962C8B-B14F-4D97-AF65-F5344CB8AC3E}">
        <p14:creationId xmlns:p14="http://schemas.microsoft.com/office/powerpoint/2010/main" val="17344094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After reviewing all fields and attaching the necessary documents, click the </a:t>
            </a:r>
            <a:r>
              <a:rPr lang="en-US" sz="1200" b="1" kern="1200" dirty="0">
                <a:solidFill>
                  <a:schemeClr val="tx1"/>
                </a:solidFill>
                <a:effectLst/>
                <a:latin typeface="Times New Roman" pitchFamily="18" charset="0"/>
                <a:ea typeface="+mn-ea"/>
                <a:cs typeface="+mn-cs"/>
              </a:rPr>
              <a:t>Create</a:t>
            </a:r>
            <a:r>
              <a:rPr lang="en-US" sz="1200" kern="1200" dirty="0">
                <a:solidFill>
                  <a:schemeClr val="tx1"/>
                </a:solidFill>
                <a:effectLst/>
                <a:latin typeface="Times New Roman" pitchFamily="18" charset="0"/>
                <a:ea typeface="+mn-ea"/>
                <a:cs typeface="+mn-cs"/>
              </a:rPr>
              <a:t> button. The task request can also be saved using the </a:t>
            </a:r>
            <a:r>
              <a:rPr lang="en-US" sz="1200" b="1" kern="1200" dirty="0">
                <a:solidFill>
                  <a:schemeClr val="tx1"/>
                </a:solidFill>
                <a:effectLst/>
                <a:latin typeface="Times New Roman" pitchFamily="18" charset="0"/>
                <a:ea typeface="+mn-ea"/>
                <a:cs typeface="+mn-cs"/>
              </a:rPr>
              <a:t>Save </a:t>
            </a:r>
            <a:r>
              <a:rPr lang="en-US" sz="1200" kern="1200" dirty="0">
                <a:solidFill>
                  <a:schemeClr val="tx1"/>
                </a:solidFill>
                <a:effectLst/>
                <a:latin typeface="Times New Roman" pitchFamily="18" charset="0"/>
                <a:ea typeface="+mn-ea"/>
                <a:cs typeface="+mn-cs"/>
              </a:rPr>
              <a:t>option if more time is needed to provide the information needed. Once created, the request will be processed and automatically assigned a unique Task ID (e.g., W-12345). This ID will appear on the Centralized Work Queue for the cell team . The user should reference this Task ID for all future communication about the request.</a:t>
            </a:r>
          </a:p>
          <a:p>
            <a:r>
              <a:rPr lang="en-US" sz="1200" kern="1200" dirty="0">
                <a:solidFill>
                  <a:schemeClr val="tx1"/>
                </a:solidFill>
                <a:effectLst/>
                <a:latin typeface="Times New Roman" pitchFamily="18" charset="0"/>
                <a:ea typeface="+mn-ea"/>
                <a:cs typeface="+mn-cs"/>
              </a:rPr>
              <a:t> TBD where it will appear for requestor roles</a:t>
            </a:r>
          </a:p>
          <a:p>
            <a:endParaRPr lang="en-US" dirty="0"/>
          </a:p>
        </p:txBody>
      </p:sp>
      <p:sp>
        <p:nvSpPr>
          <p:cNvPr id="4" name="Slide Number Placeholder 3"/>
          <p:cNvSpPr>
            <a:spLocks noGrp="1"/>
          </p:cNvSpPr>
          <p:nvPr>
            <p:ph type="sldNum" sz="quarter" idx="5"/>
          </p:nvPr>
        </p:nvSpPr>
        <p:spPr/>
        <p:txBody>
          <a:bodyPr/>
          <a:lstStyle/>
          <a:p>
            <a:fld id="{5D00C90A-46E3-4F6E-95A0-391D41793F45}" type="slidenum">
              <a:rPr lang="en-US" smtClean="0"/>
              <a:pPr/>
              <a:t>16</a:t>
            </a:fld>
            <a:endParaRPr lang="en-US"/>
          </a:p>
        </p:txBody>
      </p:sp>
    </p:spTree>
    <p:extLst>
      <p:ext uri="{BB962C8B-B14F-4D97-AF65-F5344CB8AC3E}">
        <p14:creationId xmlns:p14="http://schemas.microsoft.com/office/powerpoint/2010/main" val="36625555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Trigger: </a:t>
            </a:r>
            <a:r>
              <a:rPr lang="en-US" sz="1200" kern="1200" dirty="0">
                <a:solidFill>
                  <a:schemeClr val="tx1"/>
                </a:solidFill>
                <a:effectLst/>
                <a:latin typeface="Times New Roman" pitchFamily="18" charset="0"/>
                <a:ea typeface="+mn-ea"/>
                <a:cs typeface="+mn-cs"/>
              </a:rPr>
              <a:t>The process begins when an IPT Supply Planner or Equipment Specialist logs into the Central Workflow Tool to create (+) a "trigger" task request. The request must be thoroughly documented, providing clear justification and all necessary attachments. Triggers like Review Reasons will automatically generate in the Workflow Tool. </a:t>
            </a:r>
            <a:endParaRPr lang="en-US" dirty="0"/>
          </a:p>
          <a:p>
            <a:endParaRPr lang="en-US" dirty="0"/>
          </a:p>
          <a:p>
            <a:r>
              <a:rPr lang="en-US" dirty="0"/>
              <a:t>Research: </a:t>
            </a:r>
            <a:r>
              <a:rPr lang="en-US" sz="1200" kern="1200" dirty="0">
                <a:solidFill>
                  <a:schemeClr val="tx1"/>
                </a:solidFill>
                <a:effectLst/>
                <a:latin typeface="Times New Roman" pitchFamily="18" charset="0"/>
                <a:ea typeface="+mn-ea"/>
                <a:cs typeface="+mn-cs"/>
              </a:rPr>
              <a:t>The central SP or ES receives the trigger from the Centralized Work Queue and begins the research phase. This often involves collaboration between the central SMEs and the requesting user to validate the request.</a:t>
            </a:r>
            <a:endParaRPr lang="en-US" dirty="0"/>
          </a:p>
          <a:p>
            <a:endParaRPr lang="en-US" dirty="0"/>
          </a:p>
          <a:p>
            <a:r>
              <a:rPr lang="en-US" dirty="0"/>
              <a:t>Execute: </a:t>
            </a:r>
            <a:r>
              <a:rPr lang="en-US" sz="1200" kern="1200" dirty="0">
                <a:solidFill>
                  <a:schemeClr val="tx1"/>
                </a:solidFill>
                <a:effectLst/>
                <a:latin typeface="Times New Roman" pitchFamily="18" charset="0"/>
                <a:ea typeface="+mn-ea"/>
                <a:cs typeface="+mn-cs"/>
              </a:rPr>
              <a:t>Based on the results of the research, the central SME will Approve, Reject, or Return the task.</a:t>
            </a:r>
            <a:br>
              <a:rPr lang="en-US" sz="1200" kern="1200" dirty="0">
                <a:solidFill>
                  <a:schemeClr val="tx1"/>
                </a:solidFill>
                <a:effectLst/>
                <a:latin typeface="Times New Roman" pitchFamily="18" charset="0"/>
                <a:ea typeface="+mn-ea"/>
                <a:cs typeface="+mn-cs"/>
              </a:rPr>
            </a:br>
            <a:r>
              <a:rPr lang="en-US" sz="1200" kern="1200" dirty="0">
                <a:solidFill>
                  <a:schemeClr val="tx1"/>
                </a:solidFill>
                <a:effectLst/>
                <a:latin typeface="Times New Roman" pitchFamily="18" charset="0"/>
                <a:ea typeface="+mn-ea"/>
                <a:cs typeface="+mn-cs"/>
              </a:rPr>
              <a:t>- If Approved, the SME takes the required action within ESCAPE.</a:t>
            </a:r>
            <a:br>
              <a:rPr lang="en-US" sz="1200" kern="1200" dirty="0">
                <a:solidFill>
                  <a:schemeClr val="tx1"/>
                </a:solidFill>
                <a:effectLst/>
                <a:latin typeface="Times New Roman" pitchFamily="18" charset="0"/>
                <a:ea typeface="+mn-ea"/>
                <a:cs typeface="+mn-cs"/>
              </a:rPr>
            </a:br>
            <a:r>
              <a:rPr lang="en-US" sz="1200" kern="1200" dirty="0">
                <a:solidFill>
                  <a:schemeClr val="tx1"/>
                </a:solidFill>
                <a:effectLst/>
                <a:latin typeface="Times New Roman" pitchFamily="18" charset="0"/>
                <a:ea typeface="+mn-ea"/>
                <a:cs typeface="+mn-cs"/>
              </a:rPr>
              <a:t>- If Rejected, the SME provides the requesting user with a rationale for why the request was deemed inappropriate. </a:t>
            </a:r>
            <a:br>
              <a:rPr lang="en-US" sz="1200" kern="1200" dirty="0">
                <a:solidFill>
                  <a:schemeClr val="tx1"/>
                </a:solidFill>
                <a:effectLst/>
                <a:latin typeface="Times New Roman" pitchFamily="18" charset="0"/>
                <a:ea typeface="+mn-ea"/>
                <a:cs typeface="+mn-cs"/>
              </a:rPr>
            </a:br>
            <a:r>
              <a:rPr lang="en-US" sz="1200" kern="1200" dirty="0">
                <a:solidFill>
                  <a:schemeClr val="tx1"/>
                </a:solidFill>
                <a:effectLst/>
                <a:latin typeface="Times New Roman" pitchFamily="18" charset="0"/>
                <a:ea typeface="+mn-ea"/>
                <a:cs typeface="+mn-cs"/>
              </a:rPr>
              <a:t>- If Returned, the SME provides relevant information or questions back to the requester via a Pulse notification. The “Return” option is only available for specific task types. </a:t>
            </a:r>
            <a:endParaRPr lang="en-US" dirty="0"/>
          </a:p>
          <a:p>
            <a:endParaRPr lang="en-US" dirty="0"/>
          </a:p>
          <a:p>
            <a:r>
              <a:rPr lang="en-US" dirty="0"/>
              <a:t>Notification: </a:t>
            </a:r>
            <a:r>
              <a:rPr lang="en-US" sz="1200" kern="1200" dirty="0">
                <a:solidFill>
                  <a:schemeClr val="tx1"/>
                </a:solidFill>
                <a:effectLst/>
                <a:latin typeface="Times New Roman" pitchFamily="18" charset="0"/>
                <a:ea typeface="+mn-ea"/>
                <a:cs typeface="+mn-cs"/>
              </a:rPr>
              <a:t>This is the final stage. The requesting user is notified in the tool of the outcome (e.g., that the task was completed and closed out).</a:t>
            </a: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Process from start to finish should not take more than 5-7 business days. </a:t>
            </a:r>
            <a:endParaRPr lang="en-US" dirty="0"/>
          </a:p>
        </p:txBody>
      </p:sp>
      <p:sp>
        <p:nvSpPr>
          <p:cNvPr id="4" name="Slide Number Placeholder 3"/>
          <p:cNvSpPr>
            <a:spLocks noGrp="1"/>
          </p:cNvSpPr>
          <p:nvPr>
            <p:ph type="sldNum" sz="quarter" idx="5"/>
          </p:nvPr>
        </p:nvSpPr>
        <p:spPr/>
        <p:txBody>
          <a:bodyPr/>
          <a:lstStyle/>
          <a:p>
            <a:fld id="{5D00C90A-46E3-4F6E-95A0-391D41793F45}" type="slidenum">
              <a:rPr lang="en-US" smtClean="0"/>
              <a:pPr/>
              <a:t>17</a:t>
            </a:fld>
            <a:endParaRPr lang="en-US"/>
          </a:p>
        </p:txBody>
      </p:sp>
    </p:spTree>
    <p:extLst>
      <p:ext uri="{BB962C8B-B14F-4D97-AF65-F5344CB8AC3E}">
        <p14:creationId xmlns:p14="http://schemas.microsoft.com/office/powerpoint/2010/main" val="36143972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The </a:t>
            </a:r>
            <a:r>
              <a:rPr lang="en-US" sz="1200" b="1" kern="1200" dirty="0">
                <a:solidFill>
                  <a:schemeClr val="tx1"/>
                </a:solidFill>
                <a:effectLst/>
                <a:latin typeface="Times New Roman" pitchFamily="18" charset="0"/>
                <a:ea typeface="+mn-ea"/>
                <a:cs typeface="+mn-cs"/>
              </a:rPr>
              <a:t>Dashboard</a:t>
            </a:r>
            <a:r>
              <a:rPr lang="en-US" sz="1200" kern="1200" dirty="0">
                <a:solidFill>
                  <a:schemeClr val="tx1"/>
                </a:solidFill>
                <a:effectLst/>
                <a:latin typeface="Times New Roman" pitchFamily="18" charset="0"/>
                <a:ea typeface="+mn-ea"/>
                <a:cs typeface="+mn-cs"/>
              </a:rPr>
              <a:t> is the central hub for managing all submitted tasks. It allows users to see the status of their requests at a glance and access them for communication.</a:t>
            </a:r>
          </a:p>
          <a:p>
            <a:endParaRPr lang="en-US" sz="1200" kern="1200" dirty="0">
              <a:solidFill>
                <a:schemeClr val="tx1"/>
              </a:solidFill>
              <a:effectLst/>
              <a:latin typeface="Times New Roman" pitchFamily="18" charset="0"/>
              <a:ea typeface="+mn-ea"/>
              <a:cs typeface="+mn-cs"/>
            </a:endParaRPr>
          </a:p>
          <a:p>
            <a:r>
              <a:rPr lang="en-US" sz="1200" b="1" kern="1200" dirty="0">
                <a:solidFill>
                  <a:schemeClr val="tx1"/>
                </a:solidFill>
                <a:effectLst/>
                <a:latin typeface="Times New Roman" pitchFamily="18" charset="0"/>
                <a:ea typeface="+mn-ea"/>
                <a:cs typeface="+mn-cs"/>
              </a:rPr>
              <a:t>Dashboard</a:t>
            </a:r>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For submitted tasks, the Dashboard displays a list of tasks created by the user and their current status.</a:t>
            </a:r>
          </a:p>
          <a:p>
            <a:pPr lvl="0"/>
            <a:r>
              <a:rPr lang="en-US" sz="1200" kern="1200" dirty="0">
                <a:solidFill>
                  <a:schemeClr val="tx1"/>
                </a:solidFill>
                <a:effectLst/>
                <a:latin typeface="Times New Roman" pitchFamily="18" charset="0"/>
                <a:ea typeface="+mn-ea"/>
                <a:cs typeface="+mn-cs"/>
              </a:rPr>
              <a:t>Click the </a:t>
            </a:r>
            <a:r>
              <a:rPr lang="en-US" sz="1200" b="1" kern="1200" dirty="0">
                <a:solidFill>
                  <a:schemeClr val="tx1"/>
                </a:solidFill>
                <a:effectLst/>
                <a:latin typeface="Times New Roman" pitchFamily="18" charset="0"/>
                <a:ea typeface="+mn-ea"/>
                <a:cs typeface="+mn-cs"/>
              </a:rPr>
              <a:t>Dashboard icon</a:t>
            </a:r>
            <a:r>
              <a:rPr lang="en-US" sz="1200" kern="1200" dirty="0">
                <a:solidFill>
                  <a:schemeClr val="tx1"/>
                </a:solidFill>
                <a:effectLst/>
                <a:latin typeface="Times New Roman" pitchFamily="18" charset="0"/>
                <a:ea typeface="+mn-ea"/>
                <a:cs typeface="+mn-cs"/>
              </a:rPr>
              <a:t> on the left-hand menu bar to open the view.</a:t>
            </a:r>
          </a:p>
          <a:p>
            <a:pPr lvl="0"/>
            <a:r>
              <a:rPr lang="en-US" sz="1200" kern="1200" dirty="0">
                <a:solidFill>
                  <a:schemeClr val="tx1"/>
                </a:solidFill>
                <a:effectLst/>
                <a:latin typeface="Times New Roman" pitchFamily="18" charset="0"/>
                <a:ea typeface="+mn-ea"/>
                <a:cs typeface="+mn-cs"/>
              </a:rPr>
              <a:t>From this list, a user can open a specific task to view its details and communicate with the assigned cell member via the Pulse feed. This is the primary method for tracking submitted work.</a:t>
            </a:r>
          </a:p>
          <a:p>
            <a:r>
              <a:rPr lang="en-US" sz="1200" b="1" kern="1200" dirty="0">
                <a:solidFill>
                  <a:schemeClr val="tx1"/>
                </a:solidFill>
                <a:effectLst/>
                <a:latin typeface="Times New Roman" pitchFamily="18" charset="0"/>
                <a:ea typeface="+mn-ea"/>
                <a:cs typeface="+mn-cs"/>
              </a:rPr>
              <a:t>My Worklist</a:t>
            </a:r>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Tasks that are saved without being submitted are stored in the user’s personal </a:t>
            </a:r>
            <a:r>
              <a:rPr lang="en-US" sz="1200" b="1" kern="1200" dirty="0">
                <a:solidFill>
                  <a:schemeClr val="tx1"/>
                </a:solidFill>
                <a:effectLst/>
                <a:latin typeface="Times New Roman" pitchFamily="18" charset="0"/>
                <a:ea typeface="+mn-ea"/>
                <a:cs typeface="+mn-cs"/>
              </a:rPr>
              <a:t>My Worklist</a:t>
            </a:r>
            <a:r>
              <a:rPr lang="en-US" sz="1200" kern="1200" dirty="0">
                <a:solidFill>
                  <a:schemeClr val="tx1"/>
                </a:solidFill>
                <a:effectLst/>
                <a:latin typeface="Times New Roman" pitchFamily="18" charset="0"/>
                <a:ea typeface="+mn-ea"/>
                <a:cs typeface="+mn-cs"/>
              </a:rPr>
              <a:t> container. It can be opened from this list to be edited and submitted when </a:t>
            </a:r>
            <a:r>
              <a:rPr lang="en-US" sz="1200" kern="1200">
                <a:solidFill>
                  <a:schemeClr val="tx1"/>
                </a:solidFill>
                <a:effectLst/>
                <a:latin typeface="Times New Roman" pitchFamily="18" charset="0"/>
                <a:ea typeface="+mn-ea"/>
                <a:cs typeface="+mn-cs"/>
              </a:rPr>
              <a:t>ready.</a:t>
            </a:r>
            <a:endParaRPr lang="en-US" sz="1200" kern="1200" dirty="0">
              <a:solidFill>
                <a:schemeClr val="tx1"/>
              </a:solidFill>
              <a:effectLst/>
              <a:latin typeface="Times New Roman" pitchFamily="18" charset="0"/>
              <a:ea typeface="+mn-ea"/>
              <a:cs typeface="+mn-cs"/>
            </a:endParaRPr>
          </a:p>
          <a:p>
            <a:endParaRPr lang="en-US" dirty="0"/>
          </a:p>
        </p:txBody>
      </p:sp>
      <p:sp>
        <p:nvSpPr>
          <p:cNvPr id="4" name="Slide Number Placeholder 3"/>
          <p:cNvSpPr>
            <a:spLocks noGrp="1"/>
          </p:cNvSpPr>
          <p:nvPr>
            <p:ph type="sldNum" sz="quarter" idx="5"/>
          </p:nvPr>
        </p:nvSpPr>
        <p:spPr/>
        <p:txBody>
          <a:bodyPr/>
          <a:lstStyle/>
          <a:p>
            <a:fld id="{5D00C90A-46E3-4F6E-95A0-391D41793F45}" type="slidenum">
              <a:rPr lang="en-US" smtClean="0"/>
              <a:pPr/>
              <a:t>18</a:t>
            </a:fld>
            <a:endParaRPr lang="en-US"/>
          </a:p>
        </p:txBody>
      </p:sp>
    </p:spTree>
    <p:extLst>
      <p:ext uri="{BB962C8B-B14F-4D97-AF65-F5344CB8AC3E}">
        <p14:creationId xmlns:p14="http://schemas.microsoft.com/office/powerpoint/2010/main" val="14633842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Times New Roman" pitchFamily="18" charset="0"/>
                <a:ea typeface="+mn-ea"/>
                <a:cs typeface="+mn-cs"/>
              </a:rPr>
              <a:t>Navigate to the My Worklist container to find all saved, un-submitted tasks.</a:t>
            </a:r>
          </a:p>
          <a:p>
            <a:pPr lvl="0"/>
            <a:r>
              <a:rPr lang="en-US" sz="1200" kern="1200" dirty="0">
                <a:solidFill>
                  <a:schemeClr val="tx1"/>
                </a:solidFill>
                <a:effectLst/>
                <a:latin typeface="Times New Roman" pitchFamily="18" charset="0"/>
                <a:ea typeface="+mn-ea"/>
                <a:cs typeface="+mn-cs"/>
              </a:rPr>
              <a:t>A task can be opened from this list to continue editing, adding attachments, and officially submitting it.</a:t>
            </a:r>
          </a:p>
          <a:p>
            <a:r>
              <a:rPr lang="en-US" sz="1200" kern="1200" dirty="0">
                <a:solidFill>
                  <a:schemeClr val="tx1"/>
                </a:solidFill>
                <a:effectLst/>
                <a:latin typeface="Times New Roman" pitchFamily="18" charset="0"/>
                <a:ea typeface="+mn-ea"/>
                <a:cs typeface="+mn-cs"/>
              </a:rPr>
              <a:t> </a:t>
            </a:r>
          </a:p>
          <a:p>
            <a:endParaRPr lang="en-US" dirty="0"/>
          </a:p>
        </p:txBody>
      </p:sp>
      <p:sp>
        <p:nvSpPr>
          <p:cNvPr id="4" name="Slide Number Placeholder 3"/>
          <p:cNvSpPr>
            <a:spLocks noGrp="1"/>
          </p:cNvSpPr>
          <p:nvPr>
            <p:ph type="sldNum" sz="quarter" idx="5"/>
          </p:nvPr>
        </p:nvSpPr>
        <p:spPr/>
        <p:txBody>
          <a:bodyPr/>
          <a:lstStyle/>
          <a:p>
            <a:fld id="{5D00C90A-46E3-4F6E-95A0-391D41793F45}" type="slidenum">
              <a:rPr lang="en-US" smtClean="0"/>
              <a:pPr/>
              <a:t>19</a:t>
            </a:fld>
            <a:endParaRPr lang="en-US"/>
          </a:p>
        </p:txBody>
      </p:sp>
    </p:spTree>
    <p:extLst>
      <p:ext uri="{BB962C8B-B14F-4D97-AF65-F5344CB8AC3E}">
        <p14:creationId xmlns:p14="http://schemas.microsoft.com/office/powerpoint/2010/main" val="10494662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Times New Roman" pitchFamily="18" charset="0"/>
                <a:ea typeface="+mn-ea"/>
                <a:cs typeface="+mn-cs"/>
              </a:rPr>
              <a:t>Open the task from the Dashboard by clicking on a Task ID hyperlink. The pulse feed and posting option is also accessible directly from the upper left-hand container of the home page.</a:t>
            </a:r>
          </a:p>
          <a:p>
            <a:pPr lvl="0"/>
            <a:r>
              <a:rPr lang="en-US" sz="1200" kern="1200" dirty="0">
                <a:solidFill>
                  <a:schemeClr val="tx1"/>
                </a:solidFill>
                <a:effectLst/>
                <a:latin typeface="Times New Roman" pitchFamily="18" charset="0"/>
                <a:ea typeface="+mn-ea"/>
                <a:cs typeface="+mn-cs"/>
              </a:rPr>
              <a:t>From the home page or inside the task, use the Pulse feed to post updates or respond to questions from the central cell.</a:t>
            </a:r>
          </a:p>
          <a:p>
            <a:pPr lvl="0"/>
            <a:r>
              <a:rPr lang="en-US" sz="1200" kern="1200" dirty="0">
                <a:solidFill>
                  <a:schemeClr val="tx1"/>
                </a:solidFill>
                <a:effectLst/>
                <a:latin typeface="Times New Roman" pitchFamily="18" charset="0"/>
                <a:ea typeface="+mn-ea"/>
                <a:cs typeface="+mn-cs"/>
              </a:rPr>
              <a:t>Choose post visibility:</a:t>
            </a:r>
          </a:p>
          <a:p>
            <a:pPr lvl="1"/>
            <a:r>
              <a:rPr lang="en-US" sz="1200" b="1" kern="1200" dirty="0">
                <a:solidFill>
                  <a:schemeClr val="tx1"/>
                </a:solidFill>
                <a:effectLst/>
                <a:latin typeface="Times New Roman" pitchFamily="18" charset="0"/>
                <a:ea typeface="+mn-ea"/>
                <a:cs typeface="+mn-cs"/>
              </a:rPr>
              <a:t>Private Post: This is the required option for nearly all communication. Private posts are visible only to the requester and assigned cell members. </a:t>
            </a:r>
          </a:p>
          <a:p>
            <a:r>
              <a:rPr lang="en-US" sz="1200" kern="1200" dirty="0">
                <a:solidFill>
                  <a:schemeClr val="tx1"/>
                </a:solidFill>
                <a:effectLst/>
                <a:latin typeface="Times New Roman" pitchFamily="18" charset="0"/>
                <a:ea typeface="+mn-ea"/>
                <a:cs typeface="+mn-cs"/>
              </a:rPr>
              <a:t>Whether responding to a @mention or creating a new Pulse, a user must choose the post’s visibility. This choice is critical for security and clarity.</a:t>
            </a:r>
          </a:p>
          <a:p>
            <a:pPr lvl="0"/>
            <a:r>
              <a:rPr lang="en-US" sz="1200" kern="1200" dirty="0">
                <a:solidFill>
                  <a:schemeClr val="tx1"/>
                </a:solidFill>
                <a:effectLst/>
                <a:latin typeface="Times New Roman" pitchFamily="18" charset="0"/>
                <a:ea typeface="+mn-ea"/>
                <a:cs typeface="+mn-cs"/>
              </a:rPr>
              <a:t>Private Post: This is the required option for nearly all communication. A private post is only visible to the requestor and the specific cell member(s) assigned to the task. Always use this when discussing case-specific details.</a:t>
            </a:r>
          </a:p>
          <a:p>
            <a:pPr lvl="0"/>
            <a:r>
              <a:rPr lang="en-US" sz="1200" kern="1200" dirty="0">
                <a:solidFill>
                  <a:schemeClr val="tx1"/>
                </a:solidFill>
                <a:effectLst/>
                <a:latin typeface="Times New Roman" pitchFamily="18" charset="0"/>
                <a:ea typeface="+mn-ea"/>
                <a:cs typeface="+mn-cs"/>
              </a:rPr>
              <a:t>Public Post: A public post is visible to ALL users of the Central Workflow Tool. Only use this for general questions or comments that are relevant to the entire user community and contain no sensitive information. Avoid using this for task-specific communication.</a:t>
            </a:r>
          </a:p>
          <a:p>
            <a:endParaRPr lang="en-US" dirty="0"/>
          </a:p>
        </p:txBody>
      </p:sp>
      <p:sp>
        <p:nvSpPr>
          <p:cNvPr id="4" name="Slide Number Placeholder 3"/>
          <p:cNvSpPr>
            <a:spLocks noGrp="1"/>
          </p:cNvSpPr>
          <p:nvPr>
            <p:ph type="sldNum" sz="quarter" idx="5"/>
          </p:nvPr>
        </p:nvSpPr>
        <p:spPr/>
        <p:txBody>
          <a:bodyPr/>
          <a:lstStyle/>
          <a:p>
            <a:fld id="{5D00C90A-46E3-4F6E-95A0-391D41793F45}" type="slidenum">
              <a:rPr lang="en-US" smtClean="0"/>
              <a:pPr/>
              <a:t>20</a:t>
            </a:fld>
            <a:endParaRPr lang="en-US"/>
          </a:p>
        </p:txBody>
      </p:sp>
    </p:spTree>
    <p:extLst>
      <p:ext uri="{BB962C8B-B14F-4D97-AF65-F5344CB8AC3E}">
        <p14:creationId xmlns:p14="http://schemas.microsoft.com/office/powerpoint/2010/main" val="13341974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00C90A-46E3-4F6E-95A0-391D41793F45}" type="slidenum">
              <a:rPr lang="en-US" smtClean="0"/>
              <a:pPr/>
              <a:t>23</a:t>
            </a:fld>
            <a:endParaRPr lang="en-US"/>
          </a:p>
        </p:txBody>
      </p:sp>
    </p:spTree>
    <p:extLst>
      <p:ext uri="{BB962C8B-B14F-4D97-AF65-F5344CB8AC3E}">
        <p14:creationId xmlns:p14="http://schemas.microsoft.com/office/powerpoint/2010/main" val="28421763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00C90A-46E3-4F6E-95A0-391D41793F45}" type="slidenum">
              <a:rPr lang="en-US" smtClean="0"/>
              <a:pPr/>
              <a:t>25</a:t>
            </a:fld>
            <a:endParaRPr lang="en-US"/>
          </a:p>
        </p:txBody>
      </p:sp>
    </p:spTree>
    <p:extLst>
      <p:ext uri="{BB962C8B-B14F-4D97-AF65-F5344CB8AC3E}">
        <p14:creationId xmlns:p14="http://schemas.microsoft.com/office/powerpoint/2010/main" val="11409082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of completed info input to create a task. Then attach email as supporting documentation</a:t>
            </a:r>
          </a:p>
        </p:txBody>
      </p:sp>
      <p:sp>
        <p:nvSpPr>
          <p:cNvPr id="4" name="Slide Number Placeholder 3"/>
          <p:cNvSpPr>
            <a:spLocks noGrp="1"/>
          </p:cNvSpPr>
          <p:nvPr>
            <p:ph type="sldNum" sz="quarter" idx="5"/>
          </p:nvPr>
        </p:nvSpPr>
        <p:spPr/>
        <p:txBody>
          <a:bodyPr/>
          <a:lstStyle/>
          <a:p>
            <a:fld id="{5D00C90A-46E3-4F6E-95A0-391D41793F45}" type="slidenum">
              <a:rPr lang="en-US" smtClean="0"/>
              <a:pPr/>
              <a:t>28</a:t>
            </a:fld>
            <a:endParaRPr lang="en-US"/>
          </a:p>
        </p:txBody>
      </p:sp>
    </p:spTree>
    <p:extLst>
      <p:ext uri="{BB962C8B-B14F-4D97-AF65-F5344CB8AC3E}">
        <p14:creationId xmlns:p14="http://schemas.microsoft.com/office/powerpoint/2010/main" val="11074685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c) Collaborative Alignment</a:t>
            </a:r>
          </a:p>
          <a:p>
            <a:pPr marL="228600" indent="-228600">
              <a:buAutoNum type="arabicPeriod"/>
            </a:pPr>
            <a:r>
              <a:rPr lang="en-US" dirty="0"/>
              <a:t> False. IPT access will change to READ-ONLY</a:t>
            </a:r>
          </a:p>
          <a:p>
            <a:pPr marL="228600" indent="-228600">
              <a:buAutoNum type="arabicPeriod"/>
            </a:pPr>
            <a:r>
              <a:rPr lang="en-US" dirty="0"/>
              <a:t>Pulse</a:t>
            </a:r>
          </a:p>
          <a:p>
            <a:pPr marL="228600" indent="-228600">
              <a:buAutoNum type="arabicPeriod"/>
            </a:pPr>
            <a:r>
              <a:rPr lang="en-US" dirty="0"/>
              <a:t> d) Receive approval via Pulse</a:t>
            </a:r>
          </a:p>
          <a:p>
            <a:pPr marL="228600" indent="-228600">
              <a:buAutoNum type="arabicPeriod"/>
            </a:pPr>
            <a:r>
              <a:rPr lang="en-US" dirty="0"/>
              <a:t>False</a:t>
            </a:r>
          </a:p>
        </p:txBody>
      </p:sp>
      <p:sp>
        <p:nvSpPr>
          <p:cNvPr id="4" name="Slide Number Placeholder 3"/>
          <p:cNvSpPr>
            <a:spLocks noGrp="1"/>
          </p:cNvSpPr>
          <p:nvPr>
            <p:ph type="sldNum" sz="quarter" idx="5"/>
          </p:nvPr>
        </p:nvSpPr>
        <p:spPr/>
        <p:txBody>
          <a:bodyPr/>
          <a:lstStyle/>
          <a:p>
            <a:fld id="{5D00C90A-46E3-4F6E-95A0-391D41793F45}" type="slidenum">
              <a:rPr lang="en-US" smtClean="0"/>
              <a:pPr/>
              <a:t>31</a:t>
            </a:fld>
            <a:endParaRPr lang="en-US"/>
          </a:p>
        </p:txBody>
      </p:sp>
    </p:spTree>
    <p:extLst>
      <p:ext uri="{BB962C8B-B14F-4D97-AF65-F5344CB8AC3E}">
        <p14:creationId xmlns:p14="http://schemas.microsoft.com/office/powerpoint/2010/main" val="1277889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3" name="Line 2"/>
          <p:cNvSpPr>
            <a:spLocks noChangeShapeType="1"/>
          </p:cNvSpPr>
          <p:nvPr/>
        </p:nvSpPr>
        <p:spPr bwMode="auto">
          <a:xfrm>
            <a:off x="508000" y="6451600"/>
            <a:ext cx="11176000" cy="0"/>
          </a:xfrm>
          <a:prstGeom prst="line">
            <a:avLst/>
          </a:prstGeom>
          <a:noFill/>
          <a:ln w="57150">
            <a:solidFill>
              <a:srgbClr val="0C2D83"/>
            </a:solidFill>
            <a:round/>
            <a:headEnd/>
            <a:tailEnd/>
          </a:ln>
          <a:effectLst/>
        </p:spPr>
        <p:txBody>
          <a:bodyPr wrap="none" anchor="ctr"/>
          <a:lstStyle/>
          <a:p>
            <a:pPr algn="ctr" eaLnBrk="0" hangingPunct="0">
              <a:defRPr/>
            </a:pPr>
            <a:endParaRPr lang="en-US" sz="1400" dirty="0">
              <a:solidFill>
                <a:srgbClr val="000000"/>
              </a:solidFill>
            </a:endParaRPr>
          </a:p>
        </p:txBody>
      </p:sp>
      <p:sp>
        <p:nvSpPr>
          <p:cNvPr id="5" name="Line 5"/>
          <p:cNvSpPr>
            <a:spLocks noChangeShapeType="1"/>
          </p:cNvSpPr>
          <p:nvPr/>
        </p:nvSpPr>
        <p:spPr bwMode="auto">
          <a:xfrm>
            <a:off x="508000" y="1231900"/>
            <a:ext cx="11176000" cy="0"/>
          </a:xfrm>
          <a:prstGeom prst="line">
            <a:avLst/>
          </a:prstGeom>
          <a:noFill/>
          <a:ln w="57150">
            <a:solidFill>
              <a:srgbClr val="0C2D83"/>
            </a:solidFill>
            <a:round/>
            <a:headEnd/>
            <a:tailEnd/>
          </a:ln>
          <a:effectLst/>
        </p:spPr>
        <p:txBody>
          <a:bodyPr wrap="none" anchor="ctr"/>
          <a:lstStyle/>
          <a:p>
            <a:pPr algn="ctr" eaLnBrk="0" hangingPunct="0">
              <a:defRPr/>
            </a:pPr>
            <a:endParaRPr lang="en-US" sz="1400" dirty="0">
              <a:solidFill>
                <a:srgbClr val="000000"/>
              </a:solidFill>
            </a:endParaRPr>
          </a:p>
        </p:txBody>
      </p:sp>
      <p:sp>
        <p:nvSpPr>
          <p:cNvPr id="50191" name="Rectangle 15"/>
          <p:cNvSpPr>
            <a:spLocks noGrp="1" noChangeArrowheads="1"/>
          </p:cNvSpPr>
          <p:nvPr>
            <p:ph type="ctrTitle"/>
          </p:nvPr>
        </p:nvSpPr>
        <p:spPr>
          <a:xfrm>
            <a:off x="3674533" y="1962150"/>
            <a:ext cx="8009468" cy="1600200"/>
          </a:xfrm>
        </p:spPr>
        <p:txBody>
          <a:bodyPr/>
          <a:lstStyle>
            <a:lvl1pPr>
              <a:defRPr sz="4400" i="0"/>
            </a:lvl1pPr>
          </a:lstStyle>
          <a:p>
            <a:r>
              <a:rPr lang="en-US" dirty="0"/>
              <a:t>Click to edit Master title style</a:t>
            </a:r>
          </a:p>
        </p:txBody>
      </p:sp>
      <p:sp>
        <p:nvSpPr>
          <p:cNvPr id="9" name="Rectangle 7"/>
          <p:cNvSpPr>
            <a:spLocks noGrp="1" noChangeArrowheads="1"/>
          </p:cNvSpPr>
          <p:nvPr>
            <p:ph type="sldNum" sz="quarter" idx="11"/>
          </p:nvPr>
        </p:nvSpPr>
        <p:spPr/>
        <p:txBody>
          <a:bodyPr/>
          <a:lstStyle>
            <a:lvl1pPr>
              <a:defRPr/>
            </a:lvl1pPr>
          </a:lstStyle>
          <a:p>
            <a:pPr>
              <a:defRPr/>
            </a:pPr>
            <a:fld id="{0C8B3FFA-99AC-4324-BD10-92BBEB903BFC}" type="slidenum">
              <a:rPr lang="en-US" smtClean="0">
                <a:solidFill>
                  <a:srgbClr val="FFFFFF">
                    <a:lumMod val="50000"/>
                  </a:srgbClr>
                </a:solidFill>
              </a:rPr>
              <a:pPr>
                <a:defRPr/>
              </a:pPr>
              <a:t>‹#›</a:t>
            </a:fld>
            <a:endParaRPr lang="en-US" dirty="0">
              <a:solidFill>
                <a:srgbClr val="808080"/>
              </a:solidFill>
            </a:endParaRPr>
          </a:p>
        </p:txBody>
      </p:sp>
      <p:sp>
        <p:nvSpPr>
          <p:cNvPr id="12" name="TextBox 11"/>
          <p:cNvSpPr txBox="1"/>
          <p:nvPr userDrawn="1"/>
        </p:nvSpPr>
        <p:spPr>
          <a:xfrm>
            <a:off x="0" y="6581001"/>
            <a:ext cx="2641600" cy="276999"/>
          </a:xfrm>
          <a:prstGeom prst="rect">
            <a:avLst/>
          </a:prstGeom>
          <a:noFill/>
        </p:spPr>
        <p:txBody>
          <a:bodyPr wrap="square" rtlCol="0">
            <a:spAutoFit/>
          </a:bodyPr>
          <a:lstStyle/>
          <a:p>
            <a:pPr algn="l" fontAlgn="auto">
              <a:spcBef>
                <a:spcPts val="0"/>
              </a:spcBef>
              <a:spcAft>
                <a:spcPts val="0"/>
              </a:spcAft>
            </a:pPr>
            <a:r>
              <a:rPr lang="en-US" sz="1200" b="1" dirty="0">
                <a:solidFill>
                  <a:srgbClr val="00B050"/>
                </a:solidFill>
                <a:latin typeface="Arial"/>
              </a:rPr>
              <a:t>UNCLASSIFIED</a:t>
            </a:r>
          </a:p>
        </p:txBody>
      </p:sp>
      <p:sp>
        <p:nvSpPr>
          <p:cNvPr id="15" name="Text Placeholder 17"/>
          <p:cNvSpPr>
            <a:spLocks noGrp="1"/>
          </p:cNvSpPr>
          <p:nvPr>
            <p:ph type="body" sz="quarter" idx="12" hasCustomPrompt="1"/>
          </p:nvPr>
        </p:nvSpPr>
        <p:spPr>
          <a:xfrm>
            <a:off x="6839096" y="4489851"/>
            <a:ext cx="4844904" cy="1550601"/>
          </a:xfrm>
        </p:spPr>
        <p:txBody>
          <a:bodyPr/>
          <a:lstStyle>
            <a:lvl1pPr marL="0" indent="0" algn="r">
              <a:buNone/>
              <a:defRPr b="1"/>
            </a:lvl1pPr>
          </a:lstStyle>
          <a:p>
            <a:pPr lvl="0"/>
            <a:r>
              <a:rPr lang="en-US" dirty="0"/>
              <a:t>Click to add subtitle</a:t>
            </a:r>
          </a:p>
        </p:txBody>
      </p:sp>
      <p:sp>
        <p:nvSpPr>
          <p:cNvPr id="16" name="Rectangle 15"/>
          <p:cNvSpPr/>
          <p:nvPr userDrawn="1"/>
        </p:nvSpPr>
        <p:spPr>
          <a:xfrm>
            <a:off x="508001" y="281928"/>
            <a:ext cx="11175999" cy="707886"/>
          </a:xfrm>
          <a:prstGeom prst="rect">
            <a:avLst/>
          </a:prstGeom>
          <a:effectLst>
            <a:outerShdw dist="35560" dir="2700000" algn="ctr" rotWithShape="0">
              <a:srgbClr val="C0C0C0">
                <a:alpha val="50000"/>
              </a:srgbClr>
            </a:outerShdw>
          </a:effec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4000" b="1" kern="1200" noProof="0" dirty="0">
                <a:solidFill>
                  <a:schemeClr val="tx1"/>
                </a:solidFill>
                <a:latin typeface="Tahoma" charset="0"/>
                <a:ea typeface="+mn-ea"/>
                <a:cs typeface="+mn-cs"/>
              </a:rPr>
              <a:t>448</a:t>
            </a:r>
            <a:r>
              <a:rPr lang="en-US" sz="4000" b="1" kern="1200" baseline="0" noProof="0" dirty="0">
                <a:solidFill>
                  <a:schemeClr val="tx1"/>
                </a:solidFill>
                <a:latin typeface="Tahoma" charset="0"/>
                <a:ea typeface="+mn-ea"/>
                <a:cs typeface="+mn-cs"/>
              </a:rPr>
              <a:t>th</a:t>
            </a:r>
            <a:r>
              <a:rPr lang="en-US" sz="4000" b="1" kern="1200" noProof="0" dirty="0">
                <a:solidFill>
                  <a:schemeClr val="tx1"/>
                </a:solidFill>
                <a:latin typeface="Tahoma" charset="0"/>
                <a:ea typeface="+mn-ea"/>
                <a:cs typeface="+mn-cs"/>
              </a:rPr>
              <a:t> Supply Chain Management Wing</a:t>
            </a:r>
          </a:p>
        </p:txBody>
      </p:sp>
      <p:pic>
        <p:nvPicPr>
          <p:cNvPr id="10" name="Picture 9"/>
          <p:cNvPicPr>
            <a:picLocks noChangeAspect="1"/>
          </p:cNvPicPr>
          <p:nvPr userDrawn="1"/>
        </p:nvPicPr>
        <p:blipFill>
          <a:blip r:embed="rId2"/>
          <a:stretch>
            <a:fillRect/>
          </a:stretch>
        </p:blipFill>
        <p:spPr>
          <a:xfrm>
            <a:off x="508000" y="2800780"/>
            <a:ext cx="3346245" cy="3299197"/>
          </a:xfrm>
          <a:prstGeom prst="rect">
            <a:avLst/>
          </a:prstGeom>
        </p:spPr>
      </p:pic>
    </p:spTree>
    <p:extLst>
      <p:ext uri="{BB962C8B-B14F-4D97-AF65-F5344CB8AC3E}">
        <p14:creationId xmlns:p14="http://schemas.microsoft.com/office/powerpoint/2010/main" val="3217649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lvl1pPr>
              <a:defRPr/>
            </a:lvl1pPr>
          </a:lstStyle>
          <a:p>
            <a:pPr>
              <a:defRPr/>
            </a:pPr>
            <a:fld id="{E8C4CF4F-2ECB-4C54-9552-FB58A436033C}" type="slidenum">
              <a:rPr lang="en-US">
                <a:solidFill>
                  <a:srgbClr val="FFFFFF">
                    <a:lumMod val="50000"/>
                  </a:srgbClr>
                </a:solidFill>
              </a:rPr>
              <a:pPr>
                <a:defRPr/>
              </a:pPr>
              <a:t>‹#›</a:t>
            </a:fld>
            <a:endParaRPr lang="en-US" dirty="0">
              <a:solidFill>
                <a:srgbClr val="808080"/>
              </a:solidFill>
            </a:endParaRPr>
          </a:p>
        </p:txBody>
      </p:sp>
      <p:sp>
        <p:nvSpPr>
          <p:cNvPr id="7" name="Text Box 25"/>
          <p:cNvSpPr txBox="1">
            <a:spLocks noChangeArrowheads="1"/>
          </p:cNvSpPr>
          <p:nvPr userDrawn="1"/>
        </p:nvSpPr>
        <p:spPr bwMode="auto">
          <a:xfrm>
            <a:off x="508000" y="6477490"/>
            <a:ext cx="11176000" cy="336550"/>
          </a:xfrm>
          <a:prstGeom prst="rect">
            <a:avLst/>
          </a:prstGeom>
          <a:noFill/>
          <a:ln w="9525" algn="ctr">
            <a:noFill/>
            <a:miter lim="800000"/>
            <a:headEnd/>
            <a:tailEnd/>
          </a:ln>
          <a:effectLst/>
        </p:spPr>
        <p:txBody>
          <a:bodyPr wrap="square">
            <a:spAutoFit/>
          </a:bodyPr>
          <a:lstStyle/>
          <a:p>
            <a:pPr algn="ctr">
              <a:buNone/>
              <a:defRPr/>
            </a:pPr>
            <a:r>
              <a:rPr lang="en-US" sz="1600" b="1" i="1" dirty="0">
                <a:effectLst>
                  <a:outerShdw blurRad="38100" dist="38100" dir="2700000" algn="tl">
                    <a:srgbClr val="C0C0C0"/>
                  </a:outerShdw>
                </a:effectLst>
                <a:latin typeface="Tahoma" charset="0"/>
              </a:rPr>
              <a:t>Supplying Warfighter Dominance</a:t>
            </a:r>
          </a:p>
        </p:txBody>
      </p:sp>
      <p:sp>
        <p:nvSpPr>
          <p:cNvPr id="8" name="Line 1035"/>
          <p:cNvSpPr>
            <a:spLocks noChangeShapeType="1"/>
          </p:cNvSpPr>
          <p:nvPr userDrawn="1"/>
        </p:nvSpPr>
        <p:spPr bwMode="auto">
          <a:xfrm>
            <a:off x="508000" y="6451600"/>
            <a:ext cx="11176000" cy="0"/>
          </a:xfrm>
          <a:prstGeom prst="line">
            <a:avLst/>
          </a:prstGeom>
          <a:noFill/>
          <a:ln w="57150">
            <a:solidFill>
              <a:srgbClr val="0C2D83"/>
            </a:solidFill>
            <a:round/>
            <a:headEnd/>
            <a:tailEnd/>
          </a:ln>
          <a:effectLst/>
        </p:spPr>
        <p:txBody>
          <a:bodyPr wrap="none" anchor="ctr"/>
          <a:lstStyle/>
          <a:p>
            <a:pPr algn="ctr" eaLnBrk="0" hangingPunct="0">
              <a:defRPr/>
            </a:pPr>
            <a:endParaRPr lang="en-US" sz="1400" dirty="0">
              <a:solidFill>
                <a:srgbClr val="000000"/>
              </a:solidFill>
            </a:endParaRPr>
          </a:p>
        </p:txBody>
      </p:sp>
      <p:sp>
        <p:nvSpPr>
          <p:cNvPr id="9" name="Line 1036"/>
          <p:cNvSpPr>
            <a:spLocks noChangeShapeType="1"/>
          </p:cNvSpPr>
          <p:nvPr userDrawn="1"/>
        </p:nvSpPr>
        <p:spPr bwMode="auto">
          <a:xfrm>
            <a:off x="508000" y="1231900"/>
            <a:ext cx="11176000" cy="0"/>
          </a:xfrm>
          <a:prstGeom prst="line">
            <a:avLst/>
          </a:prstGeom>
          <a:noFill/>
          <a:ln w="57150">
            <a:solidFill>
              <a:srgbClr val="0C2D83"/>
            </a:solidFill>
            <a:round/>
            <a:headEnd/>
            <a:tailEnd/>
          </a:ln>
          <a:effectLst/>
        </p:spPr>
        <p:txBody>
          <a:bodyPr wrap="none" anchor="ctr"/>
          <a:lstStyle/>
          <a:p>
            <a:pPr algn="ctr" eaLnBrk="0" hangingPunct="0">
              <a:defRPr/>
            </a:pPr>
            <a:endParaRPr lang="en-US" sz="1400" dirty="0">
              <a:solidFill>
                <a:srgbClr val="000000"/>
              </a:solidFill>
            </a:endParaRPr>
          </a:p>
        </p:txBody>
      </p:sp>
      <p:sp>
        <p:nvSpPr>
          <p:cNvPr id="14" name="Rectangle 2"/>
          <p:cNvSpPr>
            <a:spLocks noGrp="1" noChangeArrowheads="1"/>
          </p:cNvSpPr>
          <p:nvPr>
            <p:ph type="title"/>
          </p:nvPr>
        </p:nvSpPr>
        <p:spPr>
          <a:xfrm>
            <a:off x="1524000" y="47625"/>
            <a:ext cx="10118218" cy="1143000"/>
          </a:xfrm>
        </p:spPr>
        <p:txBody>
          <a:bodyPr/>
          <a:lstStyle/>
          <a:p>
            <a:r>
              <a:rPr lang="en-US" dirty="0"/>
              <a:t>Purpose</a:t>
            </a:r>
            <a:endParaRPr lang="en-US" sz="3200" dirty="0"/>
          </a:p>
        </p:txBody>
      </p:sp>
      <p:sp>
        <p:nvSpPr>
          <p:cNvPr id="12" name="Content Placeholder 2"/>
          <p:cNvSpPr>
            <a:spLocks noGrp="1"/>
          </p:cNvSpPr>
          <p:nvPr>
            <p:ph idx="1"/>
          </p:nvPr>
        </p:nvSpPr>
        <p:spPr>
          <a:xfrm>
            <a:off x="437576" y="2438400"/>
            <a:ext cx="11197167" cy="946150"/>
          </a:xfrm>
        </p:spPr>
        <p:txBody>
          <a:bodyPr anchor="ctr"/>
          <a:lstStyle>
            <a:lvl1pPr marL="0" indent="0" algn="ctr">
              <a:buNone/>
              <a:defRPr sz="2800" i="1"/>
            </a:lvl1pPr>
            <a:lvl2pPr algn="ctr">
              <a:defRPr/>
            </a:lvl2pPr>
            <a:lvl3pPr algn="ctr">
              <a:defRPr/>
            </a:lvl3pPr>
            <a:lvl4pPr algn="ctr">
              <a:defRPr/>
            </a:lvl4pPr>
            <a:lvl5pPr algn="ctr">
              <a:defRPr b="1"/>
            </a:lvl5pPr>
          </a:lstStyle>
          <a:p>
            <a:pPr lvl="0"/>
            <a:r>
              <a:rPr lang="en-US" dirty="0"/>
              <a:t>Click to edit Master text styles</a:t>
            </a:r>
          </a:p>
        </p:txBody>
      </p:sp>
      <p:pic>
        <p:nvPicPr>
          <p:cNvPr id="10" name="Picture 9"/>
          <p:cNvPicPr>
            <a:picLocks noChangeAspect="1"/>
          </p:cNvPicPr>
          <p:nvPr userDrawn="1"/>
        </p:nvPicPr>
        <p:blipFill>
          <a:blip r:embed="rId2"/>
          <a:stretch>
            <a:fillRect/>
          </a:stretch>
        </p:blipFill>
        <p:spPr>
          <a:xfrm>
            <a:off x="114684" y="111911"/>
            <a:ext cx="1048217" cy="1033479"/>
          </a:xfrm>
          <a:prstGeom prst="rect">
            <a:avLst/>
          </a:prstGeom>
        </p:spPr>
      </p:pic>
    </p:spTree>
    <p:extLst>
      <p:ext uri="{BB962C8B-B14F-4D97-AF65-F5344CB8AC3E}">
        <p14:creationId xmlns:p14="http://schemas.microsoft.com/office/powerpoint/2010/main" val="21401811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5pPr>
              <a:defRPr b="1"/>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p:cNvSpPr>
            <a:spLocks noGrp="1"/>
          </p:cNvSpPr>
          <p:nvPr>
            <p:ph type="sldNum" sz="quarter" idx="11"/>
          </p:nvPr>
        </p:nvSpPr>
        <p:spPr/>
        <p:txBody>
          <a:bodyPr/>
          <a:lstStyle>
            <a:lvl1pPr>
              <a:defRPr/>
            </a:lvl1pPr>
          </a:lstStyle>
          <a:p>
            <a:pPr>
              <a:defRPr/>
            </a:pPr>
            <a:fld id="{E8C4CF4F-2ECB-4C54-9552-FB58A436033C}" type="slidenum">
              <a:rPr lang="en-US">
                <a:solidFill>
                  <a:srgbClr val="FFFFFF">
                    <a:lumMod val="50000"/>
                  </a:srgbClr>
                </a:solidFill>
              </a:rPr>
              <a:pPr>
                <a:defRPr/>
              </a:pPr>
              <a:t>‹#›</a:t>
            </a:fld>
            <a:endParaRPr lang="en-US" dirty="0">
              <a:solidFill>
                <a:srgbClr val="808080"/>
              </a:solidFill>
            </a:endParaRPr>
          </a:p>
        </p:txBody>
      </p:sp>
      <p:sp>
        <p:nvSpPr>
          <p:cNvPr id="7" name="Text Box 25"/>
          <p:cNvSpPr txBox="1">
            <a:spLocks noChangeArrowheads="1"/>
          </p:cNvSpPr>
          <p:nvPr userDrawn="1"/>
        </p:nvSpPr>
        <p:spPr bwMode="auto">
          <a:xfrm>
            <a:off x="508000" y="6477490"/>
            <a:ext cx="11176000" cy="336550"/>
          </a:xfrm>
          <a:prstGeom prst="rect">
            <a:avLst/>
          </a:prstGeom>
          <a:noFill/>
          <a:ln w="9525" algn="ctr">
            <a:noFill/>
            <a:miter lim="800000"/>
            <a:headEnd/>
            <a:tailEnd/>
          </a:ln>
          <a:effectLst/>
        </p:spPr>
        <p:txBody>
          <a:bodyPr wrap="square">
            <a:spAutoFit/>
          </a:bodyPr>
          <a:lstStyle/>
          <a:p>
            <a:pPr algn="ctr">
              <a:buNone/>
              <a:defRPr/>
            </a:pPr>
            <a:r>
              <a:rPr lang="en-US" sz="1600" b="1" i="1" dirty="0">
                <a:effectLst>
                  <a:outerShdw blurRad="38100" dist="38100" dir="2700000" algn="tl">
                    <a:srgbClr val="C0C0C0"/>
                  </a:outerShdw>
                </a:effectLst>
                <a:latin typeface="Tahoma" charset="0"/>
              </a:rPr>
              <a:t>Supplying</a:t>
            </a:r>
            <a:r>
              <a:rPr lang="en-US" sz="1600" b="1" i="1" baseline="0" dirty="0">
                <a:effectLst>
                  <a:outerShdw blurRad="38100" dist="38100" dir="2700000" algn="tl">
                    <a:srgbClr val="C0C0C0"/>
                  </a:outerShdw>
                </a:effectLst>
                <a:latin typeface="Tahoma" charset="0"/>
              </a:rPr>
              <a:t> Warfighter Dominance</a:t>
            </a:r>
            <a:endParaRPr lang="en-US" sz="1600" b="1" i="1" dirty="0">
              <a:effectLst>
                <a:outerShdw blurRad="38100" dist="38100" dir="2700000" algn="tl">
                  <a:srgbClr val="C0C0C0"/>
                </a:outerShdw>
              </a:effectLst>
              <a:latin typeface="Tahoma" charset="0"/>
            </a:endParaRPr>
          </a:p>
        </p:txBody>
      </p:sp>
      <p:sp>
        <p:nvSpPr>
          <p:cNvPr id="8" name="Line 1035"/>
          <p:cNvSpPr>
            <a:spLocks noChangeShapeType="1"/>
          </p:cNvSpPr>
          <p:nvPr userDrawn="1"/>
        </p:nvSpPr>
        <p:spPr bwMode="auto">
          <a:xfrm>
            <a:off x="508000" y="6451600"/>
            <a:ext cx="11176000" cy="0"/>
          </a:xfrm>
          <a:prstGeom prst="line">
            <a:avLst/>
          </a:prstGeom>
          <a:noFill/>
          <a:ln w="57150">
            <a:solidFill>
              <a:srgbClr val="0C2D83"/>
            </a:solidFill>
            <a:round/>
            <a:headEnd/>
            <a:tailEnd/>
          </a:ln>
          <a:effectLst/>
        </p:spPr>
        <p:txBody>
          <a:bodyPr wrap="none" anchor="ctr"/>
          <a:lstStyle/>
          <a:p>
            <a:pPr algn="ctr" eaLnBrk="0" hangingPunct="0">
              <a:defRPr/>
            </a:pPr>
            <a:endParaRPr lang="en-US" sz="1400" dirty="0">
              <a:solidFill>
                <a:srgbClr val="000000"/>
              </a:solidFill>
            </a:endParaRPr>
          </a:p>
        </p:txBody>
      </p:sp>
      <p:sp>
        <p:nvSpPr>
          <p:cNvPr id="9" name="Line 1036"/>
          <p:cNvSpPr>
            <a:spLocks noChangeShapeType="1"/>
          </p:cNvSpPr>
          <p:nvPr userDrawn="1"/>
        </p:nvSpPr>
        <p:spPr bwMode="auto">
          <a:xfrm>
            <a:off x="508000" y="1231900"/>
            <a:ext cx="11176000" cy="0"/>
          </a:xfrm>
          <a:prstGeom prst="line">
            <a:avLst/>
          </a:prstGeom>
          <a:noFill/>
          <a:ln w="57150">
            <a:solidFill>
              <a:srgbClr val="0C2D83"/>
            </a:solidFill>
            <a:round/>
            <a:headEnd/>
            <a:tailEnd/>
          </a:ln>
          <a:effectLst/>
        </p:spPr>
        <p:txBody>
          <a:bodyPr wrap="none" anchor="ctr"/>
          <a:lstStyle/>
          <a:p>
            <a:pPr algn="ctr" eaLnBrk="0" hangingPunct="0">
              <a:defRPr/>
            </a:pPr>
            <a:endParaRPr lang="en-US" sz="1400" dirty="0">
              <a:solidFill>
                <a:srgbClr val="000000"/>
              </a:solidFill>
            </a:endParaRPr>
          </a:p>
        </p:txBody>
      </p:sp>
      <p:pic>
        <p:nvPicPr>
          <p:cNvPr id="10" name="Picture 9"/>
          <p:cNvPicPr>
            <a:picLocks noChangeAspect="1"/>
          </p:cNvPicPr>
          <p:nvPr userDrawn="1"/>
        </p:nvPicPr>
        <p:blipFill>
          <a:blip r:embed="rId2"/>
          <a:stretch>
            <a:fillRect/>
          </a:stretch>
        </p:blipFill>
        <p:spPr>
          <a:xfrm>
            <a:off x="134348" y="92206"/>
            <a:ext cx="1048217" cy="1033479"/>
          </a:xfrm>
          <a:prstGeom prst="rect">
            <a:avLst/>
          </a:prstGeom>
        </p:spPr>
      </p:pic>
      <p:sp>
        <p:nvSpPr>
          <p:cNvPr id="11" name="TextBox 10"/>
          <p:cNvSpPr txBox="1"/>
          <p:nvPr userDrawn="1"/>
        </p:nvSpPr>
        <p:spPr>
          <a:xfrm>
            <a:off x="-1" y="6451600"/>
            <a:ext cx="3229337" cy="461665"/>
          </a:xfrm>
          <a:prstGeom prst="rect">
            <a:avLst/>
          </a:prstGeom>
          <a:noFill/>
        </p:spPr>
        <p:txBody>
          <a:bodyPr wrap="square" rtlCol="0">
            <a:spAutoFit/>
          </a:bodyPr>
          <a:lstStyle/>
          <a:p>
            <a:pPr algn="l" fontAlgn="auto">
              <a:spcBef>
                <a:spcPts val="0"/>
              </a:spcBef>
              <a:spcAft>
                <a:spcPts val="0"/>
              </a:spcAft>
            </a:pPr>
            <a:r>
              <a:rPr lang="en-US" sz="1200" b="1" dirty="0">
                <a:solidFill>
                  <a:srgbClr val="00B050"/>
                </a:solidFill>
                <a:latin typeface="Arial"/>
              </a:rPr>
              <a:t>UNCLASSIFIED</a:t>
            </a:r>
          </a:p>
          <a:p>
            <a:pPr algn="l" fontAlgn="auto">
              <a:spcBef>
                <a:spcPts val="0"/>
              </a:spcBef>
              <a:spcAft>
                <a:spcPts val="0"/>
              </a:spcAft>
            </a:pPr>
            <a:r>
              <a:rPr lang="en-US" sz="1200" b="0" dirty="0">
                <a:solidFill>
                  <a:schemeClr val="tx1"/>
                </a:solidFill>
                <a:latin typeface="Arial"/>
              </a:rPr>
              <a:t>Briefer:  431</a:t>
            </a:r>
            <a:r>
              <a:rPr lang="en-US" sz="1200" b="0" baseline="30000" dirty="0">
                <a:solidFill>
                  <a:schemeClr val="tx1"/>
                </a:solidFill>
                <a:latin typeface="Arial"/>
              </a:rPr>
              <a:t>st</a:t>
            </a:r>
            <a:r>
              <a:rPr lang="en-US" sz="1200" b="0" dirty="0">
                <a:solidFill>
                  <a:schemeClr val="tx1"/>
                </a:solidFill>
                <a:latin typeface="Arial"/>
              </a:rPr>
              <a:t> SCMS Instructors</a:t>
            </a:r>
          </a:p>
        </p:txBody>
      </p:sp>
    </p:spTree>
    <p:extLst>
      <p:ext uri="{BB962C8B-B14F-4D97-AF65-F5344CB8AC3E}">
        <p14:creationId xmlns:p14="http://schemas.microsoft.com/office/powerpoint/2010/main" val="2394109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eaLnBrk="0" hangingPunct="0">
              <a:defRPr/>
            </a:pPr>
            <a:fld id="{B5E6CACA-09AB-49BC-8429-8308382B75D4}" type="slidenum">
              <a:rPr lang="en-US" smtClean="0">
                <a:solidFill>
                  <a:srgbClr val="FFFFFF">
                    <a:lumMod val="50000"/>
                  </a:srgbClr>
                </a:solidFill>
              </a:rPr>
              <a:pPr eaLnBrk="0" hangingPunct="0">
                <a:defRPr/>
              </a:pPr>
              <a:t>‹#›</a:t>
            </a:fld>
            <a:endParaRPr lang="en-US" dirty="0">
              <a:solidFill>
                <a:srgbClr val="FFFFFF">
                  <a:lumMod val="50000"/>
                </a:srgbClr>
              </a:solidFill>
            </a:endParaRPr>
          </a:p>
        </p:txBody>
      </p:sp>
    </p:spTree>
    <p:extLst>
      <p:ext uri="{BB962C8B-B14F-4D97-AF65-F5344CB8AC3E}">
        <p14:creationId xmlns:p14="http://schemas.microsoft.com/office/powerpoint/2010/main" val="209977103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6" name="Rectangle 1028"/>
          <p:cNvSpPr>
            <a:spLocks noGrp="1" noChangeArrowheads="1"/>
          </p:cNvSpPr>
          <p:nvPr>
            <p:ph type="sldNum" sz="quarter" idx="4"/>
          </p:nvPr>
        </p:nvSpPr>
        <p:spPr bwMode="auto">
          <a:xfrm>
            <a:off x="10651067" y="6524625"/>
            <a:ext cx="15240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baseline="0">
                <a:solidFill>
                  <a:schemeClr val="bg1">
                    <a:lumMod val="50000"/>
                  </a:schemeClr>
                </a:solidFill>
              </a:defRPr>
            </a:lvl1pPr>
          </a:lstStyle>
          <a:p>
            <a:pPr eaLnBrk="0" hangingPunct="0">
              <a:defRPr/>
            </a:pPr>
            <a:fld id="{B5E6CACA-09AB-49BC-8429-8308382B75D4}" type="slidenum">
              <a:rPr lang="en-US">
                <a:solidFill>
                  <a:srgbClr val="FFFFFF">
                    <a:lumMod val="50000"/>
                  </a:srgbClr>
                </a:solidFill>
              </a:rPr>
              <a:pPr eaLnBrk="0" hangingPunct="0">
                <a:defRPr/>
              </a:pPr>
              <a:t>‹#›</a:t>
            </a:fld>
            <a:endParaRPr lang="en-US" dirty="0">
              <a:solidFill>
                <a:srgbClr val="FFFFFF">
                  <a:lumMod val="50000"/>
                </a:srgbClr>
              </a:solidFill>
            </a:endParaRPr>
          </a:p>
        </p:txBody>
      </p:sp>
      <p:sp>
        <p:nvSpPr>
          <p:cNvPr id="1029" name="Rectangle 1030"/>
          <p:cNvSpPr>
            <a:spLocks noGrp="1" noChangeArrowheads="1"/>
          </p:cNvSpPr>
          <p:nvPr>
            <p:ph type="title"/>
          </p:nvPr>
        </p:nvSpPr>
        <p:spPr bwMode="auto">
          <a:xfrm>
            <a:off x="2156682" y="69057"/>
            <a:ext cx="95250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33" name="Rectangle 1040"/>
          <p:cNvSpPr>
            <a:spLocks noGrp="1" noChangeArrowheads="1"/>
          </p:cNvSpPr>
          <p:nvPr>
            <p:ph type="body" idx="1"/>
          </p:nvPr>
        </p:nvSpPr>
        <p:spPr bwMode="auto">
          <a:xfrm>
            <a:off x="437576" y="1283270"/>
            <a:ext cx="11197167" cy="47434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r>
              <a:rPr lang="en-US" dirty="0"/>
              <a:t>2nd Bullet</a:t>
            </a:r>
          </a:p>
        </p:txBody>
      </p:sp>
    </p:spTree>
    <p:extLst>
      <p:ext uri="{BB962C8B-B14F-4D97-AF65-F5344CB8AC3E}">
        <p14:creationId xmlns:p14="http://schemas.microsoft.com/office/powerpoint/2010/main" val="1488027147"/>
      </p:ext>
    </p:extLst>
  </p:cSld>
  <p:clrMap bg1="lt1" tx1="dk1" bg2="lt2" tx2="dk2" accent1="accent1" accent2="accent2" accent3="accent3" accent4="accent4" accent5="accent5" accent6="accent6" hlink="hlink" folHlink="folHlink"/>
  <p:sldLayoutIdLst>
    <p:sldLayoutId id="2147484631" r:id="rId1"/>
    <p:sldLayoutId id="2147484634" r:id="rId2"/>
    <p:sldLayoutId id="2147484632" r:id="rId3"/>
    <p:sldLayoutId id="2147484633" r:id="rId4"/>
  </p:sldLayoutIdLst>
  <p:hf hdr="0" ftr="0" dt="0"/>
  <p:txStyles>
    <p:titleStyle>
      <a:lvl1pPr algn="r" rtl="0" eaLnBrk="0" fontAlgn="base" hangingPunct="0">
        <a:spcBef>
          <a:spcPct val="0"/>
        </a:spcBef>
        <a:spcAft>
          <a:spcPct val="0"/>
        </a:spcAft>
        <a:defRPr sz="3600" b="1" i="1">
          <a:solidFill>
            <a:srgbClr val="151C77"/>
          </a:solidFill>
          <a:latin typeface="+mj-lt"/>
          <a:ea typeface="+mj-ea"/>
          <a:cs typeface="+mj-cs"/>
        </a:defRPr>
      </a:lvl1pPr>
      <a:lvl2pPr algn="r" rtl="0" eaLnBrk="0" fontAlgn="base" hangingPunct="0">
        <a:spcBef>
          <a:spcPct val="0"/>
        </a:spcBef>
        <a:spcAft>
          <a:spcPct val="0"/>
        </a:spcAft>
        <a:defRPr sz="3600" b="1" i="1">
          <a:solidFill>
            <a:srgbClr val="151C77"/>
          </a:solidFill>
          <a:latin typeface="Arial" charset="0"/>
        </a:defRPr>
      </a:lvl2pPr>
      <a:lvl3pPr algn="r" rtl="0" eaLnBrk="0" fontAlgn="base" hangingPunct="0">
        <a:spcBef>
          <a:spcPct val="0"/>
        </a:spcBef>
        <a:spcAft>
          <a:spcPct val="0"/>
        </a:spcAft>
        <a:defRPr sz="3600" b="1" i="1">
          <a:solidFill>
            <a:srgbClr val="151C77"/>
          </a:solidFill>
          <a:latin typeface="Arial" charset="0"/>
        </a:defRPr>
      </a:lvl3pPr>
      <a:lvl4pPr algn="r" rtl="0" eaLnBrk="0" fontAlgn="base" hangingPunct="0">
        <a:spcBef>
          <a:spcPct val="0"/>
        </a:spcBef>
        <a:spcAft>
          <a:spcPct val="0"/>
        </a:spcAft>
        <a:defRPr sz="3600" b="1" i="1">
          <a:solidFill>
            <a:srgbClr val="151C77"/>
          </a:solidFill>
          <a:latin typeface="Arial" charset="0"/>
        </a:defRPr>
      </a:lvl4pPr>
      <a:lvl5pPr algn="r" rtl="0" eaLnBrk="0" fontAlgn="base" hangingPunct="0">
        <a:spcBef>
          <a:spcPct val="0"/>
        </a:spcBef>
        <a:spcAft>
          <a:spcPct val="0"/>
        </a:spcAft>
        <a:defRPr sz="3600" b="1" i="1">
          <a:solidFill>
            <a:srgbClr val="151C77"/>
          </a:solidFill>
          <a:latin typeface="Arial" charset="0"/>
        </a:defRPr>
      </a:lvl5pPr>
      <a:lvl6pPr marL="457200" algn="r" rtl="0" eaLnBrk="0" fontAlgn="base" hangingPunct="0">
        <a:spcBef>
          <a:spcPct val="0"/>
        </a:spcBef>
        <a:spcAft>
          <a:spcPct val="0"/>
        </a:spcAft>
        <a:defRPr sz="3600" b="1" i="1">
          <a:solidFill>
            <a:srgbClr val="151C77"/>
          </a:solidFill>
          <a:latin typeface="Arial" charset="0"/>
        </a:defRPr>
      </a:lvl6pPr>
      <a:lvl7pPr marL="914400" algn="r" rtl="0" eaLnBrk="0" fontAlgn="base" hangingPunct="0">
        <a:spcBef>
          <a:spcPct val="0"/>
        </a:spcBef>
        <a:spcAft>
          <a:spcPct val="0"/>
        </a:spcAft>
        <a:defRPr sz="3600" b="1" i="1">
          <a:solidFill>
            <a:srgbClr val="151C77"/>
          </a:solidFill>
          <a:latin typeface="Arial" charset="0"/>
        </a:defRPr>
      </a:lvl7pPr>
      <a:lvl8pPr marL="1371600" algn="r" rtl="0" eaLnBrk="0" fontAlgn="base" hangingPunct="0">
        <a:spcBef>
          <a:spcPct val="0"/>
        </a:spcBef>
        <a:spcAft>
          <a:spcPct val="0"/>
        </a:spcAft>
        <a:defRPr sz="3600" b="1" i="1">
          <a:solidFill>
            <a:srgbClr val="151C77"/>
          </a:solidFill>
          <a:latin typeface="Arial" charset="0"/>
        </a:defRPr>
      </a:lvl8pPr>
      <a:lvl9pPr marL="1828800" algn="r" rtl="0" eaLnBrk="0" fontAlgn="base" hangingPunct="0">
        <a:spcBef>
          <a:spcPct val="0"/>
        </a:spcBef>
        <a:spcAft>
          <a:spcPct val="0"/>
        </a:spcAft>
        <a:defRPr sz="3600" b="1" i="1">
          <a:solidFill>
            <a:srgbClr val="151C77"/>
          </a:solidFill>
          <a:latin typeface="Arial" charset="0"/>
        </a:defRPr>
      </a:lvl9pPr>
    </p:titleStyle>
    <p:bodyStyle>
      <a:lvl1pPr marL="285750" indent="-285750" algn="l" rtl="0" eaLnBrk="0" fontAlgn="base" hangingPunct="0">
        <a:spcBef>
          <a:spcPct val="50000"/>
        </a:spcBef>
        <a:spcAft>
          <a:spcPct val="0"/>
        </a:spcAft>
        <a:buClr>
          <a:srgbClr val="151C77"/>
        </a:buClr>
        <a:buSzPct val="80000"/>
        <a:buFont typeface="Wingdings" pitchFamily="2" charset="2"/>
        <a:buChar char="n"/>
        <a:defRPr sz="2000" b="1">
          <a:solidFill>
            <a:schemeClr val="tx1"/>
          </a:solidFill>
          <a:latin typeface="+mn-lt"/>
          <a:ea typeface="+mn-ea"/>
          <a:cs typeface="+mn-cs"/>
        </a:defRPr>
      </a:lvl1pPr>
      <a:lvl2pPr marL="688975" indent="-282575" algn="l" rtl="0" eaLnBrk="0" fontAlgn="base" hangingPunct="0">
        <a:spcBef>
          <a:spcPct val="25000"/>
        </a:spcBef>
        <a:spcAft>
          <a:spcPct val="0"/>
        </a:spcAft>
        <a:buClr>
          <a:srgbClr val="151C77"/>
        </a:buClr>
        <a:buSzPct val="80000"/>
        <a:buFont typeface="Wingdings" pitchFamily="2" charset="2"/>
        <a:buChar char="n"/>
        <a:defRPr sz="2000" b="1">
          <a:solidFill>
            <a:schemeClr val="tx1"/>
          </a:solidFill>
          <a:latin typeface="+mn-lt"/>
        </a:defRPr>
      </a:lvl2pPr>
      <a:lvl3pPr marL="1027113" indent="-223838" algn="l" rtl="0" eaLnBrk="0" fontAlgn="base" hangingPunct="0">
        <a:spcBef>
          <a:spcPct val="25000"/>
        </a:spcBef>
        <a:spcAft>
          <a:spcPct val="0"/>
        </a:spcAft>
        <a:buClr>
          <a:srgbClr val="151C77"/>
        </a:buClr>
        <a:buSzPct val="80000"/>
        <a:buFont typeface="Wingdings" pitchFamily="2" charset="2"/>
        <a:buChar char="n"/>
        <a:defRPr sz="2000" b="1">
          <a:solidFill>
            <a:schemeClr val="tx1"/>
          </a:solidFill>
          <a:latin typeface="+mn-lt"/>
        </a:defRPr>
      </a:lvl3pPr>
      <a:lvl4pPr marL="1600200" indent="-228600" algn="l" rtl="0" eaLnBrk="0" fontAlgn="base" hangingPunct="0">
        <a:spcBef>
          <a:spcPct val="25000"/>
        </a:spcBef>
        <a:spcAft>
          <a:spcPct val="0"/>
        </a:spcAft>
        <a:buClr>
          <a:srgbClr val="151C77"/>
        </a:buClr>
        <a:buSzPct val="80000"/>
        <a:buFont typeface="Wingdings" pitchFamily="2" charset="2"/>
        <a:buChar char="n"/>
        <a:defRPr sz="2000" b="1">
          <a:solidFill>
            <a:schemeClr val="tx1"/>
          </a:solidFill>
          <a:latin typeface="+mn-lt"/>
        </a:defRPr>
      </a:lvl4pPr>
      <a:lvl5pPr marL="2057400" indent="-228600"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5pPr>
      <a:lvl6pPr marL="2514600" indent="-228600"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6pPr>
      <a:lvl7pPr marL="2971800" indent="-228600"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7pPr>
      <a:lvl8pPr marL="3429000" indent="-228600"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8pPr>
      <a:lvl9pPr marL="3886200" indent="-228600"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usaf.dps.mil/teams/448thESCAPEProgram/SitePages/Strategic-Overview.aspx" TargetMode="Externa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usaf.dps.mil/teams/448thESCAPEProgram/SitePages/Centralization.aspx"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hyperlink" Target="https://escodspeg01.cce.af.mil/prweb/PRAuth/Centralize"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hyperlink" Target="https://usaf.dps.mil/teams/448thESCAPEProgram/SitePages/Centralization.aspx" TargetMode="External"/><Relationship Id="rId2" Type="http://schemas.openxmlformats.org/officeDocument/2006/relationships/hyperlink" Target="https://usaf.dps.mil/teams/448thESCAPEProgram/SitePages/Strategic-Overview.aspx" TargetMode="Externa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ChangeArrowheads="1"/>
          </p:cNvSpPr>
          <p:nvPr/>
        </p:nvSpPr>
        <p:spPr bwMode="auto">
          <a:xfrm>
            <a:off x="3313469" y="2001523"/>
            <a:ext cx="8305800" cy="737614"/>
          </a:xfrm>
          <a:prstGeom prst="rect">
            <a:avLst/>
          </a:prstGeom>
          <a:noFill/>
          <a:ln w="9525">
            <a:noFill/>
            <a:miter lim="800000"/>
            <a:headEnd/>
            <a:tailEnd/>
          </a:ln>
        </p:spPr>
        <p:txBody>
          <a:bodyPr anchor="t"/>
          <a:lstStyle/>
          <a:p>
            <a:pPr algn="r" eaLnBrk="0" hangingPunct="0"/>
            <a:r>
              <a:rPr lang="en-US" sz="4400" b="1" dirty="0">
                <a:solidFill>
                  <a:srgbClr val="151C77"/>
                </a:solidFill>
                <a:latin typeface="Arial" pitchFamily="34" charset="0"/>
                <a:cs typeface="Arial" pitchFamily="34" charset="0"/>
              </a:rPr>
              <a:t>ESCAPE Centralization Effort</a:t>
            </a:r>
            <a:endParaRPr lang="en-US" sz="4400" b="1" dirty="0">
              <a:solidFill>
                <a:srgbClr val="002060"/>
              </a:solidFill>
              <a:latin typeface="Times New Roman" pitchFamily="18" charset="0"/>
            </a:endParaRPr>
          </a:p>
        </p:txBody>
      </p:sp>
      <p:sp>
        <p:nvSpPr>
          <p:cNvPr id="4" name="Rectangle 4"/>
          <p:cNvSpPr>
            <a:spLocks noChangeArrowheads="1"/>
          </p:cNvSpPr>
          <p:nvPr/>
        </p:nvSpPr>
        <p:spPr bwMode="auto">
          <a:xfrm>
            <a:off x="6664619" y="4948239"/>
            <a:ext cx="4979988"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defRPr>
            </a:lvl1pPr>
            <a:lvl2pPr marL="742950" indent="-285750">
              <a:defRPr sz="1400">
                <a:solidFill>
                  <a:schemeClr val="tx1"/>
                </a:solidFill>
                <a:latin typeface="Arial" panose="020B0604020202020204" pitchFamily="34" charset="0"/>
              </a:defRPr>
            </a:lvl2pPr>
            <a:lvl3pPr marL="1143000" indent="-228600">
              <a:defRPr sz="1400">
                <a:solidFill>
                  <a:schemeClr val="tx1"/>
                </a:solidFill>
                <a:latin typeface="Arial" panose="020B0604020202020204" pitchFamily="34" charset="0"/>
              </a:defRPr>
            </a:lvl3pPr>
            <a:lvl4pPr marL="1600200" indent="-228600">
              <a:defRPr sz="1400">
                <a:solidFill>
                  <a:schemeClr val="tx1"/>
                </a:solidFill>
                <a:latin typeface="Arial" panose="020B0604020202020204" pitchFamily="34" charset="0"/>
              </a:defRPr>
            </a:lvl4pPr>
            <a:lvl5pPr marL="2057400" indent="-228600">
              <a:defRPr sz="1400">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a:solidFill>
                  <a:schemeClr val="tx1"/>
                </a:solidFill>
                <a:latin typeface="Arial" panose="020B0604020202020204" pitchFamily="34" charset="0"/>
              </a:defRPr>
            </a:lvl9pPr>
          </a:lstStyle>
          <a:p>
            <a:pPr algn="r"/>
            <a:r>
              <a:rPr lang="en-US" altLang="en-US" sz="2000" b="1" dirty="0"/>
              <a:t>WDO Instructors</a:t>
            </a:r>
          </a:p>
          <a:p>
            <a:pPr algn="r"/>
            <a:r>
              <a:rPr lang="en-US" altLang="en-US" sz="2000" b="1" dirty="0"/>
              <a:t>431 SCMS</a:t>
            </a:r>
          </a:p>
          <a:p>
            <a:pPr algn="r"/>
            <a:r>
              <a:rPr lang="en-US" altLang="en-US" sz="2000" b="1" dirty="0"/>
              <a:t>Feb 2026</a:t>
            </a:r>
          </a:p>
          <a:p>
            <a:pPr algn="r"/>
            <a:r>
              <a:rPr lang="en-US" altLang="en-US" sz="2000" b="1" dirty="0"/>
              <a:t>Version 1</a:t>
            </a:r>
            <a:endParaRPr lang="en-US" altLang="en-US" sz="2000" dirty="0"/>
          </a:p>
        </p:txBody>
      </p:sp>
    </p:spTree>
    <p:extLst>
      <p:ext uri="{BB962C8B-B14F-4D97-AF65-F5344CB8AC3E}">
        <p14:creationId xmlns:p14="http://schemas.microsoft.com/office/powerpoint/2010/main" val="88287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A41BD-6EBD-D108-869C-604D2974BA9D}"/>
              </a:ext>
            </a:extLst>
          </p:cNvPr>
          <p:cNvSpPr>
            <a:spLocks noGrp="1"/>
          </p:cNvSpPr>
          <p:nvPr>
            <p:ph type="title"/>
          </p:nvPr>
        </p:nvSpPr>
        <p:spPr/>
        <p:txBody>
          <a:bodyPr/>
          <a:lstStyle/>
          <a:p>
            <a:r>
              <a:rPr lang="en-US" dirty="0"/>
              <a:t>431</a:t>
            </a:r>
            <a:r>
              <a:rPr lang="en-US" baseline="30000" dirty="0"/>
              <a:t>st</a:t>
            </a:r>
            <a:r>
              <a:rPr lang="en-US" dirty="0"/>
              <a:t> SCMS Instructor POCs</a:t>
            </a:r>
          </a:p>
        </p:txBody>
      </p:sp>
      <p:sp>
        <p:nvSpPr>
          <p:cNvPr id="3" name="Content Placeholder 2">
            <a:extLst>
              <a:ext uri="{FF2B5EF4-FFF2-40B4-BE49-F238E27FC236}">
                <a16:creationId xmlns:a16="http://schemas.microsoft.com/office/drawing/2014/main" id="{D649AE07-1F44-412C-C8FD-D0EBA171FBA1}"/>
              </a:ext>
            </a:extLst>
          </p:cNvPr>
          <p:cNvSpPr>
            <a:spLocks noGrp="1"/>
          </p:cNvSpPr>
          <p:nvPr>
            <p:ph idx="1"/>
          </p:nvPr>
        </p:nvSpPr>
        <p:spPr/>
        <p:txBody>
          <a:bodyPr/>
          <a:lstStyle/>
          <a:p>
            <a:r>
              <a:rPr lang="en-US" dirty="0"/>
              <a:t>Robins</a:t>
            </a:r>
          </a:p>
          <a:p>
            <a:pPr lvl="1"/>
            <a:r>
              <a:rPr lang="en-US" dirty="0"/>
              <a:t>SP – Christopher Tucker</a:t>
            </a:r>
          </a:p>
          <a:p>
            <a:pPr lvl="1"/>
            <a:r>
              <a:rPr lang="en-US" dirty="0"/>
              <a:t>ES – Terry Finley</a:t>
            </a:r>
          </a:p>
          <a:p>
            <a:r>
              <a:rPr lang="en-US" dirty="0"/>
              <a:t>Tinker</a:t>
            </a:r>
          </a:p>
          <a:p>
            <a:pPr lvl="1"/>
            <a:r>
              <a:rPr lang="en-US" dirty="0"/>
              <a:t>SP – Jose Rios</a:t>
            </a:r>
          </a:p>
          <a:p>
            <a:pPr lvl="1"/>
            <a:r>
              <a:rPr lang="en-US" dirty="0"/>
              <a:t>ES – Christopher Gomez</a:t>
            </a:r>
          </a:p>
          <a:p>
            <a:r>
              <a:rPr lang="en-US" dirty="0"/>
              <a:t>Hill</a:t>
            </a:r>
          </a:p>
          <a:p>
            <a:pPr lvl="1"/>
            <a:r>
              <a:rPr lang="en-US" dirty="0"/>
              <a:t>SP – Stacy </a:t>
            </a:r>
            <a:r>
              <a:rPr lang="en-US" dirty="0" err="1"/>
              <a:t>Labarko</a:t>
            </a:r>
            <a:endParaRPr lang="en-US" dirty="0"/>
          </a:p>
          <a:p>
            <a:pPr lvl="1"/>
            <a:r>
              <a:rPr lang="en-US" dirty="0"/>
              <a:t>ES – Christopher (Casey) Greene</a:t>
            </a:r>
          </a:p>
        </p:txBody>
      </p:sp>
      <p:sp>
        <p:nvSpPr>
          <p:cNvPr id="4" name="Slide Number Placeholder 3">
            <a:extLst>
              <a:ext uri="{FF2B5EF4-FFF2-40B4-BE49-F238E27FC236}">
                <a16:creationId xmlns:a16="http://schemas.microsoft.com/office/drawing/2014/main" id="{59B871B7-E171-CEEC-4FE6-3D02BEA64EE2}"/>
              </a:ext>
            </a:extLst>
          </p:cNvPr>
          <p:cNvSpPr>
            <a:spLocks noGrp="1"/>
          </p:cNvSpPr>
          <p:nvPr>
            <p:ph type="sldNum" sz="quarter" idx="11"/>
          </p:nvPr>
        </p:nvSpPr>
        <p:spPr/>
        <p:txBody>
          <a:bodyPr/>
          <a:lstStyle/>
          <a:p>
            <a:pPr>
              <a:defRPr/>
            </a:pPr>
            <a:fld id="{E8C4CF4F-2ECB-4C54-9552-FB58A436033C}" type="slidenum">
              <a:rPr lang="en-US" smtClean="0">
                <a:solidFill>
                  <a:srgbClr val="FFFFFF">
                    <a:lumMod val="50000"/>
                  </a:srgbClr>
                </a:solidFill>
              </a:rPr>
              <a:pPr>
                <a:defRPr/>
              </a:pPr>
              <a:t>2</a:t>
            </a:fld>
            <a:endParaRPr lang="en-US" dirty="0">
              <a:solidFill>
                <a:srgbClr val="808080"/>
              </a:solidFill>
            </a:endParaRPr>
          </a:p>
        </p:txBody>
      </p:sp>
    </p:spTree>
    <p:extLst>
      <p:ext uri="{BB962C8B-B14F-4D97-AF65-F5344CB8AC3E}">
        <p14:creationId xmlns:p14="http://schemas.microsoft.com/office/powerpoint/2010/main" val="657582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1524000" y="47625"/>
            <a:ext cx="10118218" cy="1143000"/>
          </a:xfrm>
        </p:spPr>
        <p:txBody>
          <a:bodyPr/>
          <a:lstStyle/>
          <a:p>
            <a:r>
              <a:rPr lang="en-US" dirty="0"/>
              <a:t>Classification</a:t>
            </a:r>
            <a:endParaRPr lang="en-US" sz="3200" dirty="0"/>
          </a:p>
        </p:txBody>
      </p:sp>
      <p:sp>
        <p:nvSpPr>
          <p:cNvPr id="2" name="Slide Number Placeholder 1"/>
          <p:cNvSpPr>
            <a:spLocks noGrp="1"/>
          </p:cNvSpPr>
          <p:nvPr>
            <p:ph type="sldNum" sz="quarter" idx="11"/>
          </p:nvPr>
        </p:nvSpPr>
        <p:spPr/>
        <p:txBody>
          <a:bodyPr/>
          <a:lstStyle/>
          <a:p>
            <a:pPr>
              <a:defRPr/>
            </a:pPr>
            <a:fld id="{E8C4CF4F-2ECB-4C54-9552-FB58A436033C}" type="slidenum">
              <a:rPr lang="en-US" smtClean="0">
                <a:solidFill>
                  <a:srgbClr val="FFFFFF">
                    <a:lumMod val="50000"/>
                  </a:srgbClr>
                </a:solidFill>
              </a:rPr>
              <a:pPr>
                <a:defRPr/>
              </a:pPr>
              <a:t>3</a:t>
            </a:fld>
            <a:endParaRPr lang="en-US" dirty="0">
              <a:solidFill>
                <a:srgbClr val="808080"/>
              </a:solidFill>
            </a:endParaRPr>
          </a:p>
        </p:txBody>
      </p:sp>
      <p:sp>
        <p:nvSpPr>
          <p:cNvPr id="5" name="Text Box 4"/>
          <p:cNvSpPr txBox="1">
            <a:spLocks noChangeArrowheads="1"/>
          </p:cNvSpPr>
          <p:nvPr/>
        </p:nvSpPr>
        <p:spPr bwMode="auto">
          <a:xfrm>
            <a:off x="609600" y="2470424"/>
            <a:ext cx="10972800" cy="800219"/>
          </a:xfrm>
          <a:prstGeom prst="rect">
            <a:avLst/>
          </a:prstGeom>
          <a:noFill/>
          <a:ln w="9525" algn="ctr">
            <a:noFill/>
            <a:miter lim="800000"/>
            <a:headEnd/>
            <a:tailEnd/>
          </a:ln>
        </p:spPr>
        <p:txBody>
          <a:bodyPr wrap="square">
            <a:spAutoFit/>
          </a:bodyPr>
          <a:lstStyle/>
          <a:p>
            <a:pPr algn="ctr"/>
            <a:endParaRPr lang="en-US" sz="1800" dirty="0">
              <a:cs typeface="Times New Roman" pitchFamily="18" charset="0"/>
            </a:endParaRPr>
          </a:p>
          <a:p>
            <a:pPr algn="ctr"/>
            <a:r>
              <a:rPr lang="en-US" sz="2800" b="1" dirty="0"/>
              <a:t>The classification of this workshop is unclassified.</a:t>
            </a:r>
            <a:endParaRPr lang="en-US" sz="2800" b="1" i="1" dirty="0"/>
          </a:p>
        </p:txBody>
      </p:sp>
    </p:spTree>
    <p:extLst>
      <p:ext uri="{BB962C8B-B14F-4D97-AF65-F5344CB8AC3E}">
        <p14:creationId xmlns:p14="http://schemas.microsoft.com/office/powerpoint/2010/main" val="16458688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1524000" y="47625"/>
            <a:ext cx="10118218" cy="1143000"/>
          </a:xfrm>
        </p:spPr>
        <p:txBody>
          <a:bodyPr/>
          <a:lstStyle/>
          <a:p>
            <a:r>
              <a:rPr lang="en-US" dirty="0"/>
              <a:t>Purpose</a:t>
            </a:r>
            <a:endParaRPr lang="en-US" sz="3200" dirty="0"/>
          </a:p>
        </p:txBody>
      </p:sp>
      <p:sp>
        <p:nvSpPr>
          <p:cNvPr id="2" name="Slide Number Placeholder 1"/>
          <p:cNvSpPr>
            <a:spLocks noGrp="1"/>
          </p:cNvSpPr>
          <p:nvPr>
            <p:ph type="sldNum" sz="quarter" idx="11"/>
          </p:nvPr>
        </p:nvSpPr>
        <p:spPr/>
        <p:txBody>
          <a:bodyPr/>
          <a:lstStyle/>
          <a:p>
            <a:pPr>
              <a:defRPr/>
            </a:pPr>
            <a:fld id="{E8C4CF4F-2ECB-4C54-9552-FB58A436033C}" type="slidenum">
              <a:rPr lang="en-US" smtClean="0">
                <a:solidFill>
                  <a:srgbClr val="FFFFFF">
                    <a:lumMod val="50000"/>
                  </a:srgbClr>
                </a:solidFill>
              </a:rPr>
              <a:pPr>
                <a:defRPr/>
              </a:pPr>
              <a:t>4</a:t>
            </a:fld>
            <a:endParaRPr lang="en-US" dirty="0">
              <a:solidFill>
                <a:srgbClr val="808080"/>
              </a:solidFill>
            </a:endParaRPr>
          </a:p>
        </p:txBody>
      </p:sp>
      <p:sp>
        <p:nvSpPr>
          <p:cNvPr id="5" name="Text Box 4"/>
          <p:cNvSpPr txBox="1">
            <a:spLocks noChangeArrowheads="1"/>
          </p:cNvSpPr>
          <p:nvPr/>
        </p:nvSpPr>
        <p:spPr bwMode="auto">
          <a:xfrm>
            <a:off x="609600" y="1874728"/>
            <a:ext cx="10972800" cy="3108543"/>
          </a:xfrm>
          <a:prstGeom prst="rect">
            <a:avLst/>
          </a:prstGeom>
          <a:noFill/>
          <a:ln w="9525" algn="ctr">
            <a:noFill/>
            <a:miter lim="800000"/>
            <a:headEnd/>
            <a:tailEnd/>
          </a:ln>
        </p:spPr>
        <p:txBody>
          <a:bodyPr wrap="square">
            <a:spAutoFit/>
          </a:bodyPr>
          <a:lstStyle/>
          <a:p>
            <a:pPr algn="ctr">
              <a:buFontTx/>
              <a:buNone/>
            </a:pPr>
            <a:r>
              <a:rPr lang="en-US" sz="2800" b="1" i="1" dirty="0"/>
              <a:t>Due to the 7 Apr 2025 directive from the Office of the Deputy Secretary of Defense to optimize the workforce, the 448</a:t>
            </a:r>
            <a:r>
              <a:rPr lang="en-US" sz="2800" b="1" i="1" baseline="30000" dirty="0"/>
              <a:t>th</a:t>
            </a:r>
            <a:r>
              <a:rPr lang="en-US" sz="2800" b="1" i="1" dirty="0"/>
              <a:t> Supply Chain Management Wing is centralizing the execution of several ESCAPE system actions. Full Operational Capability is 1 Apr. This workshop covers what this centralization effort is, the updated roles/responsibilities, and how to use the workflow tool. </a:t>
            </a:r>
          </a:p>
        </p:txBody>
      </p:sp>
      <p:sp>
        <p:nvSpPr>
          <p:cNvPr id="7" name="TextBox 6"/>
          <p:cNvSpPr txBox="1">
            <a:spLocks noChangeArrowheads="1"/>
          </p:cNvSpPr>
          <p:nvPr/>
        </p:nvSpPr>
        <p:spPr bwMode="auto">
          <a:xfrm>
            <a:off x="442478" y="6132513"/>
            <a:ext cx="1174952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400">
                <a:solidFill>
                  <a:schemeClr val="tx1"/>
                </a:solidFill>
                <a:latin typeface="Arial" panose="020B0604020202020204" pitchFamily="34" charset="0"/>
              </a:defRPr>
            </a:lvl1pPr>
            <a:lvl2pPr marL="742950" indent="-285750">
              <a:defRPr sz="1400">
                <a:solidFill>
                  <a:schemeClr val="tx1"/>
                </a:solidFill>
                <a:latin typeface="Arial" panose="020B0604020202020204" pitchFamily="34" charset="0"/>
              </a:defRPr>
            </a:lvl2pPr>
            <a:lvl3pPr marL="1143000" indent="-228600">
              <a:defRPr sz="1400">
                <a:solidFill>
                  <a:schemeClr val="tx1"/>
                </a:solidFill>
                <a:latin typeface="Arial" panose="020B0604020202020204" pitchFamily="34" charset="0"/>
              </a:defRPr>
            </a:lvl3pPr>
            <a:lvl4pPr marL="1600200" indent="-228600">
              <a:defRPr sz="1400">
                <a:solidFill>
                  <a:schemeClr val="tx1"/>
                </a:solidFill>
                <a:latin typeface="Arial" panose="020B0604020202020204" pitchFamily="34" charset="0"/>
              </a:defRPr>
            </a:lvl4pPr>
            <a:lvl5pPr marL="2057400" indent="-228600">
              <a:defRPr sz="1400">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a:solidFill>
                  <a:schemeClr val="tx1"/>
                </a:solidFill>
                <a:latin typeface="Arial" panose="020B0604020202020204" pitchFamily="34" charset="0"/>
              </a:defRPr>
            </a:lvl9pPr>
          </a:lstStyle>
          <a:p>
            <a:pPr algn="l"/>
            <a:r>
              <a:rPr lang="en-US" altLang="en-US" sz="1000" dirty="0"/>
              <a:t>ESCAPE – Enterprise Supply Chain Analysis Planning and Execution</a:t>
            </a:r>
          </a:p>
        </p:txBody>
      </p:sp>
    </p:spTree>
    <p:extLst>
      <p:ext uri="{BB962C8B-B14F-4D97-AF65-F5344CB8AC3E}">
        <p14:creationId xmlns:p14="http://schemas.microsoft.com/office/powerpoint/2010/main" val="1125234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1524000" y="47625"/>
            <a:ext cx="10118218" cy="1143000"/>
          </a:xfrm>
        </p:spPr>
        <p:txBody>
          <a:bodyPr/>
          <a:lstStyle/>
          <a:p>
            <a:r>
              <a:rPr lang="en-US" dirty="0"/>
              <a:t>Overview</a:t>
            </a:r>
            <a:endParaRPr lang="en-US" sz="3200" dirty="0"/>
          </a:p>
        </p:txBody>
      </p:sp>
      <p:sp>
        <p:nvSpPr>
          <p:cNvPr id="2" name="Slide Number Placeholder 1"/>
          <p:cNvSpPr>
            <a:spLocks noGrp="1"/>
          </p:cNvSpPr>
          <p:nvPr>
            <p:ph type="sldNum" sz="quarter" idx="11"/>
          </p:nvPr>
        </p:nvSpPr>
        <p:spPr/>
        <p:txBody>
          <a:bodyPr/>
          <a:lstStyle/>
          <a:p>
            <a:pPr>
              <a:defRPr/>
            </a:pPr>
            <a:fld id="{E8C4CF4F-2ECB-4C54-9552-FB58A436033C}" type="slidenum">
              <a:rPr lang="en-US" smtClean="0">
                <a:solidFill>
                  <a:srgbClr val="FFFFFF">
                    <a:lumMod val="50000"/>
                  </a:srgbClr>
                </a:solidFill>
              </a:rPr>
              <a:pPr>
                <a:defRPr/>
              </a:pPr>
              <a:t>5</a:t>
            </a:fld>
            <a:endParaRPr lang="en-US" dirty="0">
              <a:solidFill>
                <a:srgbClr val="808080"/>
              </a:solidFill>
            </a:endParaRPr>
          </a:p>
        </p:txBody>
      </p:sp>
      <p:sp>
        <p:nvSpPr>
          <p:cNvPr id="6" name="Rectangle 3"/>
          <p:cNvSpPr txBox="1">
            <a:spLocks noChangeArrowheads="1"/>
          </p:cNvSpPr>
          <p:nvPr/>
        </p:nvSpPr>
        <p:spPr bwMode="auto">
          <a:xfrm>
            <a:off x="539899" y="1343026"/>
            <a:ext cx="11134218" cy="32797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85750" indent="-285750" algn="l" rtl="0" eaLnBrk="0" fontAlgn="base" hangingPunct="0">
              <a:spcBef>
                <a:spcPct val="50000"/>
              </a:spcBef>
              <a:spcAft>
                <a:spcPct val="0"/>
              </a:spcAft>
              <a:buClr>
                <a:srgbClr val="151C77"/>
              </a:buClr>
              <a:buSzPct val="80000"/>
              <a:buFont typeface="Wingdings" pitchFamily="2" charset="2"/>
              <a:buChar char="n"/>
              <a:defRPr sz="2000" b="1">
                <a:solidFill>
                  <a:schemeClr val="tx1"/>
                </a:solidFill>
                <a:latin typeface="+mn-lt"/>
                <a:ea typeface="+mn-ea"/>
                <a:cs typeface="+mn-cs"/>
              </a:defRPr>
            </a:lvl1pPr>
            <a:lvl2pPr marL="688975" indent="-282575" algn="l" rtl="0" eaLnBrk="0" fontAlgn="base" hangingPunct="0">
              <a:spcBef>
                <a:spcPct val="25000"/>
              </a:spcBef>
              <a:spcAft>
                <a:spcPct val="0"/>
              </a:spcAft>
              <a:buClr>
                <a:srgbClr val="151C77"/>
              </a:buClr>
              <a:buSzPct val="80000"/>
              <a:buFont typeface="Wingdings" pitchFamily="2" charset="2"/>
              <a:buChar char="n"/>
              <a:defRPr sz="2000" b="1">
                <a:solidFill>
                  <a:schemeClr val="tx1"/>
                </a:solidFill>
                <a:latin typeface="+mn-lt"/>
              </a:defRPr>
            </a:lvl2pPr>
            <a:lvl3pPr marL="1027113" indent="-223838" algn="l" rtl="0" eaLnBrk="0" fontAlgn="base" hangingPunct="0">
              <a:spcBef>
                <a:spcPct val="25000"/>
              </a:spcBef>
              <a:spcAft>
                <a:spcPct val="0"/>
              </a:spcAft>
              <a:buClr>
                <a:srgbClr val="151C77"/>
              </a:buClr>
              <a:buSzPct val="80000"/>
              <a:buFont typeface="Wingdings" pitchFamily="2" charset="2"/>
              <a:buChar char="n"/>
              <a:defRPr sz="2000" b="1">
                <a:solidFill>
                  <a:schemeClr val="tx1"/>
                </a:solidFill>
                <a:latin typeface="+mn-lt"/>
              </a:defRPr>
            </a:lvl3pPr>
            <a:lvl4pPr marL="1600200" indent="-228600" algn="l" rtl="0" eaLnBrk="0" fontAlgn="base" hangingPunct="0">
              <a:spcBef>
                <a:spcPct val="25000"/>
              </a:spcBef>
              <a:spcAft>
                <a:spcPct val="0"/>
              </a:spcAft>
              <a:buClr>
                <a:srgbClr val="151C77"/>
              </a:buClr>
              <a:buSzPct val="80000"/>
              <a:buFont typeface="Wingdings" pitchFamily="2" charset="2"/>
              <a:buChar char="n"/>
              <a:defRPr sz="2000" b="1">
                <a:solidFill>
                  <a:schemeClr val="tx1"/>
                </a:solidFill>
                <a:latin typeface="+mn-lt"/>
              </a:defRPr>
            </a:lvl4pPr>
            <a:lvl5pPr marL="2057400" indent="-228600"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5pPr>
            <a:lvl6pPr marL="2514600" indent="-228600"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6pPr>
            <a:lvl7pPr marL="2971800" indent="-228600"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7pPr>
            <a:lvl8pPr marL="3429000" indent="-228600"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8pPr>
            <a:lvl9pPr marL="3886200" indent="-228600"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9pPr>
          </a:lstStyle>
          <a:p>
            <a:pPr eaLnBrk="1" hangingPunct="1"/>
            <a:r>
              <a:rPr lang="en-US" kern="0" dirty="0"/>
              <a:t>Cell Structure</a:t>
            </a:r>
          </a:p>
          <a:p>
            <a:pPr eaLnBrk="1" hangingPunct="1"/>
            <a:r>
              <a:rPr lang="en-US" kern="0" dirty="0"/>
              <a:t>Cell SharePoint</a:t>
            </a:r>
          </a:p>
          <a:p>
            <a:pPr eaLnBrk="1" hangingPunct="1"/>
            <a:r>
              <a:rPr lang="en-US" kern="0" dirty="0"/>
              <a:t>Roles/Responsibilities of IPT vs Centralized Cell</a:t>
            </a:r>
          </a:p>
          <a:p>
            <a:pPr eaLnBrk="1" hangingPunct="1"/>
            <a:r>
              <a:rPr lang="en-US" kern="0" dirty="0"/>
              <a:t>User Guide</a:t>
            </a:r>
          </a:p>
          <a:p>
            <a:pPr eaLnBrk="1" hangingPunct="1"/>
            <a:r>
              <a:rPr lang="en-US" kern="0" dirty="0"/>
              <a:t>Live Demo</a:t>
            </a:r>
          </a:p>
          <a:p>
            <a:pPr eaLnBrk="1" hangingPunct="1"/>
            <a:r>
              <a:rPr lang="en-US" kern="0" dirty="0"/>
              <a:t>Scenarios (SP &amp; DP)</a:t>
            </a:r>
          </a:p>
          <a:p>
            <a:pPr eaLnBrk="1" hangingPunct="1"/>
            <a:endParaRPr lang="en-US" kern="0" dirty="0">
              <a:solidFill>
                <a:srgbClr val="FF0000"/>
              </a:solidFill>
            </a:endParaRPr>
          </a:p>
          <a:p>
            <a:pPr eaLnBrk="1" hangingPunct="1">
              <a:buFontTx/>
              <a:buNone/>
            </a:pPr>
            <a:endParaRPr lang="en-US" kern="0" dirty="0"/>
          </a:p>
        </p:txBody>
      </p:sp>
      <p:sp>
        <p:nvSpPr>
          <p:cNvPr id="7" name="TextBox 6"/>
          <p:cNvSpPr txBox="1">
            <a:spLocks noChangeArrowheads="1"/>
          </p:cNvSpPr>
          <p:nvPr/>
        </p:nvSpPr>
        <p:spPr bwMode="auto">
          <a:xfrm>
            <a:off x="442478" y="6148279"/>
            <a:ext cx="1174952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400">
                <a:solidFill>
                  <a:schemeClr val="tx1"/>
                </a:solidFill>
                <a:latin typeface="Arial" panose="020B0604020202020204" pitchFamily="34" charset="0"/>
              </a:defRPr>
            </a:lvl1pPr>
            <a:lvl2pPr marL="742950" indent="-285750">
              <a:defRPr sz="1400">
                <a:solidFill>
                  <a:schemeClr val="tx1"/>
                </a:solidFill>
                <a:latin typeface="Arial" panose="020B0604020202020204" pitchFamily="34" charset="0"/>
              </a:defRPr>
            </a:lvl2pPr>
            <a:lvl3pPr marL="1143000" indent="-228600">
              <a:defRPr sz="1400">
                <a:solidFill>
                  <a:schemeClr val="tx1"/>
                </a:solidFill>
                <a:latin typeface="Arial" panose="020B0604020202020204" pitchFamily="34" charset="0"/>
              </a:defRPr>
            </a:lvl3pPr>
            <a:lvl4pPr marL="1600200" indent="-228600">
              <a:defRPr sz="1400">
                <a:solidFill>
                  <a:schemeClr val="tx1"/>
                </a:solidFill>
                <a:latin typeface="Arial" panose="020B0604020202020204" pitchFamily="34" charset="0"/>
              </a:defRPr>
            </a:lvl4pPr>
            <a:lvl5pPr marL="2057400" indent="-228600">
              <a:defRPr sz="1400">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a:solidFill>
                  <a:schemeClr val="tx1"/>
                </a:solidFill>
                <a:latin typeface="Arial" panose="020B0604020202020204" pitchFamily="34" charset="0"/>
              </a:defRPr>
            </a:lvl9pPr>
          </a:lstStyle>
          <a:p>
            <a:pPr algn="l"/>
            <a:r>
              <a:rPr lang="en-US" altLang="en-US" sz="1000" dirty="0"/>
              <a:t>IPT – Integrated Product Team, SPM – Service Parts Management, SP – Supply Planning, DP – Demand Planning </a:t>
            </a:r>
          </a:p>
        </p:txBody>
      </p:sp>
    </p:spTree>
    <p:extLst>
      <p:ext uri="{BB962C8B-B14F-4D97-AF65-F5344CB8AC3E}">
        <p14:creationId xmlns:p14="http://schemas.microsoft.com/office/powerpoint/2010/main" val="9220132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F65A3-08C3-31C4-DE2E-BB324A8173EB}"/>
              </a:ext>
            </a:extLst>
          </p:cNvPr>
          <p:cNvSpPr>
            <a:spLocks noGrp="1"/>
          </p:cNvSpPr>
          <p:nvPr>
            <p:ph type="title"/>
          </p:nvPr>
        </p:nvSpPr>
        <p:spPr/>
        <p:txBody>
          <a:bodyPr/>
          <a:lstStyle/>
          <a:p>
            <a:r>
              <a:rPr lang="en-US" dirty="0"/>
              <a:t>Structure</a:t>
            </a:r>
          </a:p>
        </p:txBody>
      </p:sp>
      <p:sp>
        <p:nvSpPr>
          <p:cNvPr id="4" name="Slide Number Placeholder 3">
            <a:extLst>
              <a:ext uri="{FF2B5EF4-FFF2-40B4-BE49-F238E27FC236}">
                <a16:creationId xmlns:a16="http://schemas.microsoft.com/office/drawing/2014/main" id="{D0456D00-88C6-DC50-624A-FECAC673E2A7}"/>
              </a:ext>
            </a:extLst>
          </p:cNvPr>
          <p:cNvSpPr>
            <a:spLocks noGrp="1"/>
          </p:cNvSpPr>
          <p:nvPr>
            <p:ph type="sldNum" sz="quarter" idx="11"/>
          </p:nvPr>
        </p:nvSpPr>
        <p:spPr/>
        <p:txBody>
          <a:bodyPr/>
          <a:lstStyle/>
          <a:p>
            <a:pPr>
              <a:defRPr/>
            </a:pPr>
            <a:fld id="{E8C4CF4F-2ECB-4C54-9552-FB58A436033C}" type="slidenum">
              <a:rPr lang="en-US" smtClean="0">
                <a:solidFill>
                  <a:srgbClr val="FFFFFF">
                    <a:lumMod val="50000"/>
                  </a:srgbClr>
                </a:solidFill>
              </a:rPr>
              <a:pPr>
                <a:defRPr/>
              </a:pPr>
              <a:t>6</a:t>
            </a:fld>
            <a:endParaRPr lang="en-US" dirty="0">
              <a:solidFill>
                <a:srgbClr val="808080"/>
              </a:solidFill>
            </a:endParaRPr>
          </a:p>
        </p:txBody>
      </p:sp>
      <p:graphicFrame>
        <p:nvGraphicFramePr>
          <p:cNvPr id="3" name="Diagram 2">
            <a:extLst>
              <a:ext uri="{FF2B5EF4-FFF2-40B4-BE49-F238E27FC236}">
                <a16:creationId xmlns:a16="http://schemas.microsoft.com/office/drawing/2014/main" id="{4E6F314D-A9A3-C2FA-0D56-655AEFCFACF2}"/>
              </a:ext>
            </a:extLst>
          </p:cNvPr>
          <p:cNvGraphicFramePr/>
          <p:nvPr>
            <p:extLst>
              <p:ext uri="{D42A27DB-BD31-4B8C-83A1-F6EECF244321}">
                <p14:modId xmlns:p14="http://schemas.microsoft.com/office/powerpoint/2010/main" val="4064385792"/>
              </p:ext>
            </p:extLst>
          </p:nvPr>
        </p:nvGraphicFramePr>
        <p:xfrm>
          <a:off x="566444" y="1509293"/>
          <a:ext cx="11059111" cy="47180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B66B08CC-649D-3647-D611-DEE9D44D21E6}"/>
              </a:ext>
            </a:extLst>
          </p:cNvPr>
          <p:cNvSpPr txBox="1"/>
          <p:nvPr/>
        </p:nvSpPr>
        <p:spPr>
          <a:xfrm>
            <a:off x="10448719" y="1382121"/>
            <a:ext cx="784705" cy="307777"/>
          </a:xfrm>
          <a:prstGeom prst="rect">
            <a:avLst/>
          </a:prstGeom>
          <a:solidFill>
            <a:srgbClr val="5B9BD5"/>
          </a:solidFill>
          <a:ln>
            <a:solidFill>
              <a:srgbClr val="5B9BD5"/>
            </a:solid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b="1" i="0" u="none" strike="noStrike" kern="0" cap="none" spc="0" normalizeH="0" baseline="0" noProof="0" dirty="0">
                <a:ln>
                  <a:noFill/>
                </a:ln>
                <a:solidFill>
                  <a:prstClr val="white"/>
                </a:solidFill>
                <a:effectLst/>
                <a:uLnTx/>
                <a:uFillTx/>
              </a:rPr>
              <a:t>Tinker</a:t>
            </a:r>
            <a:endParaRPr kumimoji="0" lang="en-US" sz="1600" b="1" i="0" u="none" strike="noStrike" kern="0" cap="none" spc="0" normalizeH="0" baseline="0" noProof="0" dirty="0">
              <a:ln>
                <a:noFill/>
              </a:ln>
              <a:solidFill>
                <a:prstClr val="white"/>
              </a:solidFill>
              <a:effectLst/>
              <a:uLnTx/>
              <a:uFillTx/>
            </a:endParaRPr>
          </a:p>
        </p:txBody>
      </p:sp>
      <p:sp>
        <p:nvSpPr>
          <p:cNvPr id="7" name="TextBox 6">
            <a:extLst>
              <a:ext uri="{FF2B5EF4-FFF2-40B4-BE49-F238E27FC236}">
                <a16:creationId xmlns:a16="http://schemas.microsoft.com/office/drawing/2014/main" id="{F5DE836D-B32B-EC16-4256-FFBA054C2BF3}"/>
              </a:ext>
            </a:extLst>
          </p:cNvPr>
          <p:cNvSpPr txBox="1"/>
          <p:nvPr/>
        </p:nvSpPr>
        <p:spPr>
          <a:xfrm>
            <a:off x="10448719" y="1689898"/>
            <a:ext cx="784705" cy="307777"/>
          </a:xfrm>
          <a:prstGeom prst="rect">
            <a:avLst/>
          </a:prstGeom>
          <a:solidFill>
            <a:srgbClr val="7030A0"/>
          </a:solidFill>
          <a:ln>
            <a:solidFill>
              <a:schemeClr val="accent6">
                <a:lumMod val="60000"/>
                <a:lumOff val="40000"/>
              </a:schemeClr>
            </a:solidFill>
          </a:ln>
        </p:spPr>
        <p:txBody>
          <a:bodyPr wrap="square" rtlCol="0">
            <a:spAutoFit/>
          </a:bodyPr>
          <a:lstStyle/>
          <a:p>
            <a:pPr algn="ctr"/>
            <a:r>
              <a:rPr lang="en-US" b="1" dirty="0">
                <a:solidFill>
                  <a:schemeClr val="bg1"/>
                </a:solidFill>
              </a:rPr>
              <a:t>Hill</a:t>
            </a:r>
          </a:p>
        </p:txBody>
      </p:sp>
      <p:sp>
        <p:nvSpPr>
          <p:cNvPr id="8" name="TextBox 7">
            <a:extLst>
              <a:ext uri="{FF2B5EF4-FFF2-40B4-BE49-F238E27FC236}">
                <a16:creationId xmlns:a16="http://schemas.microsoft.com/office/drawing/2014/main" id="{FEB8D396-1C55-2E43-13BD-4AF554C2AD86}"/>
              </a:ext>
            </a:extLst>
          </p:cNvPr>
          <p:cNvSpPr txBox="1"/>
          <p:nvPr/>
        </p:nvSpPr>
        <p:spPr>
          <a:xfrm>
            <a:off x="10448719" y="1978223"/>
            <a:ext cx="784705" cy="307777"/>
          </a:xfrm>
          <a:prstGeom prst="rect">
            <a:avLst/>
          </a:prstGeom>
          <a:solidFill>
            <a:schemeClr val="tx1">
              <a:lumMod val="75000"/>
              <a:lumOff val="25000"/>
            </a:schemeClr>
          </a:solidFill>
          <a:ln>
            <a:solidFill>
              <a:schemeClr val="tx1">
                <a:lumMod val="65000"/>
                <a:lumOff val="35000"/>
              </a:schemeClr>
            </a:solidFill>
          </a:ln>
        </p:spPr>
        <p:txBody>
          <a:bodyPr wrap="square" rtlCol="0">
            <a:spAutoFit/>
          </a:bodyPr>
          <a:lstStyle/>
          <a:p>
            <a:pPr algn="ctr"/>
            <a:r>
              <a:rPr lang="en-US" b="1" dirty="0">
                <a:solidFill>
                  <a:schemeClr val="bg1"/>
                </a:solidFill>
              </a:rPr>
              <a:t>Robins</a:t>
            </a:r>
          </a:p>
        </p:txBody>
      </p:sp>
      <p:sp>
        <p:nvSpPr>
          <p:cNvPr id="9" name="TextBox 8">
            <a:extLst>
              <a:ext uri="{FF2B5EF4-FFF2-40B4-BE49-F238E27FC236}">
                <a16:creationId xmlns:a16="http://schemas.microsoft.com/office/drawing/2014/main" id="{ABF979E4-4FB5-3A3D-5203-FC78E784C98C}"/>
              </a:ext>
            </a:extLst>
          </p:cNvPr>
          <p:cNvSpPr txBox="1"/>
          <p:nvPr/>
        </p:nvSpPr>
        <p:spPr>
          <a:xfrm>
            <a:off x="10448719" y="2286000"/>
            <a:ext cx="784705" cy="307777"/>
          </a:xfrm>
          <a:prstGeom prst="rect">
            <a:avLst/>
          </a:prstGeom>
          <a:solidFill>
            <a:srgbClr val="00B050"/>
          </a:solidFill>
          <a:ln>
            <a:solidFill>
              <a:schemeClr val="tx1">
                <a:lumMod val="65000"/>
                <a:lumOff val="35000"/>
              </a:schemeClr>
            </a:solidFill>
          </a:ln>
        </p:spPr>
        <p:txBody>
          <a:bodyPr wrap="square" rtlCol="0">
            <a:spAutoFit/>
          </a:bodyPr>
          <a:lstStyle/>
          <a:p>
            <a:pPr algn="ctr"/>
            <a:r>
              <a:rPr lang="en-US" b="1" dirty="0">
                <a:solidFill>
                  <a:schemeClr val="bg1"/>
                </a:solidFill>
              </a:rPr>
              <a:t>TBD</a:t>
            </a:r>
          </a:p>
        </p:txBody>
      </p:sp>
    </p:spTree>
    <p:extLst>
      <p:ext uri="{BB962C8B-B14F-4D97-AF65-F5344CB8AC3E}">
        <p14:creationId xmlns:p14="http://schemas.microsoft.com/office/powerpoint/2010/main" val="2563942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58BDB-A1B5-EF60-B9FB-C5568D097644}"/>
              </a:ext>
            </a:extLst>
          </p:cNvPr>
          <p:cNvSpPr>
            <a:spLocks noGrp="1"/>
          </p:cNvSpPr>
          <p:nvPr>
            <p:ph type="title"/>
          </p:nvPr>
        </p:nvSpPr>
        <p:spPr/>
        <p:txBody>
          <a:bodyPr/>
          <a:lstStyle/>
          <a:p>
            <a:r>
              <a:rPr lang="en-US" dirty="0"/>
              <a:t>SPM Centralization SharePoint</a:t>
            </a:r>
          </a:p>
        </p:txBody>
      </p:sp>
      <p:sp>
        <p:nvSpPr>
          <p:cNvPr id="3" name="Content Placeholder 2">
            <a:extLst>
              <a:ext uri="{FF2B5EF4-FFF2-40B4-BE49-F238E27FC236}">
                <a16:creationId xmlns:a16="http://schemas.microsoft.com/office/drawing/2014/main" id="{447EFC6D-4A2A-9195-E99D-717A8C77E290}"/>
              </a:ext>
            </a:extLst>
          </p:cNvPr>
          <p:cNvSpPr>
            <a:spLocks noGrp="1"/>
          </p:cNvSpPr>
          <p:nvPr>
            <p:ph idx="1"/>
          </p:nvPr>
        </p:nvSpPr>
        <p:spPr/>
        <p:txBody>
          <a:bodyPr/>
          <a:lstStyle/>
          <a:p>
            <a:r>
              <a:rPr lang="en-US" dirty="0">
                <a:hlinkClick r:id="rId2"/>
              </a:rPr>
              <a:t>https://usaf.dps.mil/teams/448thESCAPEProgram/SitePages/Strategic-Overview.aspx</a:t>
            </a: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9E5D379F-0721-C1BC-499E-295A799EFC69}"/>
              </a:ext>
            </a:extLst>
          </p:cNvPr>
          <p:cNvSpPr>
            <a:spLocks noGrp="1"/>
          </p:cNvSpPr>
          <p:nvPr>
            <p:ph type="sldNum" sz="quarter" idx="11"/>
          </p:nvPr>
        </p:nvSpPr>
        <p:spPr/>
        <p:txBody>
          <a:bodyPr/>
          <a:lstStyle/>
          <a:p>
            <a:pPr>
              <a:defRPr/>
            </a:pPr>
            <a:fld id="{E8C4CF4F-2ECB-4C54-9552-FB58A436033C}" type="slidenum">
              <a:rPr lang="en-US" smtClean="0">
                <a:solidFill>
                  <a:srgbClr val="FFFFFF">
                    <a:lumMod val="50000"/>
                  </a:srgbClr>
                </a:solidFill>
              </a:rPr>
              <a:pPr>
                <a:defRPr/>
              </a:pPr>
              <a:t>7</a:t>
            </a:fld>
            <a:endParaRPr lang="en-US" dirty="0">
              <a:solidFill>
                <a:srgbClr val="808080"/>
              </a:solidFill>
            </a:endParaRPr>
          </a:p>
        </p:txBody>
      </p:sp>
      <p:pic>
        <p:nvPicPr>
          <p:cNvPr id="6" name="Picture 5" descr="Graphical user interface, text, application, email&#10;&#10;AI-generated content may be incorrect.">
            <a:extLst>
              <a:ext uri="{FF2B5EF4-FFF2-40B4-BE49-F238E27FC236}">
                <a16:creationId xmlns:a16="http://schemas.microsoft.com/office/drawing/2014/main" id="{E76E7EC9-DCE1-01D7-D806-8D0539EC4E0F}"/>
              </a:ext>
            </a:extLst>
          </p:cNvPr>
          <p:cNvPicPr>
            <a:picLocks noChangeAspect="1"/>
          </p:cNvPicPr>
          <p:nvPr/>
        </p:nvPicPr>
        <p:blipFill>
          <a:blip r:embed="rId3"/>
          <a:stretch>
            <a:fillRect/>
          </a:stretch>
        </p:blipFill>
        <p:spPr>
          <a:xfrm>
            <a:off x="1818087" y="1639145"/>
            <a:ext cx="7798878" cy="4636528"/>
          </a:xfrm>
          <a:prstGeom prst="rect">
            <a:avLst/>
          </a:prstGeom>
        </p:spPr>
      </p:pic>
    </p:spTree>
    <p:extLst>
      <p:ext uri="{BB962C8B-B14F-4D97-AF65-F5344CB8AC3E}">
        <p14:creationId xmlns:p14="http://schemas.microsoft.com/office/powerpoint/2010/main" val="16862752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3ECD7-EC52-9831-0F41-2C0E7F87BEF9}"/>
              </a:ext>
            </a:extLst>
          </p:cNvPr>
          <p:cNvSpPr>
            <a:spLocks noGrp="1"/>
          </p:cNvSpPr>
          <p:nvPr>
            <p:ph type="title"/>
          </p:nvPr>
        </p:nvSpPr>
        <p:spPr/>
        <p:txBody>
          <a:bodyPr/>
          <a:lstStyle/>
          <a:p>
            <a:r>
              <a:rPr lang="en-US" dirty="0"/>
              <a:t>Roles &amp; Responsibilities</a:t>
            </a:r>
          </a:p>
        </p:txBody>
      </p:sp>
      <p:sp>
        <p:nvSpPr>
          <p:cNvPr id="3" name="Content Placeholder 2">
            <a:extLst>
              <a:ext uri="{FF2B5EF4-FFF2-40B4-BE49-F238E27FC236}">
                <a16:creationId xmlns:a16="http://schemas.microsoft.com/office/drawing/2014/main" id="{4773564B-0BF1-910D-6468-34F400F431EC}"/>
              </a:ext>
            </a:extLst>
          </p:cNvPr>
          <p:cNvSpPr>
            <a:spLocks noGrp="1"/>
          </p:cNvSpPr>
          <p:nvPr>
            <p:ph idx="1"/>
          </p:nvPr>
        </p:nvSpPr>
        <p:spPr/>
        <p:txBody>
          <a:bodyPr/>
          <a:lstStyle/>
          <a:p>
            <a:r>
              <a:rPr lang="en-US" dirty="0"/>
              <a:t>420</a:t>
            </a:r>
            <a:r>
              <a:rPr lang="en-US" baseline="30000" dirty="0"/>
              <a:t>th</a:t>
            </a:r>
            <a:r>
              <a:rPr lang="en-US" dirty="0"/>
              <a:t> SCMS/GUNB Centralized Cell</a:t>
            </a:r>
          </a:p>
          <a:p>
            <a:pPr lvl="1"/>
            <a:r>
              <a:rPr lang="en-US" dirty="0"/>
              <a:t>Technical Support</a:t>
            </a:r>
          </a:p>
          <a:p>
            <a:pPr lvl="1"/>
            <a:r>
              <a:rPr lang="en-US" dirty="0"/>
              <a:t>Collaborative Alignment</a:t>
            </a:r>
          </a:p>
        </p:txBody>
      </p:sp>
      <p:sp>
        <p:nvSpPr>
          <p:cNvPr id="4" name="Slide Number Placeholder 3">
            <a:extLst>
              <a:ext uri="{FF2B5EF4-FFF2-40B4-BE49-F238E27FC236}">
                <a16:creationId xmlns:a16="http://schemas.microsoft.com/office/drawing/2014/main" id="{D6111706-E8CE-65B8-6F8B-589443BB1172}"/>
              </a:ext>
            </a:extLst>
          </p:cNvPr>
          <p:cNvSpPr>
            <a:spLocks noGrp="1"/>
          </p:cNvSpPr>
          <p:nvPr>
            <p:ph type="sldNum" sz="quarter" idx="11"/>
          </p:nvPr>
        </p:nvSpPr>
        <p:spPr/>
        <p:txBody>
          <a:bodyPr/>
          <a:lstStyle/>
          <a:p>
            <a:pPr>
              <a:defRPr/>
            </a:pPr>
            <a:fld id="{E8C4CF4F-2ECB-4C54-9552-FB58A436033C}" type="slidenum">
              <a:rPr lang="en-US" smtClean="0">
                <a:solidFill>
                  <a:srgbClr val="FFFFFF">
                    <a:lumMod val="50000"/>
                  </a:srgbClr>
                </a:solidFill>
              </a:rPr>
              <a:pPr>
                <a:defRPr/>
              </a:pPr>
              <a:t>8</a:t>
            </a:fld>
            <a:endParaRPr lang="en-US" dirty="0">
              <a:solidFill>
                <a:srgbClr val="808080"/>
              </a:solidFill>
            </a:endParaRPr>
          </a:p>
        </p:txBody>
      </p:sp>
    </p:spTree>
    <p:extLst>
      <p:ext uri="{BB962C8B-B14F-4D97-AF65-F5344CB8AC3E}">
        <p14:creationId xmlns:p14="http://schemas.microsoft.com/office/powerpoint/2010/main" val="3945799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084B-AC30-08F9-9834-30B619DE61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6650EA-8256-8887-FA2E-023019E0AEED}"/>
              </a:ext>
            </a:extLst>
          </p:cNvPr>
          <p:cNvSpPr>
            <a:spLocks noGrp="1"/>
          </p:cNvSpPr>
          <p:nvPr>
            <p:ph type="title"/>
          </p:nvPr>
        </p:nvSpPr>
        <p:spPr/>
        <p:txBody>
          <a:bodyPr/>
          <a:lstStyle/>
          <a:p>
            <a:r>
              <a:rPr lang="en-US" dirty="0"/>
              <a:t>Roles &amp; Responsibilities</a:t>
            </a:r>
          </a:p>
        </p:txBody>
      </p:sp>
      <p:sp>
        <p:nvSpPr>
          <p:cNvPr id="3" name="Content Placeholder 2">
            <a:extLst>
              <a:ext uri="{FF2B5EF4-FFF2-40B4-BE49-F238E27FC236}">
                <a16:creationId xmlns:a16="http://schemas.microsoft.com/office/drawing/2014/main" id="{0FA4934A-32FF-3907-CE00-5840B73FE972}"/>
              </a:ext>
            </a:extLst>
          </p:cNvPr>
          <p:cNvSpPr>
            <a:spLocks noGrp="1"/>
          </p:cNvSpPr>
          <p:nvPr>
            <p:ph idx="1"/>
          </p:nvPr>
        </p:nvSpPr>
        <p:spPr>
          <a:xfrm>
            <a:off x="437577" y="1283270"/>
            <a:ext cx="5658424" cy="4743450"/>
          </a:xfrm>
        </p:spPr>
        <p:txBody>
          <a:bodyPr/>
          <a:lstStyle/>
          <a:p>
            <a:r>
              <a:rPr lang="en-US" dirty="0"/>
              <a:t>Examples of Demand Planning Tasks</a:t>
            </a:r>
          </a:p>
          <a:p>
            <a:pPr lvl="1"/>
            <a:r>
              <a:rPr lang="en-US" dirty="0"/>
              <a:t>Causal Failure Rate Overrides</a:t>
            </a:r>
          </a:p>
          <a:p>
            <a:pPr lvl="1"/>
            <a:r>
              <a:rPr lang="en-US" dirty="0"/>
              <a:t>Demand Adjustments by Exception</a:t>
            </a:r>
          </a:p>
          <a:p>
            <a:pPr lvl="1"/>
            <a:r>
              <a:rPr lang="en-US" dirty="0"/>
              <a:t>Failure Rate Overrides</a:t>
            </a:r>
          </a:p>
          <a:p>
            <a:pPr lvl="1"/>
            <a:r>
              <a:rPr lang="en-US" dirty="0"/>
              <a:t>Forecasting Method Change</a:t>
            </a:r>
          </a:p>
          <a:p>
            <a:pPr lvl="1"/>
            <a:r>
              <a:rPr lang="en-US" dirty="0"/>
              <a:t>RTS Adjustment</a:t>
            </a:r>
          </a:p>
          <a:p>
            <a:pPr lvl="1"/>
            <a:r>
              <a:rPr lang="en-US" dirty="0"/>
              <a:t>Review Reasons</a:t>
            </a:r>
          </a:p>
        </p:txBody>
      </p:sp>
      <p:sp>
        <p:nvSpPr>
          <p:cNvPr id="4" name="Slide Number Placeholder 3">
            <a:extLst>
              <a:ext uri="{FF2B5EF4-FFF2-40B4-BE49-F238E27FC236}">
                <a16:creationId xmlns:a16="http://schemas.microsoft.com/office/drawing/2014/main" id="{619B473D-99A0-ADA1-B76A-75D99393F2E7}"/>
              </a:ext>
            </a:extLst>
          </p:cNvPr>
          <p:cNvSpPr>
            <a:spLocks noGrp="1"/>
          </p:cNvSpPr>
          <p:nvPr>
            <p:ph type="sldNum" sz="quarter" idx="11"/>
          </p:nvPr>
        </p:nvSpPr>
        <p:spPr/>
        <p:txBody>
          <a:bodyPr/>
          <a:lstStyle/>
          <a:p>
            <a:pPr>
              <a:defRPr/>
            </a:pPr>
            <a:fld id="{E8C4CF4F-2ECB-4C54-9552-FB58A436033C}" type="slidenum">
              <a:rPr lang="en-US" smtClean="0">
                <a:solidFill>
                  <a:srgbClr val="FFFFFF">
                    <a:lumMod val="50000"/>
                  </a:srgbClr>
                </a:solidFill>
              </a:rPr>
              <a:pPr>
                <a:defRPr/>
              </a:pPr>
              <a:t>9</a:t>
            </a:fld>
            <a:endParaRPr lang="en-US" dirty="0">
              <a:solidFill>
                <a:srgbClr val="808080"/>
              </a:solidFill>
            </a:endParaRPr>
          </a:p>
        </p:txBody>
      </p:sp>
      <p:sp>
        <p:nvSpPr>
          <p:cNvPr id="5" name="Content Placeholder 2">
            <a:extLst>
              <a:ext uri="{FF2B5EF4-FFF2-40B4-BE49-F238E27FC236}">
                <a16:creationId xmlns:a16="http://schemas.microsoft.com/office/drawing/2014/main" id="{1F966C86-CC6B-C3CA-8007-6B8193A2419E}"/>
              </a:ext>
            </a:extLst>
          </p:cNvPr>
          <p:cNvSpPr txBox="1">
            <a:spLocks/>
          </p:cNvSpPr>
          <p:nvPr/>
        </p:nvSpPr>
        <p:spPr bwMode="auto">
          <a:xfrm>
            <a:off x="6023258" y="1283270"/>
            <a:ext cx="5658424" cy="47434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85750" indent="-285750" algn="l" rtl="0" eaLnBrk="0" fontAlgn="base" hangingPunct="0">
              <a:spcBef>
                <a:spcPct val="50000"/>
              </a:spcBef>
              <a:spcAft>
                <a:spcPct val="0"/>
              </a:spcAft>
              <a:buClr>
                <a:srgbClr val="151C77"/>
              </a:buClr>
              <a:buSzPct val="80000"/>
              <a:buFont typeface="Wingdings" pitchFamily="2" charset="2"/>
              <a:buChar char="n"/>
              <a:defRPr sz="2000" b="1">
                <a:solidFill>
                  <a:schemeClr val="tx1"/>
                </a:solidFill>
                <a:latin typeface="+mn-lt"/>
                <a:ea typeface="+mn-ea"/>
                <a:cs typeface="+mn-cs"/>
              </a:defRPr>
            </a:lvl1pPr>
            <a:lvl2pPr marL="688975" indent="-282575" algn="l" rtl="0" eaLnBrk="0" fontAlgn="base" hangingPunct="0">
              <a:spcBef>
                <a:spcPct val="25000"/>
              </a:spcBef>
              <a:spcAft>
                <a:spcPct val="0"/>
              </a:spcAft>
              <a:buClr>
                <a:srgbClr val="151C77"/>
              </a:buClr>
              <a:buSzPct val="80000"/>
              <a:buFont typeface="Wingdings" pitchFamily="2" charset="2"/>
              <a:buChar char="n"/>
              <a:defRPr sz="2000" b="1">
                <a:solidFill>
                  <a:schemeClr val="tx1"/>
                </a:solidFill>
                <a:latin typeface="+mn-lt"/>
              </a:defRPr>
            </a:lvl2pPr>
            <a:lvl3pPr marL="1027113" indent="-223838" algn="l" rtl="0" eaLnBrk="0" fontAlgn="base" hangingPunct="0">
              <a:spcBef>
                <a:spcPct val="25000"/>
              </a:spcBef>
              <a:spcAft>
                <a:spcPct val="0"/>
              </a:spcAft>
              <a:buClr>
                <a:srgbClr val="151C77"/>
              </a:buClr>
              <a:buSzPct val="80000"/>
              <a:buFont typeface="Wingdings" pitchFamily="2" charset="2"/>
              <a:buChar char="n"/>
              <a:defRPr sz="2000" b="1">
                <a:solidFill>
                  <a:schemeClr val="tx1"/>
                </a:solidFill>
                <a:latin typeface="+mn-lt"/>
              </a:defRPr>
            </a:lvl3pPr>
            <a:lvl4pPr marL="1600200" indent="-228600" algn="l" rtl="0" eaLnBrk="0" fontAlgn="base" hangingPunct="0">
              <a:spcBef>
                <a:spcPct val="25000"/>
              </a:spcBef>
              <a:spcAft>
                <a:spcPct val="0"/>
              </a:spcAft>
              <a:buClr>
                <a:srgbClr val="151C77"/>
              </a:buClr>
              <a:buSzPct val="80000"/>
              <a:buFont typeface="Wingdings" pitchFamily="2" charset="2"/>
              <a:buChar char="n"/>
              <a:defRPr sz="2000" b="1">
                <a:solidFill>
                  <a:schemeClr val="tx1"/>
                </a:solidFill>
                <a:latin typeface="+mn-lt"/>
              </a:defRPr>
            </a:lvl4pPr>
            <a:lvl5pPr marL="2057400" indent="-228600" algn="l" rtl="0" eaLnBrk="0" fontAlgn="base" hangingPunct="0">
              <a:spcBef>
                <a:spcPct val="20000"/>
              </a:spcBef>
              <a:spcAft>
                <a:spcPct val="0"/>
              </a:spcAft>
              <a:buClr>
                <a:srgbClr val="003399"/>
              </a:buClr>
              <a:buSzPct val="80000"/>
              <a:buFont typeface="Wingdings" pitchFamily="2" charset="2"/>
              <a:buChar char="n"/>
              <a:defRPr sz="2000" b="1">
                <a:solidFill>
                  <a:schemeClr val="tx1"/>
                </a:solidFill>
                <a:latin typeface="+mn-lt"/>
              </a:defRPr>
            </a:lvl5pPr>
            <a:lvl6pPr marL="2514600" indent="-228600"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6pPr>
            <a:lvl7pPr marL="2971800" indent="-228600"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7pPr>
            <a:lvl8pPr marL="3429000" indent="-228600"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8pPr>
            <a:lvl9pPr marL="3886200" indent="-228600"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9pPr>
          </a:lstStyle>
          <a:p>
            <a:r>
              <a:rPr lang="en-US" kern="0" dirty="0"/>
              <a:t>Examples of Supply Planning Tasks</a:t>
            </a:r>
          </a:p>
          <a:p>
            <a:pPr lvl="1"/>
            <a:r>
              <a:rPr lang="en-US" kern="0" dirty="0"/>
              <a:t>Manual Additives</a:t>
            </a:r>
          </a:p>
          <a:p>
            <a:pPr lvl="1"/>
            <a:r>
              <a:rPr lang="en-US" kern="0" dirty="0"/>
              <a:t>Serv/</a:t>
            </a:r>
            <a:r>
              <a:rPr lang="en-US" kern="0" dirty="0" err="1"/>
              <a:t>Unserv</a:t>
            </a:r>
            <a:r>
              <a:rPr lang="en-US" kern="0" dirty="0"/>
              <a:t> Adjustments</a:t>
            </a:r>
          </a:p>
          <a:p>
            <a:pPr lvl="1"/>
            <a:r>
              <a:rPr lang="en-US" kern="0" dirty="0"/>
              <a:t>Terminations</a:t>
            </a:r>
          </a:p>
          <a:p>
            <a:pPr lvl="1"/>
            <a:r>
              <a:rPr lang="en-US" kern="0" dirty="0"/>
              <a:t>Lead Times</a:t>
            </a:r>
          </a:p>
          <a:p>
            <a:pPr lvl="1"/>
            <a:r>
              <a:rPr lang="en-US" kern="0" dirty="0"/>
              <a:t>MRRD Input</a:t>
            </a:r>
          </a:p>
          <a:p>
            <a:pPr lvl="1"/>
            <a:r>
              <a:rPr lang="en-US" kern="0" dirty="0"/>
              <a:t>Order Adjustments</a:t>
            </a:r>
          </a:p>
          <a:p>
            <a:pPr lvl="1"/>
            <a:r>
              <a:rPr lang="en-US" kern="0" dirty="0"/>
              <a:t>Actual Unit Price/DOLP</a:t>
            </a:r>
          </a:p>
          <a:p>
            <a:pPr lvl="1"/>
            <a:r>
              <a:rPr lang="en-US" kern="0" dirty="0"/>
              <a:t>DMISA Project Orders</a:t>
            </a:r>
          </a:p>
          <a:p>
            <a:pPr lvl="1"/>
            <a:r>
              <a:rPr lang="en-US" kern="0" dirty="0"/>
              <a:t>Review Reasons</a:t>
            </a:r>
          </a:p>
        </p:txBody>
      </p:sp>
    </p:spTree>
    <p:extLst>
      <p:ext uri="{BB962C8B-B14F-4D97-AF65-F5344CB8AC3E}">
        <p14:creationId xmlns:p14="http://schemas.microsoft.com/office/powerpoint/2010/main" val="34430776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B8D69-73CD-D5EE-7D64-DD9C526D03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B2DB02-7E9A-319B-F603-3C70CD1E9100}"/>
              </a:ext>
            </a:extLst>
          </p:cNvPr>
          <p:cNvSpPr>
            <a:spLocks noGrp="1"/>
          </p:cNvSpPr>
          <p:nvPr>
            <p:ph type="title"/>
          </p:nvPr>
        </p:nvSpPr>
        <p:spPr/>
        <p:txBody>
          <a:bodyPr/>
          <a:lstStyle/>
          <a:p>
            <a:r>
              <a:rPr lang="en-US" dirty="0"/>
              <a:t>Roles &amp; Responsibilities</a:t>
            </a:r>
          </a:p>
        </p:txBody>
      </p:sp>
      <p:sp>
        <p:nvSpPr>
          <p:cNvPr id="3" name="Content Placeholder 2">
            <a:extLst>
              <a:ext uri="{FF2B5EF4-FFF2-40B4-BE49-F238E27FC236}">
                <a16:creationId xmlns:a16="http://schemas.microsoft.com/office/drawing/2014/main" id="{03C991FA-2CF3-6F69-B2F4-7B4F009D5F82}"/>
              </a:ext>
            </a:extLst>
          </p:cNvPr>
          <p:cNvSpPr>
            <a:spLocks noGrp="1"/>
          </p:cNvSpPr>
          <p:nvPr>
            <p:ph idx="1"/>
          </p:nvPr>
        </p:nvSpPr>
        <p:spPr/>
        <p:txBody>
          <a:bodyPr/>
          <a:lstStyle/>
          <a:p>
            <a:r>
              <a:rPr lang="en-US" dirty="0"/>
              <a:t>P&amp;E Integrated Product Teams</a:t>
            </a:r>
          </a:p>
          <a:p>
            <a:pPr lvl="1"/>
            <a:r>
              <a:rPr lang="en-US" dirty="0"/>
              <a:t>Customer Engagement</a:t>
            </a:r>
          </a:p>
          <a:p>
            <a:pPr lvl="1"/>
            <a:r>
              <a:rPr lang="en-US" dirty="0"/>
              <a:t>Strategic Analysis</a:t>
            </a:r>
          </a:p>
          <a:p>
            <a:pPr lvl="1"/>
            <a:r>
              <a:rPr lang="en-US" dirty="0"/>
              <a:t>Directing Action</a:t>
            </a:r>
          </a:p>
          <a:p>
            <a:pPr lvl="1"/>
            <a:r>
              <a:rPr lang="en-US" dirty="0"/>
              <a:t>Validate</a:t>
            </a:r>
          </a:p>
          <a:p>
            <a:pPr lvl="1"/>
            <a:r>
              <a:rPr lang="en-US" dirty="0"/>
              <a:t>Execute Requirements</a:t>
            </a:r>
          </a:p>
        </p:txBody>
      </p:sp>
      <p:sp>
        <p:nvSpPr>
          <p:cNvPr id="4" name="Slide Number Placeholder 3">
            <a:extLst>
              <a:ext uri="{FF2B5EF4-FFF2-40B4-BE49-F238E27FC236}">
                <a16:creationId xmlns:a16="http://schemas.microsoft.com/office/drawing/2014/main" id="{5C93DC56-D2F7-E4DB-9A57-1E4DBE8C1BA8}"/>
              </a:ext>
            </a:extLst>
          </p:cNvPr>
          <p:cNvSpPr>
            <a:spLocks noGrp="1"/>
          </p:cNvSpPr>
          <p:nvPr>
            <p:ph type="sldNum" sz="quarter" idx="11"/>
          </p:nvPr>
        </p:nvSpPr>
        <p:spPr/>
        <p:txBody>
          <a:bodyPr/>
          <a:lstStyle/>
          <a:p>
            <a:pPr>
              <a:defRPr/>
            </a:pPr>
            <a:fld id="{E8C4CF4F-2ECB-4C54-9552-FB58A436033C}" type="slidenum">
              <a:rPr lang="en-US" smtClean="0">
                <a:solidFill>
                  <a:srgbClr val="FFFFFF">
                    <a:lumMod val="50000"/>
                  </a:srgbClr>
                </a:solidFill>
              </a:rPr>
              <a:pPr>
                <a:defRPr/>
              </a:pPr>
              <a:t>10</a:t>
            </a:fld>
            <a:endParaRPr lang="en-US" dirty="0">
              <a:solidFill>
                <a:srgbClr val="808080"/>
              </a:solidFill>
            </a:endParaRPr>
          </a:p>
        </p:txBody>
      </p:sp>
    </p:spTree>
    <p:extLst>
      <p:ext uri="{BB962C8B-B14F-4D97-AF65-F5344CB8AC3E}">
        <p14:creationId xmlns:p14="http://schemas.microsoft.com/office/powerpoint/2010/main" val="813463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683CB-B1FC-47A4-1AE7-3D3D679D17E1}"/>
              </a:ext>
            </a:extLst>
          </p:cNvPr>
          <p:cNvSpPr>
            <a:spLocks noGrp="1"/>
          </p:cNvSpPr>
          <p:nvPr>
            <p:ph type="title"/>
          </p:nvPr>
        </p:nvSpPr>
        <p:spPr/>
        <p:txBody>
          <a:bodyPr/>
          <a:lstStyle/>
          <a:p>
            <a:r>
              <a:rPr lang="en-US" dirty="0"/>
              <a:t>2875 Access</a:t>
            </a:r>
          </a:p>
        </p:txBody>
      </p:sp>
      <p:sp>
        <p:nvSpPr>
          <p:cNvPr id="3" name="Content Placeholder 2">
            <a:extLst>
              <a:ext uri="{FF2B5EF4-FFF2-40B4-BE49-F238E27FC236}">
                <a16:creationId xmlns:a16="http://schemas.microsoft.com/office/drawing/2014/main" id="{60EEC109-8AFF-4F07-442A-CDEBEBAAE7CA}"/>
              </a:ext>
            </a:extLst>
          </p:cNvPr>
          <p:cNvSpPr>
            <a:spLocks noGrp="1"/>
          </p:cNvSpPr>
          <p:nvPr>
            <p:ph idx="1"/>
          </p:nvPr>
        </p:nvSpPr>
        <p:spPr/>
        <p:txBody>
          <a:bodyPr/>
          <a:lstStyle/>
          <a:p>
            <a:r>
              <a:rPr lang="en-US" dirty="0">
                <a:hlinkClick r:id="rId3"/>
              </a:rPr>
              <a:t>https://usaf.dps.mil/teams/448thESCAPEProgram/SitePages/Centralization.aspx</a:t>
            </a: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7A3B3FAF-62E7-E1D4-7C45-1A35088E88EB}"/>
              </a:ext>
            </a:extLst>
          </p:cNvPr>
          <p:cNvSpPr>
            <a:spLocks noGrp="1"/>
          </p:cNvSpPr>
          <p:nvPr>
            <p:ph type="sldNum" sz="quarter" idx="11"/>
          </p:nvPr>
        </p:nvSpPr>
        <p:spPr/>
        <p:txBody>
          <a:bodyPr/>
          <a:lstStyle/>
          <a:p>
            <a:pPr>
              <a:defRPr/>
            </a:pPr>
            <a:fld id="{E8C4CF4F-2ECB-4C54-9552-FB58A436033C}" type="slidenum">
              <a:rPr lang="en-US" smtClean="0">
                <a:solidFill>
                  <a:srgbClr val="FFFFFF">
                    <a:lumMod val="50000"/>
                  </a:srgbClr>
                </a:solidFill>
              </a:rPr>
              <a:pPr>
                <a:defRPr/>
              </a:pPr>
              <a:t>11</a:t>
            </a:fld>
            <a:endParaRPr lang="en-US" dirty="0">
              <a:solidFill>
                <a:srgbClr val="808080"/>
              </a:solidFill>
            </a:endParaRPr>
          </a:p>
        </p:txBody>
      </p:sp>
      <p:pic>
        <p:nvPicPr>
          <p:cNvPr id="8" name="Picture 7" descr="Graphical user interface, website&#10;&#10;AI-generated content may be incorrect.">
            <a:extLst>
              <a:ext uri="{FF2B5EF4-FFF2-40B4-BE49-F238E27FC236}">
                <a16:creationId xmlns:a16="http://schemas.microsoft.com/office/drawing/2014/main" id="{D58AAFD4-CD9C-C0B6-416F-0384E4E41119}"/>
              </a:ext>
            </a:extLst>
          </p:cNvPr>
          <p:cNvPicPr>
            <a:picLocks noChangeAspect="1"/>
          </p:cNvPicPr>
          <p:nvPr/>
        </p:nvPicPr>
        <p:blipFill>
          <a:blip r:embed="rId4"/>
          <a:stretch>
            <a:fillRect/>
          </a:stretch>
        </p:blipFill>
        <p:spPr>
          <a:xfrm>
            <a:off x="2876104" y="1655378"/>
            <a:ext cx="6579192" cy="4743450"/>
          </a:xfrm>
          <a:prstGeom prst="rect">
            <a:avLst/>
          </a:prstGeom>
        </p:spPr>
      </p:pic>
    </p:spTree>
    <p:extLst>
      <p:ext uri="{BB962C8B-B14F-4D97-AF65-F5344CB8AC3E}">
        <p14:creationId xmlns:p14="http://schemas.microsoft.com/office/powerpoint/2010/main" val="9146673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ACCC4-DB94-3965-B8AE-27FA4857C491}"/>
              </a:ext>
            </a:extLst>
          </p:cNvPr>
          <p:cNvSpPr>
            <a:spLocks noGrp="1"/>
          </p:cNvSpPr>
          <p:nvPr>
            <p:ph type="title"/>
          </p:nvPr>
        </p:nvSpPr>
        <p:spPr/>
        <p:txBody>
          <a:bodyPr/>
          <a:lstStyle/>
          <a:p>
            <a:r>
              <a:rPr lang="en-US" dirty="0"/>
              <a:t>Workflow Tool</a:t>
            </a:r>
          </a:p>
        </p:txBody>
      </p:sp>
      <p:sp>
        <p:nvSpPr>
          <p:cNvPr id="3" name="Content Placeholder 2">
            <a:extLst>
              <a:ext uri="{FF2B5EF4-FFF2-40B4-BE49-F238E27FC236}">
                <a16:creationId xmlns:a16="http://schemas.microsoft.com/office/drawing/2014/main" id="{5E0C30B3-1E3E-6D1B-CCD6-3CE011B88B86}"/>
              </a:ext>
            </a:extLst>
          </p:cNvPr>
          <p:cNvSpPr>
            <a:spLocks noGrp="1"/>
          </p:cNvSpPr>
          <p:nvPr>
            <p:ph idx="1"/>
          </p:nvPr>
        </p:nvSpPr>
        <p:spPr/>
        <p:txBody>
          <a:bodyPr/>
          <a:lstStyle/>
          <a:p>
            <a:r>
              <a:rPr lang="en-US" u="sng" dirty="0">
                <a:hlinkClick r:id="rId3"/>
              </a:rPr>
              <a:t>https://escodspeg01.cce.af.mil/prweb/PRAuth/Centralize</a:t>
            </a:r>
            <a:endParaRPr lang="en-US" u="sng" dirty="0"/>
          </a:p>
          <a:p>
            <a:pPr marL="0" indent="0">
              <a:buNone/>
            </a:pPr>
            <a:endParaRPr lang="en-US" dirty="0"/>
          </a:p>
        </p:txBody>
      </p:sp>
      <p:sp>
        <p:nvSpPr>
          <p:cNvPr id="4" name="Slide Number Placeholder 3">
            <a:extLst>
              <a:ext uri="{FF2B5EF4-FFF2-40B4-BE49-F238E27FC236}">
                <a16:creationId xmlns:a16="http://schemas.microsoft.com/office/drawing/2014/main" id="{84C66899-F7B3-8886-ED04-0A637B3363B9}"/>
              </a:ext>
            </a:extLst>
          </p:cNvPr>
          <p:cNvSpPr>
            <a:spLocks noGrp="1"/>
          </p:cNvSpPr>
          <p:nvPr>
            <p:ph type="sldNum" sz="quarter" idx="11"/>
          </p:nvPr>
        </p:nvSpPr>
        <p:spPr/>
        <p:txBody>
          <a:bodyPr/>
          <a:lstStyle/>
          <a:p>
            <a:pPr>
              <a:defRPr/>
            </a:pPr>
            <a:fld id="{E8C4CF4F-2ECB-4C54-9552-FB58A436033C}" type="slidenum">
              <a:rPr lang="en-US" smtClean="0">
                <a:solidFill>
                  <a:srgbClr val="FFFFFF">
                    <a:lumMod val="50000"/>
                  </a:srgbClr>
                </a:solidFill>
              </a:rPr>
              <a:pPr>
                <a:defRPr/>
              </a:pPr>
              <a:t>12</a:t>
            </a:fld>
            <a:endParaRPr lang="en-US" dirty="0">
              <a:solidFill>
                <a:srgbClr val="808080"/>
              </a:solidFill>
            </a:endParaRPr>
          </a:p>
        </p:txBody>
      </p:sp>
      <p:pic>
        <p:nvPicPr>
          <p:cNvPr id="5" name="Picture 4" descr="A screenshot of a computer&#10;&#10;AI-generated content may be incorrect.">
            <a:extLst>
              <a:ext uri="{FF2B5EF4-FFF2-40B4-BE49-F238E27FC236}">
                <a16:creationId xmlns:a16="http://schemas.microsoft.com/office/drawing/2014/main" id="{61A79D6E-F372-054F-381C-3CF8906FCD66}"/>
              </a:ext>
            </a:extLst>
          </p:cNvPr>
          <p:cNvPicPr>
            <a:picLocks noChangeAspect="1"/>
          </p:cNvPicPr>
          <p:nvPr/>
        </p:nvPicPr>
        <p:blipFill>
          <a:blip r:embed="rId4"/>
          <a:stretch>
            <a:fillRect/>
          </a:stretch>
        </p:blipFill>
        <p:spPr>
          <a:xfrm>
            <a:off x="1667933" y="1706627"/>
            <a:ext cx="8856134" cy="4569046"/>
          </a:xfrm>
          <a:prstGeom prst="rect">
            <a:avLst/>
          </a:prstGeom>
        </p:spPr>
      </p:pic>
    </p:spTree>
    <p:extLst>
      <p:ext uri="{BB962C8B-B14F-4D97-AF65-F5344CB8AC3E}">
        <p14:creationId xmlns:p14="http://schemas.microsoft.com/office/powerpoint/2010/main" val="35883222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3A218-3261-A775-006E-00C1946569C9}"/>
              </a:ext>
            </a:extLst>
          </p:cNvPr>
          <p:cNvSpPr>
            <a:spLocks noGrp="1"/>
          </p:cNvSpPr>
          <p:nvPr>
            <p:ph type="title"/>
          </p:nvPr>
        </p:nvSpPr>
        <p:spPr/>
        <p:txBody>
          <a:bodyPr/>
          <a:lstStyle/>
          <a:p>
            <a:r>
              <a:rPr lang="en-US" dirty="0"/>
              <a:t>Creating a Central Task Request</a:t>
            </a:r>
          </a:p>
        </p:txBody>
      </p:sp>
      <p:sp>
        <p:nvSpPr>
          <p:cNvPr id="3" name="Content Placeholder 2">
            <a:extLst>
              <a:ext uri="{FF2B5EF4-FFF2-40B4-BE49-F238E27FC236}">
                <a16:creationId xmlns:a16="http://schemas.microsoft.com/office/drawing/2014/main" id="{25AD4841-0A31-87C9-0488-5CE1C854E1F6}"/>
              </a:ext>
            </a:extLst>
          </p:cNvPr>
          <p:cNvSpPr>
            <a:spLocks noGrp="1"/>
          </p:cNvSpPr>
          <p:nvPr>
            <p:ph idx="1"/>
          </p:nvPr>
        </p:nvSpPr>
        <p:spPr/>
        <p:txBody>
          <a:bodyPr/>
          <a:lstStyle/>
          <a:p>
            <a:r>
              <a:rPr lang="en-US" dirty="0"/>
              <a:t>Step 1: Open a New Task</a:t>
            </a:r>
          </a:p>
        </p:txBody>
      </p:sp>
      <p:sp>
        <p:nvSpPr>
          <p:cNvPr id="4" name="Slide Number Placeholder 3">
            <a:extLst>
              <a:ext uri="{FF2B5EF4-FFF2-40B4-BE49-F238E27FC236}">
                <a16:creationId xmlns:a16="http://schemas.microsoft.com/office/drawing/2014/main" id="{BDE133BF-71B3-2275-7919-9829BB176C78}"/>
              </a:ext>
            </a:extLst>
          </p:cNvPr>
          <p:cNvSpPr>
            <a:spLocks noGrp="1"/>
          </p:cNvSpPr>
          <p:nvPr>
            <p:ph type="sldNum" sz="quarter" idx="11"/>
          </p:nvPr>
        </p:nvSpPr>
        <p:spPr/>
        <p:txBody>
          <a:bodyPr/>
          <a:lstStyle/>
          <a:p>
            <a:pPr>
              <a:defRPr/>
            </a:pPr>
            <a:fld id="{E8C4CF4F-2ECB-4C54-9552-FB58A436033C}" type="slidenum">
              <a:rPr lang="en-US" smtClean="0">
                <a:solidFill>
                  <a:srgbClr val="FFFFFF">
                    <a:lumMod val="50000"/>
                  </a:srgbClr>
                </a:solidFill>
              </a:rPr>
              <a:pPr>
                <a:defRPr/>
              </a:pPr>
              <a:t>13</a:t>
            </a:fld>
            <a:endParaRPr lang="en-US" dirty="0">
              <a:solidFill>
                <a:srgbClr val="808080"/>
              </a:solidFill>
            </a:endParaRPr>
          </a:p>
        </p:txBody>
      </p:sp>
      <p:pic>
        <p:nvPicPr>
          <p:cNvPr id="6" name="Picture 5" descr="Graphical user interface, application">
            <a:extLst>
              <a:ext uri="{FF2B5EF4-FFF2-40B4-BE49-F238E27FC236}">
                <a16:creationId xmlns:a16="http://schemas.microsoft.com/office/drawing/2014/main" id="{6BBF0B14-6C56-B943-4CA1-36794B262657}"/>
              </a:ext>
            </a:extLst>
          </p:cNvPr>
          <p:cNvPicPr>
            <a:picLocks noChangeAspect="1"/>
          </p:cNvPicPr>
          <p:nvPr/>
        </p:nvPicPr>
        <p:blipFill>
          <a:blip r:embed="rId3"/>
          <a:stretch>
            <a:fillRect/>
          </a:stretch>
        </p:blipFill>
        <p:spPr>
          <a:xfrm>
            <a:off x="1225204" y="1931324"/>
            <a:ext cx="3372321" cy="4020111"/>
          </a:xfrm>
          <a:prstGeom prst="rect">
            <a:avLst/>
          </a:prstGeom>
        </p:spPr>
      </p:pic>
      <p:pic>
        <p:nvPicPr>
          <p:cNvPr id="7" name="Picture 6" descr="Graphical user interface, application&#10;&#10;AI-generated content may be incorrect.">
            <a:extLst>
              <a:ext uri="{FF2B5EF4-FFF2-40B4-BE49-F238E27FC236}">
                <a16:creationId xmlns:a16="http://schemas.microsoft.com/office/drawing/2014/main" id="{9D3B051E-B2B3-E069-9A00-3F3CEE99036B}"/>
              </a:ext>
            </a:extLst>
          </p:cNvPr>
          <p:cNvPicPr>
            <a:picLocks noChangeAspect="1"/>
          </p:cNvPicPr>
          <p:nvPr/>
        </p:nvPicPr>
        <p:blipFill>
          <a:blip r:embed="rId4"/>
          <a:stretch>
            <a:fillRect/>
          </a:stretch>
        </p:blipFill>
        <p:spPr>
          <a:xfrm>
            <a:off x="6036159" y="1931324"/>
            <a:ext cx="3238500" cy="4095396"/>
          </a:xfrm>
          <a:prstGeom prst="rect">
            <a:avLst/>
          </a:prstGeom>
        </p:spPr>
      </p:pic>
      <p:sp>
        <p:nvSpPr>
          <p:cNvPr id="8" name="Rectangle 7">
            <a:extLst>
              <a:ext uri="{FF2B5EF4-FFF2-40B4-BE49-F238E27FC236}">
                <a16:creationId xmlns:a16="http://schemas.microsoft.com/office/drawing/2014/main" id="{EEBC8268-F959-DAEC-F0C0-E36E34E943FE}"/>
              </a:ext>
            </a:extLst>
          </p:cNvPr>
          <p:cNvSpPr/>
          <p:nvPr/>
        </p:nvSpPr>
        <p:spPr bwMode="auto">
          <a:xfrm>
            <a:off x="6329855" y="3153103"/>
            <a:ext cx="859221" cy="275897"/>
          </a:xfrm>
          <a:prstGeom prst="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40650054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EA776-6769-7AE6-7299-63ADC2131916}"/>
              </a:ext>
            </a:extLst>
          </p:cNvPr>
          <p:cNvSpPr>
            <a:spLocks noGrp="1"/>
          </p:cNvSpPr>
          <p:nvPr>
            <p:ph type="title"/>
          </p:nvPr>
        </p:nvSpPr>
        <p:spPr/>
        <p:txBody>
          <a:bodyPr/>
          <a:lstStyle/>
          <a:p>
            <a:r>
              <a:rPr lang="en-US" dirty="0"/>
              <a:t>Creating a Central Task Request</a:t>
            </a:r>
          </a:p>
        </p:txBody>
      </p:sp>
      <p:sp>
        <p:nvSpPr>
          <p:cNvPr id="3" name="Content Placeholder 2">
            <a:extLst>
              <a:ext uri="{FF2B5EF4-FFF2-40B4-BE49-F238E27FC236}">
                <a16:creationId xmlns:a16="http://schemas.microsoft.com/office/drawing/2014/main" id="{3309C0D6-281C-A3DA-308B-BE502F36323C}"/>
              </a:ext>
            </a:extLst>
          </p:cNvPr>
          <p:cNvSpPr>
            <a:spLocks noGrp="1"/>
          </p:cNvSpPr>
          <p:nvPr>
            <p:ph idx="1"/>
          </p:nvPr>
        </p:nvSpPr>
        <p:spPr/>
        <p:txBody>
          <a:bodyPr/>
          <a:lstStyle/>
          <a:p>
            <a:r>
              <a:rPr lang="en-US" dirty="0"/>
              <a:t>Step 2: Fill out the </a:t>
            </a:r>
            <a:r>
              <a:rPr lang="en-US"/>
              <a:t>Task Details</a:t>
            </a:r>
          </a:p>
        </p:txBody>
      </p:sp>
      <p:sp>
        <p:nvSpPr>
          <p:cNvPr id="4" name="Slide Number Placeholder 3">
            <a:extLst>
              <a:ext uri="{FF2B5EF4-FFF2-40B4-BE49-F238E27FC236}">
                <a16:creationId xmlns:a16="http://schemas.microsoft.com/office/drawing/2014/main" id="{EFAD0E81-51A3-6DC6-2EAB-60823787A72C}"/>
              </a:ext>
            </a:extLst>
          </p:cNvPr>
          <p:cNvSpPr>
            <a:spLocks noGrp="1"/>
          </p:cNvSpPr>
          <p:nvPr>
            <p:ph type="sldNum" sz="quarter" idx="11"/>
          </p:nvPr>
        </p:nvSpPr>
        <p:spPr/>
        <p:txBody>
          <a:bodyPr/>
          <a:lstStyle/>
          <a:p>
            <a:pPr>
              <a:defRPr/>
            </a:pPr>
            <a:fld id="{E8C4CF4F-2ECB-4C54-9552-FB58A436033C}" type="slidenum">
              <a:rPr lang="en-US" smtClean="0">
                <a:solidFill>
                  <a:srgbClr val="FFFFFF">
                    <a:lumMod val="50000"/>
                  </a:srgbClr>
                </a:solidFill>
              </a:rPr>
              <a:pPr>
                <a:defRPr/>
              </a:pPr>
              <a:t>14</a:t>
            </a:fld>
            <a:endParaRPr lang="en-US" dirty="0">
              <a:solidFill>
                <a:srgbClr val="808080"/>
              </a:solidFill>
            </a:endParaRPr>
          </a:p>
        </p:txBody>
      </p:sp>
      <p:pic>
        <p:nvPicPr>
          <p:cNvPr id="6" name="Picture 5" descr="Graphical user interface, application&#10;&#10;AI-generated content may be incorrect.">
            <a:extLst>
              <a:ext uri="{FF2B5EF4-FFF2-40B4-BE49-F238E27FC236}">
                <a16:creationId xmlns:a16="http://schemas.microsoft.com/office/drawing/2014/main" id="{C435A149-7823-54F1-6567-AE0AB7A284C3}"/>
              </a:ext>
            </a:extLst>
          </p:cNvPr>
          <p:cNvPicPr>
            <a:picLocks noChangeAspect="1"/>
          </p:cNvPicPr>
          <p:nvPr/>
        </p:nvPicPr>
        <p:blipFill>
          <a:blip r:embed="rId3"/>
          <a:stretch>
            <a:fillRect/>
          </a:stretch>
        </p:blipFill>
        <p:spPr>
          <a:xfrm>
            <a:off x="1868485" y="1661412"/>
            <a:ext cx="8455030" cy="4436521"/>
          </a:xfrm>
          <a:prstGeom prst="rect">
            <a:avLst/>
          </a:prstGeom>
        </p:spPr>
      </p:pic>
    </p:spTree>
    <p:extLst>
      <p:ext uri="{BB962C8B-B14F-4D97-AF65-F5344CB8AC3E}">
        <p14:creationId xmlns:p14="http://schemas.microsoft.com/office/powerpoint/2010/main" val="24191098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1C690-D820-83A7-7F6C-A49F6687430D}"/>
              </a:ext>
            </a:extLst>
          </p:cNvPr>
          <p:cNvSpPr>
            <a:spLocks noGrp="1"/>
          </p:cNvSpPr>
          <p:nvPr>
            <p:ph type="title"/>
          </p:nvPr>
        </p:nvSpPr>
        <p:spPr/>
        <p:txBody>
          <a:bodyPr/>
          <a:lstStyle/>
          <a:p>
            <a:r>
              <a:rPr lang="en-US" dirty="0"/>
              <a:t>Creating a Central Task Request</a:t>
            </a:r>
          </a:p>
        </p:txBody>
      </p:sp>
      <p:sp>
        <p:nvSpPr>
          <p:cNvPr id="3" name="Content Placeholder 2">
            <a:extLst>
              <a:ext uri="{FF2B5EF4-FFF2-40B4-BE49-F238E27FC236}">
                <a16:creationId xmlns:a16="http://schemas.microsoft.com/office/drawing/2014/main" id="{E1121FBD-DA61-8E27-6BE5-9B71673809F3}"/>
              </a:ext>
            </a:extLst>
          </p:cNvPr>
          <p:cNvSpPr>
            <a:spLocks noGrp="1"/>
          </p:cNvSpPr>
          <p:nvPr>
            <p:ph idx="1"/>
          </p:nvPr>
        </p:nvSpPr>
        <p:spPr/>
        <p:txBody>
          <a:bodyPr/>
          <a:lstStyle/>
          <a:p>
            <a:r>
              <a:rPr lang="en-US" dirty="0"/>
              <a:t>Step 3: Attach All Supporting Documentation</a:t>
            </a:r>
          </a:p>
        </p:txBody>
      </p:sp>
      <p:sp>
        <p:nvSpPr>
          <p:cNvPr id="4" name="Slide Number Placeholder 3">
            <a:extLst>
              <a:ext uri="{FF2B5EF4-FFF2-40B4-BE49-F238E27FC236}">
                <a16:creationId xmlns:a16="http://schemas.microsoft.com/office/drawing/2014/main" id="{F9A1B81B-7D2D-C81E-9468-BD7C6F51A8E5}"/>
              </a:ext>
            </a:extLst>
          </p:cNvPr>
          <p:cNvSpPr>
            <a:spLocks noGrp="1"/>
          </p:cNvSpPr>
          <p:nvPr>
            <p:ph type="sldNum" sz="quarter" idx="11"/>
          </p:nvPr>
        </p:nvSpPr>
        <p:spPr/>
        <p:txBody>
          <a:bodyPr/>
          <a:lstStyle/>
          <a:p>
            <a:pPr>
              <a:defRPr/>
            </a:pPr>
            <a:fld id="{E8C4CF4F-2ECB-4C54-9552-FB58A436033C}" type="slidenum">
              <a:rPr lang="en-US" smtClean="0">
                <a:solidFill>
                  <a:srgbClr val="FFFFFF">
                    <a:lumMod val="50000"/>
                  </a:srgbClr>
                </a:solidFill>
              </a:rPr>
              <a:pPr>
                <a:defRPr/>
              </a:pPr>
              <a:t>15</a:t>
            </a:fld>
            <a:endParaRPr lang="en-US" dirty="0">
              <a:solidFill>
                <a:srgbClr val="808080"/>
              </a:solidFill>
            </a:endParaRPr>
          </a:p>
        </p:txBody>
      </p:sp>
      <p:pic>
        <p:nvPicPr>
          <p:cNvPr id="7" name="Picture 6" descr="Graphical user interface, application&#10;&#10;AI-generated content may be incorrect.">
            <a:extLst>
              <a:ext uri="{FF2B5EF4-FFF2-40B4-BE49-F238E27FC236}">
                <a16:creationId xmlns:a16="http://schemas.microsoft.com/office/drawing/2014/main" id="{0C6DF477-3B34-6905-F8AA-804C92ABD8F5}"/>
              </a:ext>
            </a:extLst>
          </p:cNvPr>
          <p:cNvPicPr>
            <a:picLocks noChangeAspect="1"/>
          </p:cNvPicPr>
          <p:nvPr/>
        </p:nvPicPr>
        <p:blipFill>
          <a:blip r:embed="rId3"/>
          <a:stretch>
            <a:fillRect/>
          </a:stretch>
        </p:blipFill>
        <p:spPr>
          <a:xfrm>
            <a:off x="2050548" y="1943123"/>
            <a:ext cx="8090904" cy="4332549"/>
          </a:xfrm>
          <a:prstGeom prst="rect">
            <a:avLst/>
          </a:prstGeom>
        </p:spPr>
      </p:pic>
    </p:spTree>
    <p:extLst>
      <p:ext uri="{BB962C8B-B14F-4D97-AF65-F5344CB8AC3E}">
        <p14:creationId xmlns:p14="http://schemas.microsoft.com/office/powerpoint/2010/main" val="31943163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5ABB6-36A9-CF32-6B66-255918A3A7FC}"/>
              </a:ext>
            </a:extLst>
          </p:cNvPr>
          <p:cNvSpPr>
            <a:spLocks noGrp="1"/>
          </p:cNvSpPr>
          <p:nvPr>
            <p:ph type="title"/>
          </p:nvPr>
        </p:nvSpPr>
        <p:spPr/>
        <p:txBody>
          <a:bodyPr/>
          <a:lstStyle/>
          <a:p>
            <a:r>
              <a:rPr lang="en-US" dirty="0"/>
              <a:t>Creating a Central Task Request</a:t>
            </a:r>
          </a:p>
        </p:txBody>
      </p:sp>
      <p:sp>
        <p:nvSpPr>
          <p:cNvPr id="3" name="Content Placeholder 2">
            <a:extLst>
              <a:ext uri="{FF2B5EF4-FFF2-40B4-BE49-F238E27FC236}">
                <a16:creationId xmlns:a16="http://schemas.microsoft.com/office/drawing/2014/main" id="{7469D286-706B-6CBA-485F-995842101587}"/>
              </a:ext>
            </a:extLst>
          </p:cNvPr>
          <p:cNvSpPr>
            <a:spLocks noGrp="1"/>
          </p:cNvSpPr>
          <p:nvPr>
            <p:ph idx="1"/>
          </p:nvPr>
        </p:nvSpPr>
        <p:spPr/>
        <p:txBody>
          <a:bodyPr/>
          <a:lstStyle/>
          <a:p>
            <a:r>
              <a:rPr lang="en-US" dirty="0"/>
              <a:t>Step 4: Submit the Task and Record the Task ID</a:t>
            </a:r>
          </a:p>
        </p:txBody>
      </p:sp>
      <p:sp>
        <p:nvSpPr>
          <p:cNvPr id="4" name="Slide Number Placeholder 3">
            <a:extLst>
              <a:ext uri="{FF2B5EF4-FFF2-40B4-BE49-F238E27FC236}">
                <a16:creationId xmlns:a16="http://schemas.microsoft.com/office/drawing/2014/main" id="{FBB40195-8DB5-1359-90BE-ECEDD2BD187A}"/>
              </a:ext>
            </a:extLst>
          </p:cNvPr>
          <p:cNvSpPr>
            <a:spLocks noGrp="1"/>
          </p:cNvSpPr>
          <p:nvPr>
            <p:ph type="sldNum" sz="quarter" idx="11"/>
          </p:nvPr>
        </p:nvSpPr>
        <p:spPr/>
        <p:txBody>
          <a:bodyPr/>
          <a:lstStyle/>
          <a:p>
            <a:pPr>
              <a:defRPr/>
            </a:pPr>
            <a:fld id="{E8C4CF4F-2ECB-4C54-9552-FB58A436033C}" type="slidenum">
              <a:rPr lang="en-US" smtClean="0">
                <a:solidFill>
                  <a:srgbClr val="FFFFFF">
                    <a:lumMod val="50000"/>
                  </a:srgbClr>
                </a:solidFill>
              </a:rPr>
              <a:pPr>
                <a:defRPr/>
              </a:pPr>
              <a:t>16</a:t>
            </a:fld>
            <a:endParaRPr lang="en-US" dirty="0">
              <a:solidFill>
                <a:srgbClr val="808080"/>
              </a:solidFill>
            </a:endParaRPr>
          </a:p>
        </p:txBody>
      </p:sp>
      <p:pic>
        <p:nvPicPr>
          <p:cNvPr id="6" name="Picture 5" descr="Graphical user interface, text, application, email&#10;&#10;AI-generated content may be incorrect.">
            <a:extLst>
              <a:ext uri="{FF2B5EF4-FFF2-40B4-BE49-F238E27FC236}">
                <a16:creationId xmlns:a16="http://schemas.microsoft.com/office/drawing/2014/main" id="{76908196-53BD-0379-D47C-35B981249A78}"/>
              </a:ext>
            </a:extLst>
          </p:cNvPr>
          <p:cNvPicPr>
            <a:picLocks noChangeAspect="1"/>
          </p:cNvPicPr>
          <p:nvPr/>
        </p:nvPicPr>
        <p:blipFill>
          <a:blip r:embed="rId3"/>
          <a:stretch>
            <a:fillRect/>
          </a:stretch>
        </p:blipFill>
        <p:spPr>
          <a:xfrm>
            <a:off x="3390178" y="1817594"/>
            <a:ext cx="5411643" cy="4394019"/>
          </a:xfrm>
          <a:prstGeom prst="rect">
            <a:avLst/>
          </a:prstGeom>
        </p:spPr>
      </p:pic>
    </p:spTree>
    <p:extLst>
      <p:ext uri="{BB962C8B-B14F-4D97-AF65-F5344CB8AC3E}">
        <p14:creationId xmlns:p14="http://schemas.microsoft.com/office/powerpoint/2010/main" val="30303499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5A717-8F2C-BD1F-F861-A5D862B14F5C}"/>
              </a:ext>
            </a:extLst>
          </p:cNvPr>
          <p:cNvSpPr>
            <a:spLocks noGrp="1"/>
          </p:cNvSpPr>
          <p:nvPr>
            <p:ph type="title"/>
          </p:nvPr>
        </p:nvSpPr>
        <p:spPr/>
        <p:txBody>
          <a:bodyPr/>
          <a:lstStyle/>
          <a:p>
            <a:r>
              <a:rPr lang="en-US" dirty="0"/>
              <a:t>Four Stages of Central Task Management</a:t>
            </a:r>
          </a:p>
        </p:txBody>
      </p:sp>
      <p:sp>
        <p:nvSpPr>
          <p:cNvPr id="3" name="Content Placeholder 2">
            <a:extLst>
              <a:ext uri="{FF2B5EF4-FFF2-40B4-BE49-F238E27FC236}">
                <a16:creationId xmlns:a16="http://schemas.microsoft.com/office/drawing/2014/main" id="{3F616749-E463-F09D-12E8-0E5D059CF154}"/>
              </a:ext>
            </a:extLst>
          </p:cNvPr>
          <p:cNvSpPr>
            <a:spLocks noGrp="1"/>
          </p:cNvSpPr>
          <p:nvPr>
            <p:ph idx="1"/>
          </p:nvPr>
        </p:nvSpPr>
        <p:spPr/>
        <p:txBody>
          <a:bodyPr/>
          <a:lstStyle/>
          <a:p>
            <a:r>
              <a:rPr lang="en-US" dirty="0"/>
              <a:t>Trigger</a:t>
            </a:r>
          </a:p>
          <a:p>
            <a:r>
              <a:rPr lang="en-US" dirty="0"/>
              <a:t>Research</a:t>
            </a:r>
          </a:p>
          <a:p>
            <a:r>
              <a:rPr lang="en-US" dirty="0"/>
              <a:t>Execute</a:t>
            </a:r>
          </a:p>
          <a:p>
            <a:r>
              <a:rPr lang="en-US" dirty="0"/>
              <a:t>Notification</a:t>
            </a:r>
          </a:p>
        </p:txBody>
      </p:sp>
      <p:sp>
        <p:nvSpPr>
          <p:cNvPr id="4" name="Slide Number Placeholder 3">
            <a:extLst>
              <a:ext uri="{FF2B5EF4-FFF2-40B4-BE49-F238E27FC236}">
                <a16:creationId xmlns:a16="http://schemas.microsoft.com/office/drawing/2014/main" id="{EDFF8062-1294-5CA1-C240-238BEDA404A9}"/>
              </a:ext>
            </a:extLst>
          </p:cNvPr>
          <p:cNvSpPr>
            <a:spLocks noGrp="1"/>
          </p:cNvSpPr>
          <p:nvPr>
            <p:ph type="sldNum" sz="quarter" idx="11"/>
          </p:nvPr>
        </p:nvSpPr>
        <p:spPr/>
        <p:txBody>
          <a:bodyPr/>
          <a:lstStyle/>
          <a:p>
            <a:pPr>
              <a:defRPr/>
            </a:pPr>
            <a:fld id="{E8C4CF4F-2ECB-4C54-9552-FB58A436033C}" type="slidenum">
              <a:rPr lang="en-US" smtClean="0">
                <a:solidFill>
                  <a:srgbClr val="FFFFFF">
                    <a:lumMod val="50000"/>
                  </a:srgbClr>
                </a:solidFill>
              </a:rPr>
              <a:pPr>
                <a:defRPr/>
              </a:pPr>
              <a:t>17</a:t>
            </a:fld>
            <a:endParaRPr lang="en-US" dirty="0">
              <a:solidFill>
                <a:srgbClr val="808080"/>
              </a:solidFill>
            </a:endParaRPr>
          </a:p>
        </p:txBody>
      </p:sp>
    </p:spTree>
    <p:extLst>
      <p:ext uri="{BB962C8B-B14F-4D97-AF65-F5344CB8AC3E}">
        <p14:creationId xmlns:p14="http://schemas.microsoft.com/office/powerpoint/2010/main" val="32768682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D73B9-A079-CA76-84B2-D84620A32EB0}"/>
              </a:ext>
            </a:extLst>
          </p:cNvPr>
          <p:cNvSpPr>
            <a:spLocks noGrp="1"/>
          </p:cNvSpPr>
          <p:nvPr>
            <p:ph type="title"/>
          </p:nvPr>
        </p:nvSpPr>
        <p:spPr/>
        <p:txBody>
          <a:bodyPr/>
          <a:lstStyle/>
          <a:p>
            <a:r>
              <a:rPr lang="en-US" dirty="0"/>
              <a:t>Dashboard</a:t>
            </a:r>
          </a:p>
        </p:txBody>
      </p:sp>
      <p:sp>
        <p:nvSpPr>
          <p:cNvPr id="3" name="Content Placeholder 2">
            <a:extLst>
              <a:ext uri="{FF2B5EF4-FFF2-40B4-BE49-F238E27FC236}">
                <a16:creationId xmlns:a16="http://schemas.microsoft.com/office/drawing/2014/main" id="{31E9976D-8603-8277-BB31-40A67430AB09}"/>
              </a:ext>
            </a:extLst>
          </p:cNvPr>
          <p:cNvSpPr>
            <a:spLocks noGrp="1"/>
          </p:cNvSpPr>
          <p:nvPr>
            <p:ph idx="1"/>
          </p:nvPr>
        </p:nvSpPr>
        <p:spPr/>
        <p:txBody>
          <a:bodyPr/>
          <a:lstStyle/>
          <a:p>
            <a:r>
              <a:rPr lang="en-US" dirty="0"/>
              <a:t>Central Hub for managing all submitted tasks</a:t>
            </a:r>
          </a:p>
        </p:txBody>
      </p:sp>
      <p:sp>
        <p:nvSpPr>
          <p:cNvPr id="4" name="Slide Number Placeholder 3">
            <a:extLst>
              <a:ext uri="{FF2B5EF4-FFF2-40B4-BE49-F238E27FC236}">
                <a16:creationId xmlns:a16="http://schemas.microsoft.com/office/drawing/2014/main" id="{38D3C23C-3EA9-BFA4-A5D6-75F72C069F47}"/>
              </a:ext>
            </a:extLst>
          </p:cNvPr>
          <p:cNvSpPr>
            <a:spLocks noGrp="1"/>
          </p:cNvSpPr>
          <p:nvPr>
            <p:ph type="sldNum" sz="quarter" idx="11"/>
          </p:nvPr>
        </p:nvSpPr>
        <p:spPr/>
        <p:txBody>
          <a:bodyPr/>
          <a:lstStyle/>
          <a:p>
            <a:pPr>
              <a:defRPr/>
            </a:pPr>
            <a:fld id="{E8C4CF4F-2ECB-4C54-9552-FB58A436033C}" type="slidenum">
              <a:rPr lang="en-US" smtClean="0">
                <a:solidFill>
                  <a:srgbClr val="FFFFFF">
                    <a:lumMod val="50000"/>
                  </a:srgbClr>
                </a:solidFill>
              </a:rPr>
              <a:pPr>
                <a:defRPr/>
              </a:pPr>
              <a:t>18</a:t>
            </a:fld>
            <a:endParaRPr lang="en-US" dirty="0">
              <a:solidFill>
                <a:srgbClr val="808080"/>
              </a:solidFill>
            </a:endParaRPr>
          </a:p>
        </p:txBody>
      </p:sp>
      <p:pic>
        <p:nvPicPr>
          <p:cNvPr id="6" name="Picture 5" descr="Graphical user interface, application&#10;&#10;AI-generated content may be incorrect.">
            <a:extLst>
              <a:ext uri="{FF2B5EF4-FFF2-40B4-BE49-F238E27FC236}">
                <a16:creationId xmlns:a16="http://schemas.microsoft.com/office/drawing/2014/main" id="{1EEDAD17-B4AB-81E6-857F-34DEE5FB171D}"/>
              </a:ext>
            </a:extLst>
          </p:cNvPr>
          <p:cNvPicPr>
            <a:picLocks noChangeAspect="1"/>
          </p:cNvPicPr>
          <p:nvPr/>
        </p:nvPicPr>
        <p:blipFill>
          <a:blip r:embed="rId3"/>
          <a:stretch>
            <a:fillRect/>
          </a:stretch>
        </p:blipFill>
        <p:spPr>
          <a:xfrm>
            <a:off x="1843341" y="1673512"/>
            <a:ext cx="8505318" cy="4656344"/>
          </a:xfrm>
          <a:prstGeom prst="rect">
            <a:avLst/>
          </a:prstGeom>
        </p:spPr>
      </p:pic>
    </p:spTree>
    <p:extLst>
      <p:ext uri="{BB962C8B-B14F-4D97-AF65-F5344CB8AC3E}">
        <p14:creationId xmlns:p14="http://schemas.microsoft.com/office/powerpoint/2010/main" val="744005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860BE-C979-B513-3687-C4BFE3232B3A}"/>
              </a:ext>
            </a:extLst>
          </p:cNvPr>
          <p:cNvSpPr>
            <a:spLocks noGrp="1"/>
          </p:cNvSpPr>
          <p:nvPr>
            <p:ph type="title"/>
          </p:nvPr>
        </p:nvSpPr>
        <p:spPr/>
        <p:txBody>
          <a:bodyPr/>
          <a:lstStyle/>
          <a:p>
            <a:r>
              <a:rPr lang="en-US" dirty="0"/>
              <a:t>My Worklist</a:t>
            </a:r>
          </a:p>
        </p:txBody>
      </p:sp>
      <p:sp>
        <p:nvSpPr>
          <p:cNvPr id="3" name="Content Placeholder 2">
            <a:extLst>
              <a:ext uri="{FF2B5EF4-FFF2-40B4-BE49-F238E27FC236}">
                <a16:creationId xmlns:a16="http://schemas.microsoft.com/office/drawing/2014/main" id="{43A8438D-95B9-0686-E9F8-E33D17CF1934}"/>
              </a:ext>
            </a:extLst>
          </p:cNvPr>
          <p:cNvSpPr>
            <a:spLocks noGrp="1"/>
          </p:cNvSpPr>
          <p:nvPr>
            <p:ph idx="1"/>
          </p:nvPr>
        </p:nvSpPr>
        <p:spPr/>
        <p:txBody>
          <a:bodyPr/>
          <a:lstStyle/>
          <a:p>
            <a:r>
              <a:rPr lang="en-US" dirty="0"/>
              <a:t>Managing un-submitted drafts </a:t>
            </a:r>
          </a:p>
        </p:txBody>
      </p:sp>
      <p:sp>
        <p:nvSpPr>
          <p:cNvPr id="4" name="Slide Number Placeholder 3">
            <a:extLst>
              <a:ext uri="{FF2B5EF4-FFF2-40B4-BE49-F238E27FC236}">
                <a16:creationId xmlns:a16="http://schemas.microsoft.com/office/drawing/2014/main" id="{5B7BB6D5-8F23-A6B1-4808-A2FCB8A85378}"/>
              </a:ext>
            </a:extLst>
          </p:cNvPr>
          <p:cNvSpPr>
            <a:spLocks noGrp="1"/>
          </p:cNvSpPr>
          <p:nvPr>
            <p:ph type="sldNum" sz="quarter" idx="11"/>
          </p:nvPr>
        </p:nvSpPr>
        <p:spPr/>
        <p:txBody>
          <a:bodyPr/>
          <a:lstStyle/>
          <a:p>
            <a:pPr>
              <a:defRPr/>
            </a:pPr>
            <a:fld id="{E8C4CF4F-2ECB-4C54-9552-FB58A436033C}" type="slidenum">
              <a:rPr lang="en-US" smtClean="0">
                <a:solidFill>
                  <a:srgbClr val="FFFFFF">
                    <a:lumMod val="50000"/>
                  </a:srgbClr>
                </a:solidFill>
              </a:rPr>
              <a:pPr>
                <a:defRPr/>
              </a:pPr>
              <a:t>19</a:t>
            </a:fld>
            <a:endParaRPr lang="en-US" dirty="0">
              <a:solidFill>
                <a:srgbClr val="808080"/>
              </a:solidFill>
            </a:endParaRPr>
          </a:p>
        </p:txBody>
      </p:sp>
      <p:pic>
        <p:nvPicPr>
          <p:cNvPr id="6" name="Picture 5" descr="Table&#10;&#10;AI-generated content may be incorrect.">
            <a:extLst>
              <a:ext uri="{FF2B5EF4-FFF2-40B4-BE49-F238E27FC236}">
                <a16:creationId xmlns:a16="http://schemas.microsoft.com/office/drawing/2014/main" id="{2D78C6A7-1E22-E21C-76CF-65F154ACB260}"/>
              </a:ext>
            </a:extLst>
          </p:cNvPr>
          <p:cNvPicPr>
            <a:picLocks noChangeAspect="1"/>
          </p:cNvPicPr>
          <p:nvPr/>
        </p:nvPicPr>
        <p:blipFill>
          <a:blip r:embed="rId3"/>
          <a:stretch>
            <a:fillRect/>
          </a:stretch>
        </p:blipFill>
        <p:spPr>
          <a:xfrm>
            <a:off x="786242" y="2035463"/>
            <a:ext cx="10499834" cy="3239064"/>
          </a:xfrm>
          <a:prstGeom prst="rect">
            <a:avLst/>
          </a:prstGeom>
        </p:spPr>
      </p:pic>
    </p:spTree>
    <p:extLst>
      <p:ext uri="{BB962C8B-B14F-4D97-AF65-F5344CB8AC3E}">
        <p14:creationId xmlns:p14="http://schemas.microsoft.com/office/powerpoint/2010/main" val="13604096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CBE0E-EC3F-4C32-AD6A-694C6BC9B1CF}"/>
              </a:ext>
            </a:extLst>
          </p:cNvPr>
          <p:cNvSpPr>
            <a:spLocks noGrp="1"/>
          </p:cNvSpPr>
          <p:nvPr>
            <p:ph type="title"/>
          </p:nvPr>
        </p:nvSpPr>
        <p:spPr/>
        <p:txBody>
          <a:bodyPr/>
          <a:lstStyle/>
          <a:p>
            <a:r>
              <a:rPr lang="en-US" dirty="0"/>
              <a:t>Pulse</a:t>
            </a:r>
          </a:p>
        </p:txBody>
      </p:sp>
      <p:sp>
        <p:nvSpPr>
          <p:cNvPr id="3" name="Content Placeholder 2">
            <a:extLst>
              <a:ext uri="{FF2B5EF4-FFF2-40B4-BE49-F238E27FC236}">
                <a16:creationId xmlns:a16="http://schemas.microsoft.com/office/drawing/2014/main" id="{869729C2-7609-5236-9199-2E03760312AC}"/>
              </a:ext>
            </a:extLst>
          </p:cNvPr>
          <p:cNvSpPr>
            <a:spLocks noGrp="1"/>
          </p:cNvSpPr>
          <p:nvPr>
            <p:ph idx="1"/>
          </p:nvPr>
        </p:nvSpPr>
        <p:spPr/>
        <p:txBody>
          <a:bodyPr/>
          <a:lstStyle/>
          <a:p>
            <a:r>
              <a:rPr lang="en-US" dirty="0"/>
              <a:t>Used for all communication about a submitted task</a:t>
            </a:r>
          </a:p>
        </p:txBody>
      </p:sp>
      <p:sp>
        <p:nvSpPr>
          <p:cNvPr id="4" name="Slide Number Placeholder 3">
            <a:extLst>
              <a:ext uri="{FF2B5EF4-FFF2-40B4-BE49-F238E27FC236}">
                <a16:creationId xmlns:a16="http://schemas.microsoft.com/office/drawing/2014/main" id="{4D018205-43B9-2094-56A5-177E399278C5}"/>
              </a:ext>
            </a:extLst>
          </p:cNvPr>
          <p:cNvSpPr>
            <a:spLocks noGrp="1"/>
          </p:cNvSpPr>
          <p:nvPr>
            <p:ph type="sldNum" sz="quarter" idx="11"/>
          </p:nvPr>
        </p:nvSpPr>
        <p:spPr/>
        <p:txBody>
          <a:bodyPr/>
          <a:lstStyle/>
          <a:p>
            <a:pPr>
              <a:defRPr/>
            </a:pPr>
            <a:fld id="{E8C4CF4F-2ECB-4C54-9552-FB58A436033C}" type="slidenum">
              <a:rPr lang="en-US" smtClean="0">
                <a:solidFill>
                  <a:srgbClr val="FFFFFF">
                    <a:lumMod val="50000"/>
                  </a:srgbClr>
                </a:solidFill>
              </a:rPr>
              <a:pPr>
                <a:defRPr/>
              </a:pPr>
              <a:t>20</a:t>
            </a:fld>
            <a:endParaRPr lang="en-US" dirty="0">
              <a:solidFill>
                <a:srgbClr val="808080"/>
              </a:solidFill>
            </a:endParaRPr>
          </a:p>
        </p:txBody>
      </p:sp>
      <p:pic>
        <p:nvPicPr>
          <p:cNvPr id="6" name="Picture 5" descr="Graphical user interface, application&#10;&#10;AI-generated content may be incorrect.">
            <a:extLst>
              <a:ext uri="{FF2B5EF4-FFF2-40B4-BE49-F238E27FC236}">
                <a16:creationId xmlns:a16="http://schemas.microsoft.com/office/drawing/2014/main" id="{03815D41-E773-2570-EE3C-AA08310946CB}"/>
              </a:ext>
            </a:extLst>
          </p:cNvPr>
          <p:cNvPicPr>
            <a:picLocks noChangeAspect="1"/>
          </p:cNvPicPr>
          <p:nvPr/>
        </p:nvPicPr>
        <p:blipFill>
          <a:blip r:embed="rId3"/>
          <a:stretch>
            <a:fillRect/>
          </a:stretch>
        </p:blipFill>
        <p:spPr>
          <a:xfrm>
            <a:off x="2727520" y="1724081"/>
            <a:ext cx="5872570" cy="4440236"/>
          </a:xfrm>
          <a:prstGeom prst="rect">
            <a:avLst/>
          </a:prstGeom>
        </p:spPr>
      </p:pic>
    </p:spTree>
    <p:extLst>
      <p:ext uri="{BB962C8B-B14F-4D97-AF65-F5344CB8AC3E}">
        <p14:creationId xmlns:p14="http://schemas.microsoft.com/office/powerpoint/2010/main" val="17352450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1D40C-7A9F-D05E-9F5D-42695E5EEF9A}"/>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980573A5-33EB-86B1-E243-DB31708EAAE8}"/>
              </a:ext>
            </a:extLst>
          </p:cNvPr>
          <p:cNvSpPr>
            <a:spLocks noGrp="1"/>
          </p:cNvSpPr>
          <p:nvPr>
            <p:ph idx="1"/>
          </p:nvPr>
        </p:nvSpPr>
        <p:spPr/>
        <p:txBody>
          <a:bodyPr/>
          <a:lstStyle/>
          <a:p>
            <a:r>
              <a:rPr lang="en-US" dirty="0"/>
              <a:t>User Guide</a:t>
            </a:r>
          </a:p>
          <a:p>
            <a:r>
              <a:rPr lang="en-US" dirty="0"/>
              <a:t>SharePoint: </a:t>
            </a:r>
            <a:r>
              <a:rPr lang="en-US" dirty="0">
                <a:hlinkClick r:id="rId2"/>
              </a:rPr>
              <a:t>https://usaf.dps.mil/teams/448thESCAPEProgram/SitePages/Strategic-Overview.aspx</a:t>
            </a:r>
            <a:endParaRPr lang="en-US" dirty="0"/>
          </a:p>
          <a:p>
            <a:r>
              <a:rPr lang="en-US" dirty="0"/>
              <a:t>2875: </a:t>
            </a:r>
            <a:r>
              <a:rPr lang="en-US" dirty="0">
                <a:hlinkClick r:id="rId3"/>
              </a:rPr>
              <a:t>https://usaf.dps.mil/teams/448thESCAPEProgram/SitePages/Centralization.aspx</a:t>
            </a:r>
            <a:endParaRPr lang="en-US" dirty="0"/>
          </a:p>
        </p:txBody>
      </p:sp>
      <p:sp>
        <p:nvSpPr>
          <p:cNvPr id="4" name="Slide Number Placeholder 3">
            <a:extLst>
              <a:ext uri="{FF2B5EF4-FFF2-40B4-BE49-F238E27FC236}">
                <a16:creationId xmlns:a16="http://schemas.microsoft.com/office/drawing/2014/main" id="{51952913-0431-E668-F6C9-F45D448B7147}"/>
              </a:ext>
            </a:extLst>
          </p:cNvPr>
          <p:cNvSpPr>
            <a:spLocks noGrp="1"/>
          </p:cNvSpPr>
          <p:nvPr>
            <p:ph type="sldNum" sz="quarter" idx="11"/>
          </p:nvPr>
        </p:nvSpPr>
        <p:spPr/>
        <p:txBody>
          <a:bodyPr/>
          <a:lstStyle/>
          <a:p>
            <a:pPr>
              <a:defRPr/>
            </a:pPr>
            <a:fld id="{E8C4CF4F-2ECB-4C54-9552-FB58A436033C}" type="slidenum">
              <a:rPr lang="en-US" smtClean="0">
                <a:solidFill>
                  <a:srgbClr val="FFFFFF">
                    <a:lumMod val="50000"/>
                  </a:srgbClr>
                </a:solidFill>
              </a:rPr>
              <a:pPr>
                <a:defRPr/>
              </a:pPr>
              <a:t>21</a:t>
            </a:fld>
            <a:endParaRPr lang="en-US" dirty="0">
              <a:solidFill>
                <a:srgbClr val="808080"/>
              </a:solidFill>
            </a:endParaRPr>
          </a:p>
        </p:txBody>
      </p:sp>
    </p:spTree>
    <p:extLst>
      <p:ext uri="{BB962C8B-B14F-4D97-AF65-F5344CB8AC3E}">
        <p14:creationId xmlns:p14="http://schemas.microsoft.com/office/powerpoint/2010/main" val="10487476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D74DA0-D5EF-FA0C-8552-0999263C47A0}"/>
              </a:ext>
            </a:extLst>
          </p:cNvPr>
          <p:cNvSpPr>
            <a:spLocks noGrp="1"/>
          </p:cNvSpPr>
          <p:nvPr>
            <p:ph type="sldNum" sz="quarter" idx="11"/>
          </p:nvPr>
        </p:nvSpPr>
        <p:spPr/>
        <p:txBody>
          <a:bodyPr/>
          <a:lstStyle/>
          <a:p>
            <a:pPr>
              <a:defRPr/>
            </a:pPr>
            <a:fld id="{E8C4CF4F-2ECB-4C54-9552-FB58A436033C}" type="slidenum">
              <a:rPr lang="en-US" smtClean="0">
                <a:solidFill>
                  <a:srgbClr val="FFFFFF">
                    <a:lumMod val="50000"/>
                  </a:srgbClr>
                </a:solidFill>
              </a:rPr>
              <a:pPr>
                <a:defRPr/>
              </a:pPr>
              <a:t>22</a:t>
            </a:fld>
            <a:endParaRPr lang="en-US" dirty="0">
              <a:solidFill>
                <a:srgbClr val="808080"/>
              </a:solidFill>
            </a:endParaRPr>
          </a:p>
        </p:txBody>
      </p:sp>
      <p:sp>
        <p:nvSpPr>
          <p:cNvPr id="3" name="Title 2">
            <a:extLst>
              <a:ext uri="{FF2B5EF4-FFF2-40B4-BE49-F238E27FC236}">
                <a16:creationId xmlns:a16="http://schemas.microsoft.com/office/drawing/2014/main" id="{FF920A1D-746C-E71A-179F-A8C10488956B}"/>
              </a:ext>
            </a:extLst>
          </p:cNvPr>
          <p:cNvSpPr>
            <a:spLocks noGrp="1"/>
          </p:cNvSpPr>
          <p:nvPr>
            <p:ph type="title"/>
          </p:nvPr>
        </p:nvSpPr>
        <p:spPr/>
        <p:txBody>
          <a:bodyPr/>
          <a:lstStyle/>
          <a:p>
            <a:r>
              <a:rPr lang="en-US" dirty="0"/>
              <a:t>Scenarios</a:t>
            </a:r>
          </a:p>
        </p:txBody>
      </p:sp>
      <p:sp>
        <p:nvSpPr>
          <p:cNvPr id="4" name="Content Placeholder 3">
            <a:extLst>
              <a:ext uri="{FF2B5EF4-FFF2-40B4-BE49-F238E27FC236}">
                <a16:creationId xmlns:a16="http://schemas.microsoft.com/office/drawing/2014/main" id="{93F217F0-CCFC-1669-4DD2-A3236454C75C}"/>
              </a:ext>
            </a:extLst>
          </p:cNvPr>
          <p:cNvSpPr>
            <a:spLocks noGrp="1"/>
          </p:cNvSpPr>
          <p:nvPr>
            <p:ph idx="1"/>
          </p:nvPr>
        </p:nvSpPr>
        <p:spPr/>
        <p:txBody>
          <a:bodyPr/>
          <a:lstStyle/>
          <a:p>
            <a:r>
              <a:rPr lang="en-US" dirty="0"/>
              <a:t>Supply Planning (SP)</a:t>
            </a:r>
          </a:p>
          <a:p>
            <a:endParaRPr lang="en-US" dirty="0"/>
          </a:p>
          <a:p>
            <a:r>
              <a:rPr lang="en-US" dirty="0"/>
              <a:t>Demand Planning (DP)</a:t>
            </a:r>
          </a:p>
        </p:txBody>
      </p:sp>
    </p:spTree>
    <p:extLst>
      <p:ext uri="{BB962C8B-B14F-4D97-AF65-F5344CB8AC3E}">
        <p14:creationId xmlns:p14="http://schemas.microsoft.com/office/powerpoint/2010/main" val="6094567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0CCD4-E9B4-1D99-2F90-F14AD34E76C1}"/>
              </a:ext>
            </a:extLst>
          </p:cNvPr>
          <p:cNvSpPr>
            <a:spLocks noGrp="1"/>
          </p:cNvSpPr>
          <p:nvPr>
            <p:ph type="title"/>
          </p:nvPr>
        </p:nvSpPr>
        <p:spPr/>
        <p:txBody>
          <a:bodyPr/>
          <a:lstStyle/>
          <a:p>
            <a:r>
              <a:rPr lang="en-US" dirty="0"/>
              <a:t>Supply Planning Scenario #1</a:t>
            </a:r>
          </a:p>
        </p:txBody>
      </p:sp>
      <p:sp>
        <p:nvSpPr>
          <p:cNvPr id="3" name="Content Placeholder 2">
            <a:extLst>
              <a:ext uri="{FF2B5EF4-FFF2-40B4-BE49-F238E27FC236}">
                <a16:creationId xmlns:a16="http://schemas.microsoft.com/office/drawing/2014/main" id="{F2610225-3313-6DDE-146E-0B2CCED37233}"/>
              </a:ext>
            </a:extLst>
          </p:cNvPr>
          <p:cNvSpPr>
            <a:spLocks noGrp="1"/>
          </p:cNvSpPr>
          <p:nvPr>
            <p:ph idx="1"/>
          </p:nvPr>
        </p:nvSpPr>
        <p:spPr>
          <a:xfrm>
            <a:off x="382397" y="1212057"/>
            <a:ext cx="11197167" cy="4743450"/>
          </a:xfrm>
        </p:spPr>
        <p:txBody>
          <a:bodyPr/>
          <a:lstStyle/>
          <a:p>
            <a:r>
              <a:rPr lang="en-US" sz="1850" dirty="0"/>
              <a:t>SP identifies new/urgent requirement that is not captured in SPM’s regular forecastable demand due to a NASA special project</a:t>
            </a:r>
          </a:p>
          <a:p>
            <a:r>
              <a:rPr lang="en-US" sz="1850" dirty="0"/>
              <a:t>NIIN needs a manual additive to be imported for the Order Plan to generate the correct Buy/Repair recommend to meet this special need</a:t>
            </a:r>
          </a:p>
          <a:p>
            <a:r>
              <a:rPr lang="en-US" sz="1850" dirty="0"/>
              <a:t>IPT completes the Additive Checklist spreadsheet pulled from the 420</a:t>
            </a:r>
            <a:r>
              <a:rPr lang="en-US" sz="1850" baseline="30000" dirty="0"/>
              <a:t>th</a:t>
            </a:r>
            <a:r>
              <a:rPr lang="en-US" sz="1850" dirty="0"/>
              <a:t> SCMS ESCAPE Program SharePoint to attach to the Task Request</a:t>
            </a:r>
          </a:p>
          <a:p>
            <a:r>
              <a:rPr lang="en-US" sz="1850" dirty="0"/>
              <a:t>SP completes Additive-Open spreadsheet to attach to the Task Request</a:t>
            </a:r>
          </a:p>
          <a:p>
            <a:r>
              <a:rPr lang="en-US" sz="1850" dirty="0"/>
              <a:t>SP also attaches email correspondence with NASA</a:t>
            </a:r>
          </a:p>
          <a:p>
            <a:pPr lvl="1"/>
            <a:r>
              <a:rPr lang="en-US" sz="1850" dirty="0"/>
              <a:t>Why requirement cannot be captured as regular demand or as a rate/percentage</a:t>
            </a:r>
          </a:p>
          <a:p>
            <a:pPr lvl="1"/>
            <a:r>
              <a:rPr lang="en-US" sz="1850" dirty="0"/>
              <a:t>Calculation Methodology</a:t>
            </a:r>
          </a:p>
          <a:p>
            <a:pPr lvl="1"/>
            <a:r>
              <a:rPr lang="en-US" sz="1850" dirty="0"/>
              <a:t>Burndown Plan</a:t>
            </a:r>
          </a:p>
          <a:p>
            <a:pPr lvl="1"/>
            <a:r>
              <a:rPr lang="en-US" sz="1850" dirty="0"/>
              <a:t>Approval</a:t>
            </a:r>
          </a:p>
          <a:p>
            <a:r>
              <a:rPr lang="en-US" sz="1850" dirty="0"/>
              <a:t>Justification: “Please refer to attached supporting documentation for a manual additive of 15 </a:t>
            </a:r>
            <a:r>
              <a:rPr lang="en-US" sz="1850" dirty="0" err="1"/>
              <a:t>ea</a:t>
            </a:r>
            <a:r>
              <a:rPr lang="en-US" sz="1850" dirty="0"/>
              <a:t> to be added to support NASA’s special project to be started next year. This is a one-time requirement.”</a:t>
            </a:r>
          </a:p>
        </p:txBody>
      </p:sp>
      <p:sp>
        <p:nvSpPr>
          <p:cNvPr id="4" name="Slide Number Placeholder 3">
            <a:extLst>
              <a:ext uri="{FF2B5EF4-FFF2-40B4-BE49-F238E27FC236}">
                <a16:creationId xmlns:a16="http://schemas.microsoft.com/office/drawing/2014/main" id="{0BE6D02C-2057-8265-34DA-4F809FD3E57D}"/>
              </a:ext>
            </a:extLst>
          </p:cNvPr>
          <p:cNvSpPr>
            <a:spLocks noGrp="1"/>
          </p:cNvSpPr>
          <p:nvPr>
            <p:ph type="sldNum" sz="quarter" idx="11"/>
          </p:nvPr>
        </p:nvSpPr>
        <p:spPr/>
        <p:txBody>
          <a:bodyPr/>
          <a:lstStyle/>
          <a:p>
            <a:pPr>
              <a:defRPr/>
            </a:pPr>
            <a:fld id="{E8C4CF4F-2ECB-4C54-9552-FB58A436033C}" type="slidenum">
              <a:rPr lang="en-US" smtClean="0">
                <a:solidFill>
                  <a:srgbClr val="FFFFFF">
                    <a:lumMod val="50000"/>
                  </a:srgbClr>
                </a:solidFill>
              </a:rPr>
              <a:pPr>
                <a:defRPr/>
              </a:pPr>
              <a:t>23</a:t>
            </a:fld>
            <a:endParaRPr lang="en-US" dirty="0">
              <a:solidFill>
                <a:srgbClr val="808080"/>
              </a:solidFill>
            </a:endParaRPr>
          </a:p>
        </p:txBody>
      </p:sp>
    </p:spTree>
    <p:extLst>
      <p:ext uri="{BB962C8B-B14F-4D97-AF65-F5344CB8AC3E}">
        <p14:creationId xmlns:p14="http://schemas.microsoft.com/office/powerpoint/2010/main" val="5251077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59FE1-FAC7-863F-EE75-62937C7BE0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9C8421-DC1E-0E02-DAA2-CC62679D068F}"/>
              </a:ext>
            </a:extLst>
          </p:cNvPr>
          <p:cNvSpPr>
            <a:spLocks noGrp="1"/>
          </p:cNvSpPr>
          <p:nvPr>
            <p:ph type="title"/>
          </p:nvPr>
        </p:nvSpPr>
        <p:spPr/>
        <p:txBody>
          <a:bodyPr/>
          <a:lstStyle/>
          <a:p>
            <a:r>
              <a:rPr lang="en-US" dirty="0"/>
              <a:t>Supply Planning Scenario #1</a:t>
            </a:r>
          </a:p>
        </p:txBody>
      </p:sp>
      <p:sp>
        <p:nvSpPr>
          <p:cNvPr id="4" name="Slide Number Placeholder 3">
            <a:extLst>
              <a:ext uri="{FF2B5EF4-FFF2-40B4-BE49-F238E27FC236}">
                <a16:creationId xmlns:a16="http://schemas.microsoft.com/office/drawing/2014/main" id="{381DE99F-54B6-1E6D-C53C-3D85BA594A56}"/>
              </a:ext>
            </a:extLst>
          </p:cNvPr>
          <p:cNvSpPr>
            <a:spLocks noGrp="1"/>
          </p:cNvSpPr>
          <p:nvPr>
            <p:ph type="sldNum" sz="quarter" idx="11"/>
          </p:nvPr>
        </p:nvSpPr>
        <p:spPr/>
        <p:txBody>
          <a:bodyPr/>
          <a:lstStyle/>
          <a:p>
            <a:pPr>
              <a:defRPr/>
            </a:pPr>
            <a:fld id="{E8C4CF4F-2ECB-4C54-9552-FB58A436033C}" type="slidenum">
              <a:rPr lang="en-US" smtClean="0">
                <a:solidFill>
                  <a:srgbClr val="FFFFFF">
                    <a:lumMod val="50000"/>
                  </a:srgbClr>
                </a:solidFill>
              </a:rPr>
              <a:pPr>
                <a:defRPr/>
              </a:pPr>
              <a:t>24</a:t>
            </a:fld>
            <a:endParaRPr lang="en-US" dirty="0">
              <a:solidFill>
                <a:srgbClr val="808080"/>
              </a:solidFill>
            </a:endParaRPr>
          </a:p>
        </p:txBody>
      </p:sp>
      <p:pic>
        <p:nvPicPr>
          <p:cNvPr id="5" name="Picture 4" descr="Graphical user interface, text, application, email&#10;&#10;AI-generated content may be incorrect.">
            <a:extLst>
              <a:ext uri="{FF2B5EF4-FFF2-40B4-BE49-F238E27FC236}">
                <a16:creationId xmlns:a16="http://schemas.microsoft.com/office/drawing/2014/main" id="{EF7AE73D-7265-D606-6AE5-BD1655456490}"/>
              </a:ext>
            </a:extLst>
          </p:cNvPr>
          <p:cNvPicPr>
            <a:picLocks noChangeAspect="1"/>
          </p:cNvPicPr>
          <p:nvPr/>
        </p:nvPicPr>
        <p:blipFill>
          <a:blip r:embed="rId2"/>
          <a:stretch>
            <a:fillRect/>
          </a:stretch>
        </p:blipFill>
        <p:spPr>
          <a:xfrm>
            <a:off x="1740115" y="1358080"/>
            <a:ext cx="8711770" cy="4848411"/>
          </a:xfrm>
          <a:prstGeom prst="rect">
            <a:avLst/>
          </a:prstGeom>
        </p:spPr>
      </p:pic>
    </p:spTree>
    <p:extLst>
      <p:ext uri="{BB962C8B-B14F-4D97-AF65-F5344CB8AC3E}">
        <p14:creationId xmlns:p14="http://schemas.microsoft.com/office/powerpoint/2010/main" val="12765488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C7C8D-1BCE-14F8-D02B-1DC00A5023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66FE35-27F2-648C-DE68-C848BA37D350}"/>
              </a:ext>
            </a:extLst>
          </p:cNvPr>
          <p:cNvSpPr>
            <a:spLocks noGrp="1"/>
          </p:cNvSpPr>
          <p:nvPr>
            <p:ph type="title"/>
          </p:nvPr>
        </p:nvSpPr>
        <p:spPr/>
        <p:txBody>
          <a:bodyPr/>
          <a:lstStyle/>
          <a:p>
            <a:r>
              <a:rPr lang="en-US" dirty="0"/>
              <a:t>Supply Planning Scenario #2</a:t>
            </a:r>
          </a:p>
        </p:txBody>
      </p:sp>
      <p:sp>
        <p:nvSpPr>
          <p:cNvPr id="3" name="Content Placeholder 2">
            <a:extLst>
              <a:ext uri="{FF2B5EF4-FFF2-40B4-BE49-F238E27FC236}">
                <a16:creationId xmlns:a16="http://schemas.microsoft.com/office/drawing/2014/main" id="{146A36A2-C656-2259-449B-0D48F29150F8}"/>
              </a:ext>
            </a:extLst>
          </p:cNvPr>
          <p:cNvSpPr>
            <a:spLocks noGrp="1"/>
          </p:cNvSpPr>
          <p:nvPr>
            <p:ph idx="1"/>
          </p:nvPr>
        </p:nvSpPr>
        <p:spPr/>
        <p:txBody>
          <a:bodyPr/>
          <a:lstStyle/>
          <a:p>
            <a:r>
              <a:rPr lang="en-US" dirty="0"/>
              <a:t>SP identifies an open repair order from the contractor reporting in SPM that has been completed and returned</a:t>
            </a:r>
          </a:p>
          <a:p>
            <a:r>
              <a:rPr lang="en-US" dirty="0"/>
              <a:t>The open repair order needs to be closed in SPM</a:t>
            </a:r>
          </a:p>
          <a:p>
            <a:r>
              <a:rPr lang="en-US" dirty="0"/>
              <a:t>SP completes a transaction history showing receipt of asset on EZ document number to attach to the Task Request</a:t>
            </a:r>
          </a:p>
          <a:p>
            <a:r>
              <a:rPr lang="en-US" dirty="0"/>
              <a:t>Justification: “See attached transaction history showing receipt of 1ea asset on EZXXXXXXXXXXXX document number. The Host Order ID CRPR:FDXXXXXXXXXXXX.EZXXXXXXXXXXX in the Orders container needs to be closed out.”</a:t>
            </a:r>
          </a:p>
        </p:txBody>
      </p:sp>
      <p:sp>
        <p:nvSpPr>
          <p:cNvPr id="4" name="Slide Number Placeholder 3">
            <a:extLst>
              <a:ext uri="{FF2B5EF4-FFF2-40B4-BE49-F238E27FC236}">
                <a16:creationId xmlns:a16="http://schemas.microsoft.com/office/drawing/2014/main" id="{C44BFCE1-5B24-707C-C7DF-9E4E92CB11C5}"/>
              </a:ext>
            </a:extLst>
          </p:cNvPr>
          <p:cNvSpPr>
            <a:spLocks noGrp="1"/>
          </p:cNvSpPr>
          <p:nvPr>
            <p:ph type="sldNum" sz="quarter" idx="11"/>
          </p:nvPr>
        </p:nvSpPr>
        <p:spPr/>
        <p:txBody>
          <a:bodyPr/>
          <a:lstStyle/>
          <a:p>
            <a:pPr>
              <a:defRPr/>
            </a:pPr>
            <a:fld id="{E8C4CF4F-2ECB-4C54-9552-FB58A436033C}" type="slidenum">
              <a:rPr lang="en-US" smtClean="0">
                <a:solidFill>
                  <a:srgbClr val="FFFFFF">
                    <a:lumMod val="50000"/>
                  </a:srgbClr>
                </a:solidFill>
              </a:rPr>
              <a:pPr>
                <a:defRPr/>
              </a:pPr>
              <a:t>25</a:t>
            </a:fld>
            <a:endParaRPr lang="en-US" dirty="0">
              <a:solidFill>
                <a:srgbClr val="808080"/>
              </a:solidFill>
            </a:endParaRPr>
          </a:p>
        </p:txBody>
      </p:sp>
    </p:spTree>
    <p:extLst>
      <p:ext uri="{BB962C8B-B14F-4D97-AF65-F5344CB8AC3E}">
        <p14:creationId xmlns:p14="http://schemas.microsoft.com/office/powerpoint/2010/main" val="13522322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0464A-9BD2-A350-48E4-0821344745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677584-F0B3-2370-2CF1-7597045B5011}"/>
              </a:ext>
            </a:extLst>
          </p:cNvPr>
          <p:cNvSpPr>
            <a:spLocks noGrp="1"/>
          </p:cNvSpPr>
          <p:nvPr>
            <p:ph type="title"/>
          </p:nvPr>
        </p:nvSpPr>
        <p:spPr/>
        <p:txBody>
          <a:bodyPr/>
          <a:lstStyle/>
          <a:p>
            <a:r>
              <a:rPr lang="en-US" dirty="0"/>
              <a:t>Supply Planning Scenario #2</a:t>
            </a:r>
          </a:p>
        </p:txBody>
      </p:sp>
      <p:sp>
        <p:nvSpPr>
          <p:cNvPr id="4" name="Slide Number Placeholder 3">
            <a:extLst>
              <a:ext uri="{FF2B5EF4-FFF2-40B4-BE49-F238E27FC236}">
                <a16:creationId xmlns:a16="http://schemas.microsoft.com/office/drawing/2014/main" id="{0A2E4126-675D-49E2-A081-7B568AD0B8AC}"/>
              </a:ext>
            </a:extLst>
          </p:cNvPr>
          <p:cNvSpPr>
            <a:spLocks noGrp="1"/>
          </p:cNvSpPr>
          <p:nvPr>
            <p:ph type="sldNum" sz="quarter" idx="11"/>
          </p:nvPr>
        </p:nvSpPr>
        <p:spPr/>
        <p:txBody>
          <a:bodyPr/>
          <a:lstStyle/>
          <a:p>
            <a:pPr>
              <a:defRPr/>
            </a:pPr>
            <a:fld id="{E8C4CF4F-2ECB-4C54-9552-FB58A436033C}" type="slidenum">
              <a:rPr lang="en-US" smtClean="0">
                <a:solidFill>
                  <a:srgbClr val="FFFFFF">
                    <a:lumMod val="50000"/>
                  </a:srgbClr>
                </a:solidFill>
              </a:rPr>
              <a:pPr>
                <a:defRPr/>
              </a:pPr>
              <a:t>26</a:t>
            </a:fld>
            <a:endParaRPr lang="en-US" dirty="0">
              <a:solidFill>
                <a:srgbClr val="808080"/>
              </a:solidFill>
            </a:endParaRPr>
          </a:p>
        </p:txBody>
      </p:sp>
      <p:pic>
        <p:nvPicPr>
          <p:cNvPr id="5" name="Picture 4" descr="Graphical user interface, text, application, email&#10;&#10;AI-generated content may be incorrect.">
            <a:extLst>
              <a:ext uri="{FF2B5EF4-FFF2-40B4-BE49-F238E27FC236}">
                <a16:creationId xmlns:a16="http://schemas.microsoft.com/office/drawing/2014/main" id="{1BC9D6C8-E953-4782-278C-C0FA15235588}"/>
              </a:ext>
            </a:extLst>
          </p:cNvPr>
          <p:cNvPicPr>
            <a:picLocks noChangeAspect="1"/>
          </p:cNvPicPr>
          <p:nvPr/>
        </p:nvPicPr>
        <p:blipFill>
          <a:blip r:embed="rId2"/>
          <a:stretch>
            <a:fillRect/>
          </a:stretch>
        </p:blipFill>
        <p:spPr>
          <a:xfrm>
            <a:off x="1820677" y="1339908"/>
            <a:ext cx="8550645" cy="4699066"/>
          </a:xfrm>
          <a:prstGeom prst="rect">
            <a:avLst/>
          </a:prstGeom>
        </p:spPr>
      </p:pic>
    </p:spTree>
    <p:extLst>
      <p:ext uri="{BB962C8B-B14F-4D97-AF65-F5344CB8AC3E}">
        <p14:creationId xmlns:p14="http://schemas.microsoft.com/office/powerpoint/2010/main" val="33388495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C9F1A-BC7B-8241-E881-A324F34D1BE2}"/>
              </a:ext>
            </a:extLst>
          </p:cNvPr>
          <p:cNvSpPr>
            <a:spLocks noGrp="1"/>
          </p:cNvSpPr>
          <p:nvPr>
            <p:ph type="title"/>
          </p:nvPr>
        </p:nvSpPr>
        <p:spPr/>
        <p:txBody>
          <a:bodyPr/>
          <a:lstStyle/>
          <a:p>
            <a:r>
              <a:rPr lang="en-US" dirty="0"/>
              <a:t>Demand Planning Scenario #1</a:t>
            </a:r>
          </a:p>
        </p:txBody>
      </p:sp>
      <p:sp>
        <p:nvSpPr>
          <p:cNvPr id="3" name="Content Placeholder 2">
            <a:extLst>
              <a:ext uri="{FF2B5EF4-FFF2-40B4-BE49-F238E27FC236}">
                <a16:creationId xmlns:a16="http://schemas.microsoft.com/office/drawing/2014/main" id="{0A9F6CFB-CEEE-3030-22A4-9644FED798A0}"/>
              </a:ext>
            </a:extLst>
          </p:cNvPr>
          <p:cNvSpPr>
            <a:spLocks noGrp="1"/>
          </p:cNvSpPr>
          <p:nvPr>
            <p:ph idx="1"/>
          </p:nvPr>
        </p:nvSpPr>
        <p:spPr>
          <a:xfrm>
            <a:off x="484515" y="1212057"/>
            <a:ext cx="11197167" cy="5070233"/>
          </a:xfrm>
        </p:spPr>
        <p:txBody>
          <a:bodyPr/>
          <a:lstStyle/>
          <a:p>
            <a:r>
              <a:rPr lang="en-US" dirty="0"/>
              <a:t>ES receives an email from the shop supervisor stating the condemnation of an obsolete configuration flight control</a:t>
            </a:r>
          </a:p>
          <a:p>
            <a:r>
              <a:rPr lang="en-US" dirty="0"/>
              <a:t>NIIN needs a MISTR Condemnation usage of 1 marked in the corresponding month in SPM</a:t>
            </a:r>
          </a:p>
          <a:p>
            <a:r>
              <a:rPr lang="en-US" dirty="0"/>
              <a:t>ES creates a trigger tasking of “DP – Demand Adjustments by Exception” to inform the Cell team to remove the usage</a:t>
            </a:r>
          </a:p>
          <a:p>
            <a:r>
              <a:rPr lang="en-US" dirty="0"/>
              <a:t>ES attaches the email documentation to support creation of the trigger</a:t>
            </a:r>
          </a:p>
          <a:p>
            <a:pPr lvl="1"/>
            <a:r>
              <a:rPr lang="en-US" dirty="0"/>
              <a:t>Who is condemning the part? Boom Back Shop</a:t>
            </a:r>
          </a:p>
          <a:p>
            <a:pPr lvl="1"/>
            <a:r>
              <a:rPr lang="en-US" dirty="0"/>
              <a:t>What AF managed part is it? NIIN: XX-XXX-XXXX P/N: X-XXXX-XXX</a:t>
            </a:r>
          </a:p>
          <a:p>
            <a:pPr lvl="1"/>
            <a:r>
              <a:rPr lang="en-US" dirty="0"/>
              <a:t>When this happened? 30 Nov 2023</a:t>
            </a:r>
          </a:p>
          <a:p>
            <a:pPr lvl="1"/>
            <a:r>
              <a:rPr lang="en-US" dirty="0"/>
              <a:t>Why is it needed? Obsolete part, no requirement needed</a:t>
            </a:r>
          </a:p>
          <a:p>
            <a:r>
              <a:rPr lang="en-US" dirty="0"/>
              <a:t>Justification: “Please refer to the attached supporting documentation for removal of 1ea MISTR CND for Nov 2023 due to condemnation of an AAC Y, obsolete, KC-135 Fore Flap, NSN: XXXX-XX-XXX-XXXX P/N: X-XXXXX-XXX. No requirement needed.”</a:t>
            </a:r>
          </a:p>
        </p:txBody>
      </p:sp>
      <p:sp>
        <p:nvSpPr>
          <p:cNvPr id="4" name="Slide Number Placeholder 3">
            <a:extLst>
              <a:ext uri="{FF2B5EF4-FFF2-40B4-BE49-F238E27FC236}">
                <a16:creationId xmlns:a16="http://schemas.microsoft.com/office/drawing/2014/main" id="{47DB952A-CBBF-9CC5-00BF-34E38133E77C}"/>
              </a:ext>
            </a:extLst>
          </p:cNvPr>
          <p:cNvSpPr>
            <a:spLocks noGrp="1"/>
          </p:cNvSpPr>
          <p:nvPr>
            <p:ph type="sldNum" sz="quarter" idx="11"/>
          </p:nvPr>
        </p:nvSpPr>
        <p:spPr/>
        <p:txBody>
          <a:bodyPr/>
          <a:lstStyle/>
          <a:p>
            <a:pPr>
              <a:defRPr/>
            </a:pPr>
            <a:fld id="{E8C4CF4F-2ECB-4C54-9552-FB58A436033C}" type="slidenum">
              <a:rPr lang="en-US" smtClean="0">
                <a:solidFill>
                  <a:srgbClr val="FFFFFF">
                    <a:lumMod val="50000"/>
                  </a:srgbClr>
                </a:solidFill>
              </a:rPr>
              <a:pPr>
                <a:defRPr/>
              </a:pPr>
              <a:t>27</a:t>
            </a:fld>
            <a:endParaRPr lang="en-US" dirty="0">
              <a:solidFill>
                <a:srgbClr val="808080"/>
              </a:solidFill>
            </a:endParaRPr>
          </a:p>
        </p:txBody>
      </p:sp>
    </p:spTree>
    <p:extLst>
      <p:ext uri="{BB962C8B-B14F-4D97-AF65-F5344CB8AC3E}">
        <p14:creationId xmlns:p14="http://schemas.microsoft.com/office/powerpoint/2010/main" val="24975167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A0A61-C276-FAB5-6942-E1D712AC98B6}"/>
              </a:ext>
            </a:extLst>
          </p:cNvPr>
          <p:cNvSpPr>
            <a:spLocks noGrp="1"/>
          </p:cNvSpPr>
          <p:nvPr>
            <p:ph type="title"/>
          </p:nvPr>
        </p:nvSpPr>
        <p:spPr/>
        <p:txBody>
          <a:bodyPr/>
          <a:lstStyle/>
          <a:p>
            <a:r>
              <a:rPr lang="en-US" dirty="0"/>
              <a:t>Demand Planning Scenario #1</a:t>
            </a:r>
          </a:p>
        </p:txBody>
      </p:sp>
      <p:sp>
        <p:nvSpPr>
          <p:cNvPr id="4" name="Slide Number Placeholder 3">
            <a:extLst>
              <a:ext uri="{FF2B5EF4-FFF2-40B4-BE49-F238E27FC236}">
                <a16:creationId xmlns:a16="http://schemas.microsoft.com/office/drawing/2014/main" id="{E8C13BA2-A042-D20D-20AF-17BE56595618}"/>
              </a:ext>
            </a:extLst>
          </p:cNvPr>
          <p:cNvSpPr>
            <a:spLocks noGrp="1"/>
          </p:cNvSpPr>
          <p:nvPr>
            <p:ph type="sldNum" sz="quarter" idx="11"/>
          </p:nvPr>
        </p:nvSpPr>
        <p:spPr/>
        <p:txBody>
          <a:bodyPr/>
          <a:lstStyle/>
          <a:p>
            <a:pPr>
              <a:defRPr/>
            </a:pPr>
            <a:fld id="{E8C4CF4F-2ECB-4C54-9552-FB58A436033C}" type="slidenum">
              <a:rPr lang="en-US" smtClean="0">
                <a:solidFill>
                  <a:srgbClr val="FFFFFF">
                    <a:lumMod val="50000"/>
                  </a:srgbClr>
                </a:solidFill>
              </a:rPr>
              <a:pPr>
                <a:defRPr/>
              </a:pPr>
              <a:t>28</a:t>
            </a:fld>
            <a:endParaRPr lang="en-US" dirty="0">
              <a:solidFill>
                <a:srgbClr val="808080"/>
              </a:solidFill>
            </a:endParaRPr>
          </a:p>
        </p:txBody>
      </p:sp>
      <p:pic>
        <p:nvPicPr>
          <p:cNvPr id="5" name="Picture 4" descr="Graphical user interface, text, application, email&#10;&#10;AI-generated content may be incorrect.">
            <a:extLst>
              <a:ext uri="{FF2B5EF4-FFF2-40B4-BE49-F238E27FC236}">
                <a16:creationId xmlns:a16="http://schemas.microsoft.com/office/drawing/2014/main" id="{2848529F-6991-5044-5D76-EBE323E73221}"/>
              </a:ext>
            </a:extLst>
          </p:cNvPr>
          <p:cNvPicPr>
            <a:picLocks noChangeAspect="1"/>
          </p:cNvPicPr>
          <p:nvPr/>
        </p:nvPicPr>
        <p:blipFill>
          <a:blip r:embed="rId3"/>
          <a:stretch>
            <a:fillRect/>
          </a:stretch>
        </p:blipFill>
        <p:spPr>
          <a:xfrm>
            <a:off x="1651107" y="1324340"/>
            <a:ext cx="9061564" cy="4965240"/>
          </a:xfrm>
          <a:prstGeom prst="rect">
            <a:avLst/>
          </a:prstGeom>
        </p:spPr>
      </p:pic>
    </p:spTree>
    <p:extLst>
      <p:ext uri="{BB962C8B-B14F-4D97-AF65-F5344CB8AC3E}">
        <p14:creationId xmlns:p14="http://schemas.microsoft.com/office/powerpoint/2010/main" val="32591329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99BEF-52DB-E709-DD32-9C4C3214520A}"/>
              </a:ext>
            </a:extLst>
          </p:cNvPr>
          <p:cNvSpPr>
            <a:spLocks noGrp="1"/>
          </p:cNvSpPr>
          <p:nvPr>
            <p:ph type="title"/>
          </p:nvPr>
        </p:nvSpPr>
        <p:spPr/>
        <p:txBody>
          <a:bodyPr/>
          <a:lstStyle/>
          <a:p>
            <a:r>
              <a:rPr lang="en-US" dirty="0"/>
              <a:t>Demand Planning Scenario #2</a:t>
            </a:r>
          </a:p>
        </p:txBody>
      </p:sp>
      <p:sp>
        <p:nvSpPr>
          <p:cNvPr id="3" name="Content Placeholder 2">
            <a:extLst>
              <a:ext uri="{FF2B5EF4-FFF2-40B4-BE49-F238E27FC236}">
                <a16:creationId xmlns:a16="http://schemas.microsoft.com/office/drawing/2014/main" id="{328DE4BA-A71F-9137-EE83-F27E7DF4C278}"/>
              </a:ext>
            </a:extLst>
          </p:cNvPr>
          <p:cNvSpPr>
            <a:spLocks noGrp="1"/>
          </p:cNvSpPr>
          <p:nvPr>
            <p:ph idx="1"/>
          </p:nvPr>
        </p:nvSpPr>
        <p:spPr/>
        <p:txBody>
          <a:bodyPr/>
          <a:lstStyle/>
          <a:p>
            <a:r>
              <a:rPr lang="en-US" sz="1850" dirty="0"/>
              <a:t>ES receives SPO Task Requirement Letter stating a future forecast effort for the replacement of damaged or repaired strut nacelle fairings</a:t>
            </a:r>
          </a:p>
          <a:p>
            <a:r>
              <a:rPr lang="en-US" sz="1850" dirty="0"/>
              <a:t>NIIN needs a replacement rate override of 20% inputted in SPM</a:t>
            </a:r>
          </a:p>
          <a:p>
            <a:r>
              <a:rPr lang="en-US" sz="1850" dirty="0"/>
              <a:t>ES creates a trigger tasking of “DP – Causal Failure Rate Overrides (SPO)” to inform the Cell team to update the replacement rate override</a:t>
            </a:r>
          </a:p>
          <a:p>
            <a:r>
              <a:rPr lang="en-US" sz="1850" dirty="0"/>
              <a:t>ES attaches Task Letter to support creation of the trigger</a:t>
            </a:r>
          </a:p>
          <a:p>
            <a:pPr lvl="1"/>
            <a:r>
              <a:rPr lang="en-US" sz="1850" dirty="0"/>
              <a:t>Who is the requirement source? KC-135 AFLCMC/WLTNB Program Office</a:t>
            </a:r>
          </a:p>
          <a:p>
            <a:pPr lvl="1"/>
            <a:r>
              <a:rPr lang="en-US" sz="1850" dirty="0"/>
              <a:t>What AF managed part it is? KC-135 Fairing, Aircraft – NIIN: XX-XXX-XXXX, P/N: XXXXXXXX-XXX</a:t>
            </a:r>
          </a:p>
          <a:p>
            <a:pPr lvl="1"/>
            <a:r>
              <a:rPr lang="en-US" sz="1850" dirty="0"/>
              <a:t>When is this expected to begin? FY2027 or 1 Oct 2026</a:t>
            </a:r>
          </a:p>
          <a:p>
            <a:pPr lvl="1"/>
            <a:r>
              <a:rPr lang="en-US" sz="1850" dirty="0"/>
              <a:t>Why is it needed? Extinguished repair efforts for strut nacelle fairings</a:t>
            </a:r>
          </a:p>
          <a:p>
            <a:r>
              <a:rPr lang="en-US" sz="1850" dirty="0"/>
              <a:t>Justification: “PDM task letter 1B10 is a one-time through the fleet task that will last 5 years. Based on PDM work schedule of 69 aircraft/year, QPA of 4, and a 20% replacement factor would be 56/year with a total 5-year requirement of 276 ea. A replacement rate override of 20% needs to be inputted in SPM”</a:t>
            </a:r>
          </a:p>
        </p:txBody>
      </p:sp>
      <p:sp>
        <p:nvSpPr>
          <p:cNvPr id="4" name="Slide Number Placeholder 3">
            <a:extLst>
              <a:ext uri="{FF2B5EF4-FFF2-40B4-BE49-F238E27FC236}">
                <a16:creationId xmlns:a16="http://schemas.microsoft.com/office/drawing/2014/main" id="{284D1B63-4C17-3BA8-BFF8-FA3123D96AC8}"/>
              </a:ext>
            </a:extLst>
          </p:cNvPr>
          <p:cNvSpPr>
            <a:spLocks noGrp="1"/>
          </p:cNvSpPr>
          <p:nvPr>
            <p:ph type="sldNum" sz="quarter" idx="11"/>
          </p:nvPr>
        </p:nvSpPr>
        <p:spPr/>
        <p:txBody>
          <a:bodyPr/>
          <a:lstStyle/>
          <a:p>
            <a:pPr>
              <a:defRPr/>
            </a:pPr>
            <a:fld id="{E8C4CF4F-2ECB-4C54-9552-FB58A436033C}" type="slidenum">
              <a:rPr lang="en-US" smtClean="0">
                <a:solidFill>
                  <a:srgbClr val="FFFFFF">
                    <a:lumMod val="50000"/>
                  </a:srgbClr>
                </a:solidFill>
              </a:rPr>
              <a:pPr>
                <a:defRPr/>
              </a:pPr>
              <a:t>29</a:t>
            </a:fld>
            <a:endParaRPr lang="en-US" dirty="0">
              <a:solidFill>
                <a:srgbClr val="808080"/>
              </a:solidFill>
            </a:endParaRPr>
          </a:p>
        </p:txBody>
      </p:sp>
    </p:spTree>
    <p:extLst>
      <p:ext uri="{BB962C8B-B14F-4D97-AF65-F5344CB8AC3E}">
        <p14:creationId xmlns:p14="http://schemas.microsoft.com/office/powerpoint/2010/main" val="41777743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D7B1D-BFE0-D4BC-998C-4BDCF4478225}"/>
              </a:ext>
            </a:extLst>
          </p:cNvPr>
          <p:cNvSpPr>
            <a:spLocks noGrp="1"/>
          </p:cNvSpPr>
          <p:nvPr>
            <p:ph type="title"/>
          </p:nvPr>
        </p:nvSpPr>
        <p:spPr/>
        <p:txBody>
          <a:bodyPr/>
          <a:lstStyle/>
          <a:p>
            <a:r>
              <a:rPr lang="en-US" dirty="0"/>
              <a:t>Demand Planning Scenario #2</a:t>
            </a:r>
          </a:p>
        </p:txBody>
      </p:sp>
      <p:sp>
        <p:nvSpPr>
          <p:cNvPr id="4" name="Slide Number Placeholder 3">
            <a:extLst>
              <a:ext uri="{FF2B5EF4-FFF2-40B4-BE49-F238E27FC236}">
                <a16:creationId xmlns:a16="http://schemas.microsoft.com/office/drawing/2014/main" id="{0E1636F8-6DB1-DAA4-97C5-B7C910366923}"/>
              </a:ext>
            </a:extLst>
          </p:cNvPr>
          <p:cNvSpPr>
            <a:spLocks noGrp="1"/>
          </p:cNvSpPr>
          <p:nvPr>
            <p:ph type="sldNum" sz="quarter" idx="11"/>
          </p:nvPr>
        </p:nvSpPr>
        <p:spPr/>
        <p:txBody>
          <a:bodyPr/>
          <a:lstStyle/>
          <a:p>
            <a:pPr>
              <a:defRPr/>
            </a:pPr>
            <a:fld id="{E8C4CF4F-2ECB-4C54-9552-FB58A436033C}" type="slidenum">
              <a:rPr lang="en-US" smtClean="0">
                <a:solidFill>
                  <a:srgbClr val="FFFFFF">
                    <a:lumMod val="50000"/>
                  </a:srgbClr>
                </a:solidFill>
              </a:rPr>
              <a:pPr>
                <a:defRPr/>
              </a:pPr>
              <a:t>30</a:t>
            </a:fld>
            <a:endParaRPr lang="en-US" dirty="0">
              <a:solidFill>
                <a:srgbClr val="808080"/>
              </a:solidFill>
            </a:endParaRPr>
          </a:p>
        </p:txBody>
      </p:sp>
      <p:pic>
        <p:nvPicPr>
          <p:cNvPr id="5" name="Picture 4" descr="Graphical user interface, text, application, email&#10;&#10;AI-generated content may be incorrect.">
            <a:extLst>
              <a:ext uri="{FF2B5EF4-FFF2-40B4-BE49-F238E27FC236}">
                <a16:creationId xmlns:a16="http://schemas.microsoft.com/office/drawing/2014/main" id="{72B96DD5-D053-34D5-F7E2-195290A7E27E}"/>
              </a:ext>
            </a:extLst>
          </p:cNvPr>
          <p:cNvPicPr>
            <a:picLocks noChangeAspect="1"/>
          </p:cNvPicPr>
          <p:nvPr/>
        </p:nvPicPr>
        <p:blipFill>
          <a:blip r:embed="rId2"/>
          <a:stretch>
            <a:fillRect/>
          </a:stretch>
        </p:blipFill>
        <p:spPr>
          <a:xfrm>
            <a:off x="1265019" y="1373654"/>
            <a:ext cx="9525000" cy="4762500"/>
          </a:xfrm>
          <a:prstGeom prst="rect">
            <a:avLst/>
          </a:prstGeom>
        </p:spPr>
      </p:pic>
    </p:spTree>
    <p:extLst>
      <p:ext uri="{BB962C8B-B14F-4D97-AF65-F5344CB8AC3E}">
        <p14:creationId xmlns:p14="http://schemas.microsoft.com/office/powerpoint/2010/main" val="34439272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A1AB9-97CD-1A51-0BA6-50F26275D54B}"/>
              </a:ext>
            </a:extLst>
          </p:cNvPr>
          <p:cNvSpPr>
            <a:spLocks noGrp="1"/>
          </p:cNvSpPr>
          <p:nvPr>
            <p:ph type="title"/>
          </p:nvPr>
        </p:nvSpPr>
        <p:spPr/>
        <p:txBody>
          <a:bodyPr/>
          <a:lstStyle/>
          <a:p>
            <a:r>
              <a:rPr lang="en-US" dirty="0"/>
              <a:t>Review Questions</a:t>
            </a:r>
          </a:p>
        </p:txBody>
      </p:sp>
      <p:sp>
        <p:nvSpPr>
          <p:cNvPr id="3" name="Content Placeholder 2">
            <a:extLst>
              <a:ext uri="{FF2B5EF4-FFF2-40B4-BE49-F238E27FC236}">
                <a16:creationId xmlns:a16="http://schemas.microsoft.com/office/drawing/2014/main" id="{ACF2104F-9552-D339-0D1E-192D7706AD0E}"/>
              </a:ext>
            </a:extLst>
          </p:cNvPr>
          <p:cNvSpPr>
            <a:spLocks noGrp="1"/>
          </p:cNvSpPr>
          <p:nvPr>
            <p:ph idx="1"/>
          </p:nvPr>
        </p:nvSpPr>
        <p:spPr>
          <a:xfrm>
            <a:off x="437576" y="1283269"/>
            <a:ext cx="11197167" cy="5109647"/>
          </a:xfrm>
        </p:spPr>
        <p:txBody>
          <a:bodyPr/>
          <a:lstStyle/>
          <a:p>
            <a:pPr marL="457200" indent="-457200">
              <a:buFont typeface="+mj-lt"/>
              <a:buAutoNum type="arabicPeriod"/>
            </a:pPr>
            <a:r>
              <a:rPr lang="en-US" dirty="0"/>
              <a:t>Which of the following is a primary responsibility of the Centralized Cell?</a:t>
            </a:r>
          </a:p>
          <a:p>
            <a:pPr marL="860425" lvl="1" indent="-457200">
              <a:buAutoNum type="alphaLcParenR"/>
            </a:pPr>
            <a:r>
              <a:rPr lang="en-US" dirty="0"/>
              <a:t>Customer Engagement			</a:t>
            </a:r>
            <a:r>
              <a:rPr lang="en-US" sz="1600" dirty="0">
                <a:solidFill>
                  <a:srgbClr val="002060"/>
                </a:solidFill>
              </a:rPr>
              <a:t>c)</a:t>
            </a:r>
            <a:r>
              <a:rPr lang="en-US" dirty="0"/>
              <a:t> Collaborative Alignment</a:t>
            </a:r>
          </a:p>
          <a:p>
            <a:pPr marL="860425" lvl="1" indent="-457200">
              <a:buAutoNum type="alphaLcParenR"/>
            </a:pPr>
            <a:r>
              <a:rPr lang="en-US" dirty="0"/>
              <a:t>Executing Requirements		</a:t>
            </a:r>
            <a:r>
              <a:rPr lang="en-US" sz="1600" dirty="0">
                <a:solidFill>
                  <a:srgbClr val="002060"/>
                </a:solidFill>
              </a:rPr>
              <a:t>d)</a:t>
            </a:r>
            <a:r>
              <a:rPr lang="en-US" dirty="0"/>
              <a:t> Strategic Analysis</a:t>
            </a:r>
          </a:p>
          <a:p>
            <a:pPr marL="457200" indent="-457200">
              <a:buFont typeface="+mj-lt"/>
              <a:buAutoNum type="arabicPeriod"/>
            </a:pPr>
            <a:r>
              <a:rPr lang="en-US" dirty="0"/>
              <a:t>True or False: After the 1 May date, IPTs will still have full edit access to the ESCAPE system.</a:t>
            </a:r>
          </a:p>
          <a:p>
            <a:pPr marL="457200" indent="-457200">
              <a:buFont typeface="+mj-lt"/>
              <a:buAutoNum type="arabicPeriod"/>
            </a:pPr>
            <a:r>
              <a:rPr lang="en-US" dirty="0"/>
              <a:t>The _________ feature in the workflow tool is used for all communication about a submitted task.</a:t>
            </a:r>
          </a:p>
          <a:p>
            <a:pPr marL="457200" indent="-457200">
              <a:buFont typeface="+mj-lt"/>
              <a:buAutoNum type="arabicPeriod"/>
            </a:pPr>
            <a:r>
              <a:rPr lang="en-US" dirty="0"/>
              <a:t>Creating a central task request involves all of the following steps EXCEPT:</a:t>
            </a:r>
          </a:p>
          <a:p>
            <a:pPr marL="860425" lvl="1" indent="-457200">
              <a:buAutoNum type="alphaLcParenR"/>
            </a:pPr>
            <a:r>
              <a:rPr lang="en-US" dirty="0"/>
              <a:t>Open a New Task			</a:t>
            </a:r>
            <a:r>
              <a:rPr lang="en-US" sz="1600" dirty="0">
                <a:solidFill>
                  <a:srgbClr val="002060"/>
                </a:solidFill>
              </a:rPr>
              <a:t>c)</a:t>
            </a:r>
            <a:r>
              <a:rPr lang="en-US" dirty="0"/>
              <a:t> Fill out Task Details</a:t>
            </a:r>
          </a:p>
          <a:p>
            <a:pPr marL="860425" lvl="1" indent="-457200">
              <a:buAutoNum type="alphaLcParenR"/>
            </a:pPr>
            <a:r>
              <a:rPr lang="en-US" dirty="0"/>
              <a:t>Attach all supporting documentation	</a:t>
            </a:r>
            <a:r>
              <a:rPr lang="en-US" sz="1600" dirty="0">
                <a:solidFill>
                  <a:srgbClr val="002060"/>
                </a:solidFill>
              </a:rPr>
              <a:t>d)</a:t>
            </a:r>
            <a:r>
              <a:rPr lang="en-US" dirty="0"/>
              <a:t> Receive approval via Pulse</a:t>
            </a:r>
          </a:p>
          <a:p>
            <a:pPr marL="457200" indent="-457200">
              <a:buFont typeface="+mj-lt"/>
              <a:buAutoNum type="arabicPeriod"/>
            </a:pPr>
            <a:r>
              <a:rPr lang="en-US" dirty="0"/>
              <a:t>True or False: After the Go-Live date, users will no longer need to work in SPM at all.</a:t>
            </a:r>
          </a:p>
        </p:txBody>
      </p:sp>
      <p:sp>
        <p:nvSpPr>
          <p:cNvPr id="4" name="Slide Number Placeholder 3">
            <a:extLst>
              <a:ext uri="{FF2B5EF4-FFF2-40B4-BE49-F238E27FC236}">
                <a16:creationId xmlns:a16="http://schemas.microsoft.com/office/drawing/2014/main" id="{C19FAD59-FAC5-B096-97EF-E145613EB50F}"/>
              </a:ext>
            </a:extLst>
          </p:cNvPr>
          <p:cNvSpPr>
            <a:spLocks noGrp="1"/>
          </p:cNvSpPr>
          <p:nvPr>
            <p:ph type="sldNum" sz="quarter" idx="11"/>
          </p:nvPr>
        </p:nvSpPr>
        <p:spPr/>
        <p:txBody>
          <a:bodyPr/>
          <a:lstStyle/>
          <a:p>
            <a:pPr>
              <a:defRPr/>
            </a:pPr>
            <a:fld id="{E8C4CF4F-2ECB-4C54-9552-FB58A436033C}" type="slidenum">
              <a:rPr lang="en-US" smtClean="0">
                <a:solidFill>
                  <a:srgbClr val="FFFFFF">
                    <a:lumMod val="50000"/>
                  </a:srgbClr>
                </a:solidFill>
              </a:rPr>
              <a:pPr>
                <a:defRPr/>
              </a:pPr>
              <a:t>31</a:t>
            </a:fld>
            <a:endParaRPr lang="en-US" dirty="0">
              <a:solidFill>
                <a:srgbClr val="808080"/>
              </a:solidFill>
            </a:endParaRPr>
          </a:p>
        </p:txBody>
      </p:sp>
    </p:spTree>
    <p:extLst>
      <p:ext uri="{BB962C8B-B14F-4D97-AF65-F5344CB8AC3E}">
        <p14:creationId xmlns:p14="http://schemas.microsoft.com/office/powerpoint/2010/main" val="6007176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6D63C-2354-5371-87DF-C49C023789A4}"/>
              </a:ext>
            </a:extLst>
          </p:cNvPr>
          <p:cNvSpPr>
            <a:spLocks noGrp="1"/>
          </p:cNvSpPr>
          <p:nvPr>
            <p:ph type="title"/>
          </p:nvPr>
        </p:nvSpPr>
        <p:spPr/>
        <p:txBody>
          <a:bodyPr/>
          <a:lstStyle/>
          <a:p>
            <a:r>
              <a:rPr lang="en-US" dirty="0"/>
              <a:t>FAQ</a:t>
            </a:r>
          </a:p>
        </p:txBody>
      </p:sp>
      <p:sp>
        <p:nvSpPr>
          <p:cNvPr id="3" name="Content Placeholder 2">
            <a:extLst>
              <a:ext uri="{FF2B5EF4-FFF2-40B4-BE49-F238E27FC236}">
                <a16:creationId xmlns:a16="http://schemas.microsoft.com/office/drawing/2014/main" id="{737830F0-CF5B-EC9A-FBA7-DFE9C1BA3E12}"/>
              </a:ext>
            </a:extLst>
          </p:cNvPr>
          <p:cNvSpPr>
            <a:spLocks noGrp="1"/>
          </p:cNvSpPr>
          <p:nvPr>
            <p:ph idx="1"/>
          </p:nvPr>
        </p:nvSpPr>
        <p:spPr>
          <a:xfrm>
            <a:off x="484515" y="1212057"/>
            <a:ext cx="11197167" cy="5094150"/>
          </a:xfrm>
        </p:spPr>
        <p:txBody>
          <a:bodyPr/>
          <a:lstStyle/>
          <a:p>
            <a:r>
              <a:rPr lang="en-US" dirty="0"/>
              <a:t>What is the FOC date for the Cell?</a:t>
            </a:r>
          </a:p>
          <a:p>
            <a:pPr lvl="1"/>
            <a:r>
              <a:rPr lang="en-US" dirty="0"/>
              <a:t>1 Apr</a:t>
            </a:r>
          </a:p>
          <a:p>
            <a:r>
              <a:rPr lang="en-US" dirty="0"/>
              <a:t>Is there one cell or multiple at Hill, Tinker, Robins?</a:t>
            </a:r>
          </a:p>
          <a:p>
            <a:pPr lvl="1"/>
            <a:r>
              <a:rPr lang="en-US" dirty="0"/>
              <a:t>420 SCMS/GUNB houses new central cell co-located across all three locations</a:t>
            </a:r>
          </a:p>
          <a:p>
            <a:r>
              <a:rPr lang="en-US" dirty="0"/>
              <a:t>When will my SPM access change to READ-ONLY?</a:t>
            </a:r>
          </a:p>
          <a:p>
            <a:pPr lvl="1"/>
            <a:r>
              <a:rPr lang="en-US" dirty="0"/>
              <a:t>1 May</a:t>
            </a:r>
          </a:p>
          <a:p>
            <a:r>
              <a:rPr lang="en-US" dirty="0"/>
              <a:t>Do I still have to work in SPM?</a:t>
            </a:r>
          </a:p>
          <a:p>
            <a:pPr lvl="1"/>
            <a:r>
              <a:rPr lang="en-US" dirty="0"/>
              <a:t>Yes, for example, the REAL Tool and AIRs for controlled inventory</a:t>
            </a:r>
          </a:p>
          <a:p>
            <a:r>
              <a:rPr lang="en-US" dirty="0"/>
              <a:t>How important is my use of the workflow tool?</a:t>
            </a:r>
          </a:p>
          <a:p>
            <a:pPr lvl="1"/>
            <a:r>
              <a:rPr lang="en-US" dirty="0"/>
              <a:t>Very important because it informs the Cell of changes needed to be made that impact accuracy of forecast, buy/repair requirements, and overall weapon system support</a:t>
            </a:r>
          </a:p>
        </p:txBody>
      </p:sp>
      <p:sp>
        <p:nvSpPr>
          <p:cNvPr id="4" name="Slide Number Placeholder 3">
            <a:extLst>
              <a:ext uri="{FF2B5EF4-FFF2-40B4-BE49-F238E27FC236}">
                <a16:creationId xmlns:a16="http://schemas.microsoft.com/office/drawing/2014/main" id="{F9885DB2-A031-7648-644F-291E5E342035}"/>
              </a:ext>
            </a:extLst>
          </p:cNvPr>
          <p:cNvSpPr>
            <a:spLocks noGrp="1"/>
          </p:cNvSpPr>
          <p:nvPr>
            <p:ph type="sldNum" sz="quarter" idx="11"/>
          </p:nvPr>
        </p:nvSpPr>
        <p:spPr/>
        <p:txBody>
          <a:bodyPr/>
          <a:lstStyle/>
          <a:p>
            <a:pPr>
              <a:defRPr/>
            </a:pPr>
            <a:fld id="{E8C4CF4F-2ECB-4C54-9552-FB58A436033C}" type="slidenum">
              <a:rPr lang="en-US" smtClean="0">
                <a:solidFill>
                  <a:srgbClr val="FFFFFF">
                    <a:lumMod val="50000"/>
                  </a:srgbClr>
                </a:solidFill>
              </a:rPr>
              <a:pPr>
                <a:defRPr/>
              </a:pPr>
              <a:t>32</a:t>
            </a:fld>
            <a:endParaRPr lang="en-US" dirty="0">
              <a:solidFill>
                <a:srgbClr val="808080"/>
              </a:solidFill>
            </a:endParaRPr>
          </a:p>
        </p:txBody>
      </p:sp>
    </p:spTree>
    <p:extLst>
      <p:ext uri="{BB962C8B-B14F-4D97-AF65-F5344CB8AC3E}">
        <p14:creationId xmlns:p14="http://schemas.microsoft.com/office/powerpoint/2010/main" val="7667824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1"/>
          </p:nvPr>
        </p:nvSpPr>
        <p:spPr/>
        <p:txBody>
          <a:bodyPr/>
          <a:lstStyle/>
          <a:p>
            <a:pPr eaLnBrk="0" hangingPunct="0">
              <a:defRPr/>
            </a:pPr>
            <a:fld id="{B5E6CACA-09AB-49BC-8429-8308382B75D4}" type="slidenum">
              <a:rPr lang="en-US" smtClean="0">
                <a:solidFill>
                  <a:srgbClr val="FFFFFF">
                    <a:lumMod val="50000"/>
                  </a:srgbClr>
                </a:solidFill>
              </a:rPr>
              <a:pPr eaLnBrk="0" hangingPunct="0">
                <a:defRPr/>
              </a:pPr>
              <a:t>33</a:t>
            </a:fld>
            <a:endParaRPr lang="en-US" dirty="0">
              <a:solidFill>
                <a:srgbClr val="FFFFFF">
                  <a:lumMod val="50000"/>
                </a:srgbClr>
              </a:solidFill>
            </a:endParaRPr>
          </a:p>
        </p:txBody>
      </p:sp>
      <p:pic>
        <p:nvPicPr>
          <p:cNvPr id="4" name="Picture 3"/>
          <p:cNvPicPr>
            <a:picLocks noChangeAspect="1"/>
          </p:cNvPicPr>
          <p:nvPr/>
        </p:nvPicPr>
        <p:blipFill>
          <a:blip r:embed="rId2"/>
          <a:stretch>
            <a:fillRect/>
          </a:stretch>
        </p:blipFill>
        <p:spPr>
          <a:xfrm>
            <a:off x="4664201" y="2005261"/>
            <a:ext cx="2725994" cy="2687667"/>
          </a:xfrm>
          <a:prstGeom prst="rect">
            <a:avLst/>
          </a:prstGeom>
        </p:spPr>
      </p:pic>
    </p:spTree>
    <p:extLst>
      <p:ext uri="{BB962C8B-B14F-4D97-AF65-F5344CB8AC3E}">
        <p14:creationId xmlns:p14="http://schemas.microsoft.com/office/powerpoint/2010/main" val="3039022787"/>
      </p:ext>
    </p:extLst>
  </p:cSld>
  <p:clrMapOvr>
    <a:masterClrMapping/>
  </p:clrMapOvr>
</p:sld>
</file>

<file path=ppt/theme/theme1.xml><?xml version="1.0" encoding="utf-8"?>
<a:theme xmlns:a="http://schemas.openxmlformats.org/drawingml/2006/main" name="USAF(Uncla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USAF(Uncla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Arial" charset="0"/>
          </a:defRPr>
        </a:defPPr>
      </a:lstStyle>
    </a:lnDef>
  </a:objectDefaults>
  <a:extraClrSchemeLst>
    <a:extraClrScheme>
      <a:clrScheme name="USAF(Unclas)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SAF(Unclas)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USAF(Unclas)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SAF(Unclas)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SAF(Unclas)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SAF(Unclas)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USAF(Unclas)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WebsiteURL xmlns="241efbf5-977f-45bd-a626-63ce12c37c50" xsi:nil="true"/>
    <_ExtendedDescription xmlns="http://schemas.microsoft.com/sharepoint/v3" xsi:nil="true"/>
    <Summary xmlns="241efbf5-977f-45bd-a626-63ce12c37c50">The ESCAPE Centralization tool is a new SharePoint-based solution designed to be the single "one-stop shop" for all technical data provisioning requests. It replaces decentralized, email-based processes with a standardized workflow. Users submit requests through the ESCAPE portal, which are then assigned to Subject Matter Experts (SMEs) for fulfillment. The tool provides a central repository for requests and a dashboard for real-time status tracking, aiming to improve efficiency, standardization, and metrics gathering for the tech data provisioning process.</Summary>
    <InstructorType xmlns="241efbf5-977f-45bd-a626-63ce12c37c50">Equipment Specialist &amp; Supply Planner</InstructorTyp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7FEFA47AFEBA94186293892278EA703" ma:contentTypeVersion="13" ma:contentTypeDescription="Create a new document." ma:contentTypeScope="" ma:versionID="d68dd8cbd9329c3d764958c0a488e40f">
  <xsd:schema xmlns:xsd="http://www.w3.org/2001/XMLSchema" xmlns:xs="http://www.w3.org/2001/XMLSchema" xmlns:p="http://schemas.microsoft.com/office/2006/metadata/properties" xmlns:ns1="http://schemas.microsoft.com/sharepoint/v3" xmlns:ns2="241efbf5-977f-45bd-a626-63ce12c37c50" targetNamespace="http://schemas.microsoft.com/office/2006/metadata/properties" ma:root="true" ma:fieldsID="3ac1a5fc10613c8bc94528932b0c09a1" ns1:_="" ns2:_="">
    <xsd:import namespace="http://schemas.microsoft.com/sharepoint/v3"/>
    <xsd:import namespace="241efbf5-977f-45bd-a626-63ce12c37c50"/>
    <xsd:element name="properties">
      <xsd:complexType>
        <xsd:sequence>
          <xsd:element name="documentManagement">
            <xsd:complexType>
              <xsd:all>
                <xsd:element ref="ns2:Summary"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WebsiteURL" minOccurs="0"/>
                <xsd:element ref="ns1:_ExtendedDescription" minOccurs="0"/>
                <xsd:element ref="ns2:InstructorTyp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ExtendedDescription" ma:index="19" nillable="true" ma:displayName="Description" ma:internalName="_ExtendedDescription">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41efbf5-977f-45bd-a626-63ce12c37c50" elementFormDefault="qualified">
    <xsd:import namespace="http://schemas.microsoft.com/office/2006/documentManagement/types"/>
    <xsd:import namespace="http://schemas.microsoft.com/office/infopath/2007/PartnerControls"/>
    <xsd:element name="Summary" ma:index="9" nillable="true" ma:displayName="Summary" ma:format="Dropdown" ma:internalName="Summar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BillingMetadata" ma:index="17" nillable="true" ma:displayName="MediaServiceBillingMetadata" ma:hidden="true" ma:internalName="MediaServiceBillingMetadata" ma:readOnly="true">
      <xsd:simpleType>
        <xsd:restriction base="dms:Note"/>
      </xsd:simpleType>
    </xsd:element>
    <xsd:element name="WebsiteURL" ma:index="18" nillable="true" ma:displayName="WebsiteURL" ma:format="Dropdown" ma:internalName="WebsiteURL">
      <xsd:simpleType>
        <xsd:restriction base="dms:Text">
          <xsd:maxLength value="255"/>
        </xsd:restriction>
      </xsd:simpleType>
    </xsd:element>
    <xsd:element name="InstructorType" ma:index="20" nillable="true" ma:displayName="Instructor Type" ma:format="Dropdown" ma:internalName="InstructorType">
      <xsd:simpleType>
        <xsd:restriction base="dms:Choice">
          <xsd:enumeration value="Equipment Specialist"/>
          <xsd:enumeration value="Item Manager"/>
          <xsd:enumeration value="Supply Planner"/>
          <xsd:enumeration value="Materiel Manager"/>
          <xsd:enumeration value="Equipment Specialist &amp; Supply Planner"/>
          <xsd:enumeration value="All"/>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ma:index="8"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E2F88BF-33C9-405B-868A-DBB3834A85F4}">
  <ds:schemaRefs>
    <ds:schemaRef ds:uri="http://schemas.microsoft.com/office/2006/documentManagement/types"/>
    <ds:schemaRef ds:uri="http://purl.org/dc/terms/"/>
    <ds:schemaRef ds:uri="http://www.w3.org/XML/1998/namespace"/>
    <ds:schemaRef ds:uri="a73e4c84-466d-4b9e-81fd-0764a0d6c182"/>
    <ds:schemaRef ds:uri="http://purl.org/dc/dcmitype/"/>
    <ds:schemaRef ds:uri="http://purl.org/dc/elements/1.1/"/>
    <ds:schemaRef ds:uri="http://schemas.openxmlformats.org/package/2006/metadata/core-properties"/>
    <ds:schemaRef ds:uri="http://schemas.microsoft.com/office/2006/metadata/properties"/>
    <ds:schemaRef ds:uri="http://schemas.microsoft.com/office/infopath/2007/PartnerControls"/>
    <ds:schemaRef ds:uri="bac4e3eb-747f-43bc-bf10-c1bbb893ecac"/>
    <ds:schemaRef ds:uri="43af3564-4aec-4cee-913a-81ec3cc820a0"/>
    <ds:schemaRef ds:uri="241efbf5-977f-45bd-a626-63ce12c37c50"/>
    <ds:schemaRef ds:uri="http://schemas.microsoft.com/sharepoint/v3"/>
  </ds:schemaRefs>
</ds:datastoreItem>
</file>

<file path=customXml/itemProps2.xml><?xml version="1.0" encoding="utf-8"?>
<ds:datastoreItem xmlns:ds="http://schemas.openxmlformats.org/officeDocument/2006/customXml" ds:itemID="{F3BBFB78-C28D-4DAE-A095-3E9D00214A0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241efbf5-977f-45bd-a626-63ce12c37c5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5EF72EA-D7D1-486B-8835-F2359BDEEA3E}">
  <ds:schemaRefs>
    <ds:schemaRef ds:uri="http://schemas.microsoft.com/sharepoint/v3/contenttype/forms"/>
  </ds:schemaRefs>
</ds:datastoreItem>
</file>

<file path=docMetadata/LabelInfo.xml><?xml version="1.0" encoding="utf-8"?>
<clbl:labelList xmlns:clbl="http://schemas.microsoft.com/office/2020/mipLabelMetadata">
  <clbl:label id="{1bd84cd2-a803-4625-aaf7-424aaac7782e}" enabled="1" method="Standard" siteId="{8331b18d-2d87-48ef-a35f-ac8818ebf9b4}" removed="0"/>
</clbl:labelList>
</file>

<file path=docProps/app.xml><?xml version="1.0" encoding="utf-8"?>
<Properties xmlns="http://schemas.openxmlformats.org/officeDocument/2006/extended-properties" xmlns:vt="http://schemas.openxmlformats.org/officeDocument/2006/docPropsVTypes">
  <Template/>
  <TotalTime>64775</TotalTime>
  <Words>2746</Words>
  <Application>Microsoft Office PowerPoint</Application>
  <PresentationFormat>Widescreen</PresentationFormat>
  <Paragraphs>292</Paragraphs>
  <Slides>33</Slides>
  <Notes>21</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USAF(Unclas)</vt:lpstr>
      <vt:lpstr>PowerPoint Presentation</vt:lpstr>
      <vt:lpstr>431st SCMS Instructor POCs</vt:lpstr>
      <vt:lpstr>Classification</vt:lpstr>
      <vt:lpstr>Purpose</vt:lpstr>
      <vt:lpstr>Overview</vt:lpstr>
      <vt:lpstr>Structure</vt:lpstr>
      <vt:lpstr>SPM Centralization SharePoint</vt:lpstr>
      <vt:lpstr>Roles &amp; Responsibilities</vt:lpstr>
      <vt:lpstr>Roles &amp; Responsibilities</vt:lpstr>
      <vt:lpstr>Roles &amp; Responsibilities</vt:lpstr>
      <vt:lpstr>2875 Access</vt:lpstr>
      <vt:lpstr>Workflow Tool</vt:lpstr>
      <vt:lpstr>Creating a Central Task Request</vt:lpstr>
      <vt:lpstr>Creating a Central Task Request</vt:lpstr>
      <vt:lpstr>Creating a Central Task Request</vt:lpstr>
      <vt:lpstr>Creating a Central Task Request</vt:lpstr>
      <vt:lpstr>Four Stages of Central Task Management</vt:lpstr>
      <vt:lpstr>Dashboard</vt:lpstr>
      <vt:lpstr>My Worklist</vt:lpstr>
      <vt:lpstr>Pulse</vt:lpstr>
      <vt:lpstr>References</vt:lpstr>
      <vt:lpstr>Scenarios</vt:lpstr>
      <vt:lpstr>Supply Planning Scenario #1</vt:lpstr>
      <vt:lpstr>Supply Planning Scenario #1</vt:lpstr>
      <vt:lpstr>Supply Planning Scenario #2</vt:lpstr>
      <vt:lpstr>Supply Planning Scenario #2</vt:lpstr>
      <vt:lpstr>Demand Planning Scenario #1</vt:lpstr>
      <vt:lpstr>Demand Planning Scenario #1</vt:lpstr>
      <vt:lpstr>Demand Planning Scenario #2</vt:lpstr>
      <vt:lpstr>Demand Planning Scenario #2</vt:lpstr>
      <vt:lpstr>Review Questions</vt:lpstr>
      <vt:lpstr>FAQ</vt:lpstr>
      <vt:lpstr>PowerPoint Presentation</vt:lpstr>
    </vt:vector>
  </TitlesOfParts>
  <Company>HQ USAF/______, Pentagon, DC 20330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Centralization Tool for Technical Data Provisioning</dc:title>
  <dc:creator>Mokrovich, Justin P Maj MIL USAF AF/CVAS</dc:creator>
  <cp:keywords>ESCAPE, Centralization, Technical Data, Provisioning, data request, workflow, standardization, Centralization Tool, Centralized Tool, Centralized.</cp:keywords>
  <cp:lastModifiedBy>TUCKER, CHRISTOPHER B NH-03 USAF AFMC 431 SCMS/GUMB</cp:lastModifiedBy>
  <cp:revision>4181</cp:revision>
  <cp:lastPrinted>2019-06-18T17:52:14Z</cp:lastPrinted>
  <dcterms:created xsi:type="dcterms:W3CDTF">2000-04-26T18:38:01Z</dcterms:created>
  <dcterms:modified xsi:type="dcterms:W3CDTF">2026-03-23T13:59:13Z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0x01010007FEFA47AFEBA94186293892278EA703</vt:lpwstr>
  </property>
  <property fmtid="{D5CDD505-2E9C-101B-9397-08002B2CF9AE}" pid="3" name="Order">
    <vt:r8>16400</vt:r8>
  </property>
  <property fmtid="{D5CDD505-2E9C-101B-9397-08002B2CF9AE}" pid="4" name="URL">
    <vt:lpwstr/>
  </property>
</Properties>
</file>