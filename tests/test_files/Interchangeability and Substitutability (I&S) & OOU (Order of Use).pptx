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diagrams/data1.xml" ContentType="application/vnd.openxmlformats-officedocument.drawingml.diagramData+xml"/>
  <Override PartName="/ppt/diagrams/data3.xml" ContentType="application/vnd.openxmlformats-officedocument.drawingml.diagramData+xml"/>
  <Override PartName="/ppt/diagrams/data2.xml" ContentType="application/vnd.openxmlformats-officedocument.drawingml.diagramData+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8.xml" ContentType="application/vnd.openxmlformats-officedocument.presentationml.slideLayout+xml"/>
  <Override PartName="/ppt/diagrams/colors2.xml" ContentType="application/vnd.openxmlformats-officedocument.drawingml.diagramColors+xml"/>
  <Override PartName="/ppt/theme/theme1.xml" ContentType="application/vnd.openxmlformats-officedocument.theme+xml"/>
  <Override PartName="/ppt/diagrams/quickStyle1.xml" ContentType="application/vnd.openxmlformats-officedocument.drawingml.diagramStyle+xml"/>
  <Override PartName="/ppt/diagrams/quickStyle2.xml" ContentType="application/vnd.openxmlformats-officedocument.drawingml.diagramStyle+xml"/>
  <Override PartName="/ppt/diagrams/layout1.xml" ContentType="application/vnd.openxmlformats-officedocument.drawingml.diagramLayout+xml"/>
  <Override PartName="/ppt/diagrams/colors1.xml" ContentType="application/vnd.openxmlformats-officedocument.drawingml.diagramColors+xml"/>
  <Override PartName="/ppt/diagrams/drawing2.xml" ContentType="application/vnd.ms-office.drawingml.diagramDrawing+xml"/>
  <Override PartName="/ppt/diagrams/drawing1.xml" ContentType="application/vnd.ms-office.drawingml.diagramDrawing+xml"/>
  <Override PartName="/ppt/diagrams/layout3.xml" ContentType="application/vnd.openxmlformats-officedocument.drawingml.diagramLayout+xml"/>
  <Override PartName="/ppt/diagrams/quickStyle3.xml" ContentType="application/vnd.openxmlformats-officedocument.drawingml.diagramStyle+xml"/>
  <Override PartName="/ppt/diagrams/layout2.xml" ContentType="application/vnd.openxmlformats-officedocument.drawingml.diagramLayout+xml"/>
  <Override PartName="/ppt/diagrams/colors3.xml" ContentType="application/vnd.openxmlformats-officedocument.drawingml.diagramColors+xml"/>
  <Override PartName="/ppt/diagrams/drawing3.xml" ContentType="application/vnd.ms-office.drawingml.diagramDrawing+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2" r:id="rId2"/>
    <p:sldId id="263" r:id="rId3"/>
    <p:sldId id="264" r:id="rId4"/>
    <p:sldId id="287" r:id="rId5"/>
    <p:sldId id="265" r:id="rId6"/>
    <p:sldId id="257" r:id="rId7"/>
    <p:sldId id="268" r:id="rId8"/>
    <p:sldId id="272" r:id="rId9"/>
    <p:sldId id="269"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1571" autoAdjust="0"/>
  </p:normalViewPr>
  <p:slideViewPr>
    <p:cSldViewPr snapToGrid="0">
      <p:cViewPr varScale="1">
        <p:scale>
          <a:sx n="95" d="100"/>
          <a:sy n="95" d="100"/>
        </p:scale>
        <p:origin x="12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A91121-BB0A-4D24-A2FD-82B3E0086393}" type="doc">
      <dgm:prSet loTypeId="urn:microsoft.com/office/officeart/2005/8/layout/orgChart1" loCatId="hierarchy" qsTypeId="urn:microsoft.com/office/officeart/2005/8/quickstyle/simple1" qsCatId="simple" csTypeId="urn:microsoft.com/office/officeart/2005/8/colors/accent0_2" csCatId="mainScheme" phldr="1"/>
      <dgm:spPr/>
      <dgm:t>
        <a:bodyPr/>
        <a:lstStyle/>
        <a:p>
          <a:endParaRPr lang="en-US"/>
        </a:p>
      </dgm:t>
    </dgm:pt>
    <dgm:pt modelId="{0C998E0B-F84D-484A-9E67-826B04755256}">
      <dgm:prSet custT="1">
        <dgm:style>
          <a:lnRef idx="0">
            <a:schemeClr val="accent2"/>
          </a:lnRef>
          <a:fillRef idx="3">
            <a:schemeClr val="accent2"/>
          </a:fillRef>
          <a:effectRef idx="3">
            <a:schemeClr val="accent2"/>
          </a:effectRef>
          <a:fontRef idx="minor">
            <a:schemeClr val="lt1"/>
          </a:fontRef>
        </dgm:style>
      </dgm:prSet>
      <dgm:spPr>
        <a:ln/>
      </dgm:spPr>
      <dgm:t>
        <a:bodyPr/>
        <a:lstStyle/>
        <a:p>
          <a:pPr rtl="0"/>
          <a:r>
            <a:rPr lang="en-US" sz="1400" b="1">
              <a:solidFill>
                <a:schemeClr val="tx1"/>
              </a:solidFill>
            </a:rPr>
            <a:t>One-Way (Substitute)</a:t>
          </a:r>
        </a:p>
      </dgm:t>
    </dgm:pt>
    <dgm:pt modelId="{E34381DE-92DF-4AF1-B7E4-08D79FC631D3}" type="parTrans" cxnId="{7098A1D4-C08B-4665-B1FE-E0DDA2BBE0AA}">
      <dgm:prSet/>
      <dgm:spPr/>
      <dgm:t>
        <a:bodyPr/>
        <a:lstStyle/>
        <a:p>
          <a:endParaRPr lang="en-US"/>
        </a:p>
      </dgm:t>
    </dgm:pt>
    <dgm:pt modelId="{E9EDA0FD-75D8-41BA-8085-1646A839993F}" type="sibTrans" cxnId="{7098A1D4-C08B-4665-B1FE-E0DDA2BBE0AA}">
      <dgm:prSet/>
      <dgm:spPr/>
      <dgm:t>
        <a:bodyPr/>
        <a:lstStyle/>
        <a:p>
          <a:endParaRPr lang="en-US"/>
        </a:p>
      </dgm:t>
    </dgm:pt>
    <dgm:pt modelId="{4BE87B03-C7F6-41A2-BDE8-071BDBC165CE}">
      <dgm:prSet custT="1">
        <dgm:style>
          <a:lnRef idx="0">
            <a:schemeClr val="accent2"/>
          </a:lnRef>
          <a:fillRef idx="3">
            <a:schemeClr val="accent2"/>
          </a:fillRef>
          <a:effectRef idx="3">
            <a:schemeClr val="accent2"/>
          </a:effectRef>
          <a:fontRef idx="minor">
            <a:schemeClr val="lt1"/>
          </a:fontRef>
        </dgm:style>
      </dgm:prSet>
      <dgm:spPr>
        <a:ln/>
      </dgm:spPr>
      <dgm:t>
        <a:bodyPr/>
        <a:lstStyle/>
        <a:p>
          <a:pPr rtl="0"/>
          <a:r>
            <a:rPr lang="en-US" sz="2100" b="1">
              <a:solidFill>
                <a:schemeClr val="tx1"/>
              </a:solidFill>
            </a:rPr>
            <a:t>A</a:t>
          </a:r>
          <a:r>
            <a:rPr lang="en-US" sz="2100" b="1" u="sng">
              <a:solidFill>
                <a:srgbClr val="FF0000"/>
              </a:solidFill>
            </a:rPr>
            <a:t>C</a:t>
          </a:r>
          <a:r>
            <a:rPr lang="en-US" sz="2100" b="1">
              <a:solidFill>
                <a:schemeClr val="tx1"/>
              </a:solidFill>
            </a:rPr>
            <a:t>A</a:t>
          </a:r>
        </a:p>
      </dgm:t>
    </dgm:pt>
    <dgm:pt modelId="{62E258B2-2A48-4A18-A783-9718F14C8986}" type="parTrans" cxnId="{586ACEA4-EB2F-470E-8C7F-6273D4A7154A}">
      <dgm:prSet/>
      <dgm:spPr/>
      <dgm:t>
        <a:bodyPr/>
        <a:lstStyle/>
        <a:p>
          <a:endParaRPr lang="en-US"/>
        </a:p>
      </dgm:t>
    </dgm:pt>
    <dgm:pt modelId="{FF777207-7E4F-49AD-A088-8F009FA82943}" type="sibTrans" cxnId="{586ACEA4-EB2F-470E-8C7F-6273D4A7154A}">
      <dgm:prSet/>
      <dgm:spPr/>
      <dgm:t>
        <a:bodyPr/>
        <a:lstStyle/>
        <a:p>
          <a:endParaRPr lang="en-US"/>
        </a:p>
      </dgm:t>
    </dgm:pt>
    <dgm:pt modelId="{474506F6-73F1-402D-9805-F056D08B0212}">
      <dgm:prSet custT="1">
        <dgm:style>
          <a:lnRef idx="0">
            <a:schemeClr val="accent2"/>
          </a:lnRef>
          <a:fillRef idx="3">
            <a:schemeClr val="accent2"/>
          </a:fillRef>
          <a:effectRef idx="3">
            <a:schemeClr val="accent2"/>
          </a:effectRef>
          <a:fontRef idx="minor">
            <a:schemeClr val="lt1"/>
          </a:fontRef>
        </dgm:style>
      </dgm:prSet>
      <dgm:spPr>
        <a:ln/>
      </dgm:spPr>
      <dgm:t>
        <a:bodyPr/>
        <a:lstStyle/>
        <a:p>
          <a:pPr rtl="0"/>
          <a:r>
            <a:rPr lang="en-US" sz="2100" b="1">
              <a:solidFill>
                <a:schemeClr val="tx1"/>
              </a:solidFill>
            </a:rPr>
            <a:t>A</a:t>
          </a:r>
          <a:r>
            <a:rPr lang="en-US" sz="2100" b="1" u="sng">
              <a:solidFill>
                <a:srgbClr val="FF0000"/>
              </a:solidFill>
            </a:rPr>
            <a:t>B</a:t>
          </a:r>
          <a:r>
            <a:rPr lang="en-US" sz="2100" b="1">
              <a:solidFill>
                <a:schemeClr val="tx1"/>
              </a:solidFill>
            </a:rPr>
            <a:t>A</a:t>
          </a:r>
        </a:p>
      </dgm:t>
    </dgm:pt>
    <dgm:pt modelId="{69EFFC8E-5C6C-4102-9622-78ADFF84924D}" type="parTrans" cxnId="{B68D4181-1E0A-4DB5-9152-F1782F66CBAC}">
      <dgm:prSet/>
      <dgm:spPr/>
      <dgm:t>
        <a:bodyPr/>
        <a:lstStyle/>
        <a:p>
          <a:endParaRPr lang="en-US"/>
        </a:p>
      </dgm:t>
    </dgm:pt>
    <dgm:pt modelId="{B61FFA95-75E8-4C4C-8346-7BFFAB4089D8}" type="sibTrans" cxnId="{B68D4181-1E0A-4DB5-9152-F1782F66CBAC}">
      <dgm:prSet/>
      <dgm:spPr/>
      <dgm:t>
        <a:bodyPr/>
        <a:lstStyle/>
        <a:p>
          <a:endParaRPr lang="en-US"/>
        </a:p>
      </dgm:t>
    </dgm:pt>
    <dgm:pt modelId="{B0D63658-3655-4CD1-B39C-F9C2C5187110}">
      <dgm:prSet custT="1">
        <dgm:style>
          <a:lnRef idx="0">
            <a:schemeClr val="accent2"/>
          </a:lnRef>
          <a:fillRef idx="3">
            <a:schemeClr val="accent2"/>
          </a:fillRef>
          <a:effectRef idx="3">
            <a:schemeClr val="accent2"/>
          </a:effectRef>
          <a:fontRef idx="minor">
            <a:schemeClr val="lt1"/>
          </a:fontRef>
        </dgm:style>
      </dgm:prSet>
      <dgm:spPr>
        <a:ln/>
      </dgm:spPr>
      <dgm:t>
        <a:bodyPr/>
        <a:lstStyle/>
        <a:p>
          <a:pPr rtl="0"/>
          <a:r>
            <a:rPr lang="en-US" sz="2100" b="1">
              <a:solidFill>
                <a:schemeClr val="tx1"/>
              </a:solidFill>
            </a:rPr>
            <a:t>A</a:t>
          </a:r>
          <a:r>
            <a:rPr lang="en-US" sz="2100" b="1" u="sng">
              <a:solidFill>
                <a:srgbClr val="FF0000"/>
              </a:solidFill>
            </a:rPr>
            <a:t>A</a:t>
          </a:r>
          <a:r>
            <a:rPr lang="en-US" sz="2100" b="1">
              <a:solidFill>
                <a:schemeClr val="tx1"/>
              </a:solidFill>
            </a:rPr>
            <a:t>A</a:t>
          </a:r>
        </a:p>
      </dgm:t>
    </dgm:pt>
    <dgm:pt modelId="{70AB4469-CFED-4B5F-BF75-C4B3F974AD99}" type="parTrans" cxnId="{C41B3261-CBDD-4219-B682-0B4766740B14}">
      <dgm:prSet/>
      <dgm:spPr/>
      <dgm:t>
        <a:bodyPr/>
        <a:lstStyle/>
        <a:p>
          <a:endParaRPr lang="en-US"/>
        </a:p>
      </dgm:t>
    </dgm:pt>
    <dgm:pt modelId="{937CED7C-8D80-44F7-8146-ADC0B3A155A8}" type="sibTrans" cxnId="{C41B3261-CBDD-4219-B682-0B4766740B14}">
      <dgm:prSet/>
      <dgm:spPr/>
      <dgm:t>
        <a:bodyPr/>
        <a:lstStyle/>
        <a:p>
          <a:endParaRPr lang="en-US"/>
        </a:p>
      </dgm:t>
    </dgm:pt>
    <dgm:pt modelId="{24D50218-21CA-4C30-801D-B1B115CDBB4C}" type="pres">
      <dgm:prSet presAssocID="{6FA91121-BB0A-4D24-A2FD-82B3E0086393}" presName="hierChild1" presStyleCnt="0">
        <dgm:presLayoutVars>
          <dgm:orgChart val="1"/>
          <dgm:chPref val="1"/>
          <dgm:dir/>
          <dgm:animOne val="branch"/>
          <dgm:animLvl val="lvl"/>
          <dgm:resizeHandles/>
        </dgm:presLayoutVars>
      </dgm:prSet>
      <dgm:spPr/>
    </dgm:pt>
    <dgm:pt modelId="{0D4AB378-7309-4A13-9D1B-028A3430570C}" type="pres">
      <dgm:prSet presAssocID="{0C998E0B-F84D-484A-9E67-826B04755256}" presName="hierRoot1" presStyleCnt="0">
        <dgm:presLayoutVars>
          <dgm:hierBranch val="init"/>
        </dgm:presLayoutVars>
      </dgm:prSet>
      <dgm:spPr/>
    </dgm:pt>
    <dgm:pt modelId="{A47DC88C-C8BB-4BA7-B3B8-B086FE3B8890}" type="pres">
      <dgm:prSet presAssocID="{0C998E0B-F84D-484A-9E67-826B04755256}" presName="rootComposite1" presStyleCnt="0"/>
      <dgm:spPr/>
    </dgm:pt>
    <dgm:pt modelId="{D6036929-293A-410C-8865-1A1BD92C0F87}" type="pres">
      <dgm:prSet presAssocID="{0C998E0B-F84D-484A-9E67-826B04755256}" presName="rootText1" presStyleLbl="node0" presStyleIdx="0" presStyleCnt="1">
        <dgm:presLayoutVars>
          <dgm:chPref val="3"/>
        </dgm:presLayoutVars>
      </dgm:prSet>
      <dgm:spPr/>
    </dgm:pt>
    <dgm:pt modelId="{E10EB44C-E6F8-4D04-B128-13835D563173}" type="pres">
      <dgm:prSet presAssocID="{0C998E0B-F84D-484A-9E67-826B04755256}" presName="rootConnector1" presStyleLbl="node1" presStyleIdx="0" presStyleCnt="0"/>
      <dgm:spPr/>
    </dgm:pt>
    <dgm:pt modelId="{04857F8F-4104-4658-AF40-95438CED3864}" type="pres">
      <dgm:prSet presAssocID="{0C998E0B-F84D-484A-9E67-826B04755256}" presName="hierChild2" presStyleCnt="0"/>
      <dgm:spPr/>
    </dgm:pt>
    <dgm:pt modelId="{FD878E43-3D18-4405-B567-0E49FA86715B}" type="pres">
      <dgm:prSet presAssocID="{62E258B2-2A48-4A18-A783-9718F14C8986}" presName="Name37" presStyleLbl="parChTrans1D2" presStyleIdx="0" presStyleCnt="3"/>
      <dgm:spPr/>
    </dgm:pt>
    <dgm:pt modelId="{F53AF94C-44F0-4EBA-8AD2-79BFC66288A2}" type="pres">
      <dgm:prSet presAssocID="{4BE87B03-C7F6-41A2-BDE8-071BDBC165CE}" presName="hierRoot2" presStyleCnt="0">
        <dgm:presLayoutVars>
          <dgm:hierBranch val="init"/>
        </dgm:presLayoutVars>
      </dgm:prSet>
      <dgm:spPr/>
    </dgm:pt>
    <dgm:pt modelId="{2D7B93EA-A847-415E-BFC3-B38B479F7E82}" type="pres">
      <dgm:prSet presAssocID="{4BE87B03-C7F6-41A2-BDE8-071BDBC165CE}" presName="rootComposite" presStyleCnt="0"/>
      <dgm:spPr/>
    </dgm:pt>
    <dgm:pt modelId="{A028145A-9361-498E-8E7E-485E2098F56B}" type="pres">
      <dgm:prSet presAssocID="{4BE87B03-C7F6-41A2-BDE8-071BDBC165CE}" presName="rootText" presStyleLbl="node2" presStyleIdx="0" presStyleCnt="3">
        <dgm:presLayoutVars>
          <dgm:chPref val="3"/>
        </dgm:presLayoutVars>
      </dgm:prSet>
      <dgm:spPr/>
    </dgm:pt>
    <dgm:pt modelId="{C23BE1B1-11D1-41DC-BF3D-633FBA1C03D0}" type="pres">
      <dgm:prSet presAssocID="{4BE87B03-C7F6-41A2-BDE8-071BDBC165CE}" presName="rootConnector" presStyleLbl="node2" presStyleIdx="0" presStyleCnt="3"/>
      <dgm:spPr/>
    </dgm:pt>
    <dgm:pt modelId="{2D47FFA2-0CF4-4709-8382-689C521C9F5F}" type="pres">
      <dgm:prSet presAssocID="{4BE87B03-C7F6-41A2-BDE8-071BDBC165CE}" presName="hierChild4" presStyleCnt="0"/>
      <dgm:spPr/>
    </dgm:pt>
    <dgm:pt modelId="{FDE597EF-CCBA-4890-9963-16AADEECDDE5}" type="pres">
      <dgm:prSet presAssocID="{4BE87B03-C7F6-41A2-BDE8-071BDBC165CE}" presName="hierChild5" presStyleCnt="0"/>
      <dgm:spPr/>
    </dgm:pt>
    <dgm:pt modelId="{1C0DD0C7-DEF3-4720-872E-CE3E7658D642}" type="pres">
      <dgm:prSet presAssocID="{69EFFC8E-5C6C-4102-9622-78ADFF84924D}" presName="Name37" presStyleLbl="parChTrans1D2" presStyleIdx="1" presStyleCnt="3"/>
      <dgm:spPr/>
    </dgm:pt>
    <dgm:pt modelId="{72B14E91-8074-4B81-BF43-DC4E4554418C}" type="pres">
      <dgm:prSet presAssocID="{474506F6-73F1-402D-9805-F056D08B0212}" presName="hierRoot2" presStyleCnt="0">
        <dgm:presLayoutVars>
          <dgm:hierBranch val="init"/>
        </dgm:presLayoutVars>
      </dgm:prSet>
      <dgm:spPr/>
    </dgm:pt>
    <dgm:pt modelId="{8649E3D0-2409-4E0E-B789-A006EFA2841B}" type="pres">
      <dgm:prSet presAssocID="{474506F6-73F1-402D-9805-F056D08B0212}" presName="rootComposite" presStyleCnt="0"/>
      <dgm:spPr/>
    </dgm:pt>
    <dgm:pt modelId="{9719A123-D114-457E-80E6-BAB65A28EA38}" type="pres">
      <dgm:prSet presAssocID="{474506F6-73F1-402D-9805-F056D08B0212}" presName="rootText" presStyleLbl="node2" presStyleIdx="1" presStyleCnt="3">
        <dgm:presLayoutVars>
          <dgm:chPref val="3"/>
        </dgm:presLayoutVars>
      </dgm:prSet>
      <dgm:spPr/>
    </dgm:pt>
    <dgm:pt modelId="{8A2F6B28-E9CD-45ED-80A1-823854985427}" type="pres">
      <dgm:prSet presAssocID="{474506F6-73F1-402D-9805-F056D08B0212}" presName="rootConnector" presStyleLbl="node2" presStyleIdx="1" presStyleCnt="3"/>
      <dgm:spPr/>
    </dgm:pt>
    <dgm:pt modelId="{181BE30F-AFCB-4461-AF53-D8ECBCEACC3D}" type="pres">
      <dgm:prSet presAssocID="{474506F6-73F1-402D-9805-F056D08B0212}" presName="hierChild4" presStyleCnt="0"/>
      <dgm:spPr/>
    </dgm:pt>
    <dgm:pt modelId="{3DF794C8-C527-427D-AAB9-0EEFC34DCB1F}" type="pres">
      <dgm:prSet presAssocID="{474506F6-73F1-402D-9805-F056D08B0212}" presName="hierChild5" presStyleCnt="0"/>
      <dgm:spPr/>
    </dgm:pt>
    <dgm:pt modelId="{FAEEB061-CE61-4B2C-83E5-17CE60D1FA86}" type="pres">
      <dgm:prSet presAssocID="{70AB4469-CFED-4B5F-BF75-C4B3F974AD99}" presName="Name37" presStyleLbl="parChTrans1D2" presStyleIdx="2" presStyleCnt="3"/>
      <dgm:spPr/>
    </dgm:pt>
    <dgm:pt modelId="{CEA7E67E-3DD5-494F-AC56-AB4A2C1E705A}" type="pres">
      <dgm:prSet presAssocID="{B0D63658-3655-4CD1-B39C-F9C2C5187110}" presName="hierRoot2" presStyleCnt="0">
        <dgm:presLayoutVars>
          <dgm:hierBranch val="init"/>
        </dgm:presLayoutVars>
      </dgm:prSet>
      <dgm:spPr/>
    </dgm:pt>
    <dgm:pt modelId="{A1924417-48AE-4D92-9C16-58E8148A6419}" type="pres">
      <dgm:prSet presAssocID="{B0D63658-3655-4CD1-B39C-F9C2C5187110}" presName="rootComposite" presStyleCnt="0"/>
      <dgm:spPr/>
    </dgm:pt>
    <dgm:pt modelId="{E22C14C6-82AB-42DC-82F1-B476129990FC}" type="pres">
      <dgm:prSet presAssocID="{B0D63658-3655-4CD1-B39C-F9C2C5187110}" presName="rootText" presStyleLbl="node2" presStyleIdx="2" presStyleCnt="3">
        <dgm:presLayoutVars>
          <dgm:chPref val="3"/>
        </dgm:presLayoutVars>
      </dgm:prSet>
      <dgm:spPr/>
    </dgm:pt>
    <dgm:pt modelId="{D04A8DBD-46FD-46D8-93AD-292EC09C10A7}" type="pres">
      <dgm:prSet presAssocID="{B0D63658-3655-4CD1-B39C-F9C2C5187110}" presName="rootConnector" presStyleLbl="node2" presStyleIdx="2" presStyleCnt="3"/>
      <dgm:spPr/>
    </dgm:pt>
    <dgm:pt modelId="{05816D5E-8EC9-4419-BAA6-BDBEDF425A56}" type="pres">
      <dgm:prSet presAssocID="{B0D63658-3655-4CD1-B39C-F9C2C5187110}" presName="hierChild4" presStyleCnt="0"/>
      <dgm:spPr/>
    </dgm:pt>
    <dgm:pt modelId="{83BD2A02-CC06-446C-8555-262B62225614}" type="pres">
      <dgm:prSet presAssocID="{B0D63658-3655-4CD1-B39C-F9C2C5187110}" presName="hierChild5" presStyleCnt="0"/>
      <dgm:spPr/>
    </dgm:pt>
    <dgm:pt modelId="{2B381CC2-4A61-4B3B-B015-FD4126DF2E24}" type="pres">
      <dgm:prSet presAssocID="{0C998E0B-F84D-484A-9E67-826B04755256}" presName="hierChild3" presStyleCnt="0"/>
      <dgm:spPr/>
    </dgm:pt>
  </dgm:ptLst>
  <dgm:cxnLst>
    <dgm:cxn modelId="{28A24C02-25AD-4239-8F22-B040EAF92208}" type="presOf" srcId="{69EFFC8E-5C6C-4102-9622-78ADFF84924D}" destId="{1C0DD0C7-DEF3-4720-872E-CE3E7658D642}" srcOrd="0" destOrd="0" presId="urn:microsoft.com/office/officeart/2005/8/layout/orgChart1"/>
    <dgm:cxn modelId="{746CCC04-6CC1-4D4F-B523-8DAB38F47F8D}" type="presOf" srcId="{0C998E0B-F84D-484A-9E67-826B04755256}" destId="{D6036929-293A-410C-8865-1A1BD92C0F87}" srcOrd="0" destOrd="0" presId="urn:microsoft.com/office/officeart/2005/8/layout/orgChart1"/>
    <dgm:cxn modelId="{2420A90A-D098-4D4C-98FB-DFAA32E0AF1B}" type="presOf" srcId="{474506F6-73F1-402D-9805-F056D08B0212}" destId="{9719A123-D114-457E-80E6-BAB65A28EA38}" srcOrd="0" destOrd="0" presId="urn:microsoft.com/office/officeart/2005/8/layout/orgChart1"/>
    <dgm:cxn modelId="{D34C8620-1025-46F8-BC36-20DF1CDC15F5}" type="presOf" srcId="{B0D63658-3655-4CD1-B39C-F9C2C5187110}" destId="{E22C14C6-82AB-42DC-82F1-B476129990FC}" srcOrd="0" destOrd="0" presId="urn:microsoft.com/office/officeart/2005/8/layout/orgChart1"/>
    <dgm:cxn modelId="{D18BDB27-17EC-4F6C-8B2B-6C45BC3BAA01}" type="presOf" srcId="{6FA91121-BB0A-4D24-A2FD-82B3E0086393}" destId="{24D50218-21CA-4C30-801D-B1B115CDBB4C}" srcOrd="0" destOrd="0" presId="urn:microsoft.com/office/officeart/2005/8/layout/orgChart1"/>
    <dgm:cxn modelId="{472B425F-CB31-4B3C-9535-377A0F8E129D}" type="presOf" srcId="{70AB4469-CFED-4B5F-BF75-C4B3F974AD99}" destId="{FAEEB061-CE61-4B2C-83E5-17CE60D1FA86}" srcOrd="0" destOrd="0" presId="urn:microsoft.com/office/officeart/2005/8/layout/orgChart1"/>
    <dgm:cxn modelId="{C41B3261-CBDD-4219-B682-0B4766740B14}" srcId="{0C998E0B-F84D-484A-9E67-826B04755256}" destId="{B0D63658-3655-4CD1-B39C-F9C2C5187110}" srcOrd="2" destOrd="0" parTransId="{70AB4469-CFED-4B5F-BF75-C4B3F974AD99}" sibTransId="{937CED7C-8D80-44F7-8146-ADC0B3A155A8}"/>
    <dgm:cxn modelId="{0B301C4B-7E46-4BB3-84F9-DDB3C549D9C6}" type="presOf" srcId="{62E258B2-2A48-4A18-A783-9718F14C8986}" destId="{FD878E43-3D18-4405-B567-0E49FA86715B}" srcOrd="0" destOrd="0" presId="urn:microsoft.com/office/officeart/2005/8/layout/orgChart1"/>
    <dgm:cxn modelId="{789FFC52-1D48-4A4E-AA34-22C8C04821B9}" type="presOf" srcId="{B0D63658-3655-4CD1-B39C-F9C2C5187110}" destId="{D04A8DBD-46FD-46D8-93AD-292EC09C10A7}" srcOrd="1" destOrd="0" presId="urn:microsoft.com/office/officeart/2005/8/layout/orgChart1"/>
    <dgm:cxn modelId="{B68D4181-1E0A-4DB5-9152-F1782F66CBAC}" srcId="{0C998E0B-F84D-484A-9E67-826B04755256}" destId="{474506F6-73F1-402D-9805-F056D08B0212}" srcOrd="1" destOrd="0" parTransId="{69EFFC8E-5C6C-4102-9622-78ADFF84924D}" sibTransId="{B61FFA95-75E8-4C4C-8346-7BFFAB4089D8}"/>
    <dgm:cxn modelId="{0DF06091-8272-41FF-A136-2364BF1BB9D1}" type="presOf" srcId="{474506F6-73F1-402D-9805-F056D08B0212}" destId="{8A2F6B28-E9CD-45ED-80A1-823854985427}" srcOrd="1" destOrd="0" presId="urn:microsoft.com/office/officeart/2005/8/layout/orgChart1"/>
    <dgm:cxn modelId="{586ACEA4-EB2F-470E-8C7F-6273D4A7154A}" srcId="{0C998E0B-F84D-484A-9E67-826B04755256}" destId="{4BE87B03-C7F6-41A2-BDE8-071BDBC165CE}" srcOrd="0" destOrd="0" parTransId="{62E258B2-2A48-4A18-A783-9718F14C8986}" sibTransId="{FF777207-7E4F-49AD-A088-8F009FA82943}"/>
    <dgm:cxn modelId="{11398FB5-AB33-4AC0-9331-20A4ABDEE6CD}" type="presOf" srcId="{4BE87B03-C7F6-41A2-BDE8-071BDBC165CE}" destId="{C23BE1B1-11D1-41DC-BF3D-633FBA1C03D0}" srcOrd="1" destOrd="0" presId="urn:microsoft.com/office/officeart/2005/8/layout/orgChart1"/>
    <dgm:cxn modelId="{7098A1D4-C08B-4665-B1FE-E0DDA2BBE0AA}" srcId="{6FA91121-BB0A-4D24-A2FD-82B3E0086393}" destId="{0C998E0B-F84D-484A-9E67-826B04755256}" srcOrd="0" destOrd="0" parTransId="{E34381DE-92DF-4AF1-B7E4-08D79FC631D3}" sibTransId="{E9EDA0FD-75D8-41BA-8085-1646A839993F}"/>
    <dgm:cxn modelId="{7D1598D7-0A6C-4F50-9699-C26CAD83CA0B}" type="presOf" srcId="{0C998E0B-F84D-484A-9E67-826B04755256}" destId="{E10EB44C-E6F8-4D04-B128-13835D563173}" srcOrd="1" destOrd="0" presId="urn:microsoft.com/office/officeart/2005/8/layout/orgChart1"/>
    <dgm:cxn modelId="{04550FFC-7F68-430B-A7AE-4F0F5521F684}" type="presOf" srcId="{4BE87B03-C7F6-41A2-BDE8-071BDBC165CE}" destId="{A028145A-9361-498E-8E7E-485E2098F56B}" srcOrd="0" destOrd="0" presId="urn:microsoft.com/office/officeart/2005/8/layout/orgChart1"/>
    <dgm:cxn modelId="{DF200015-1DBB-4FFD-9E6D-B9F7F0CA1CDD}" type="presParOf" srcId="{24D50218-21CA-4C30-801D-B1B115CDBB4C}" destId="{0D4AB378-7309-4A13-9D1B-028A3430570C}" srcOrd="0" destOrd="0" presId="urn:microsoft.com/office/officeart/2005/8/layout/orgChart1"/>
    <dgm:cxn modelId="{C6A65710-206F-4890-B187-369FEA5A378E}" type="presParOf" srcId="{0D4AB378-7309-4A13-9D1B-028A3430570C}" destId="{A47DC88C-C8BB-4BA7-B3B8-B086FE3B8890}" srcOrd="0" destOrd="0" presId="urn:microsoft.com/office/officeart/2005/8/layout/orgChart1"/>
    <dgm:cxn modelId="{D66BC677-F28B-4C8F-806C-4208D5062B82}" type="presParOf" srcId="{A47DC88C-C8BB-4BA7-B3B8-B086FE3B8890}" destId="{D6036929-293A-410C-8865-1A1BD92C0F87}" srcOrd="0" destOrd="0" presId="urn:microsoft.com/office/officeart/2005/8/layout/orgChart1"/>
    <dgm:cxn modelId="{365E973F-3F28-424C-984B-853B17A8F091}" type="presParOf" srcId="{A47DC88C-C8BB-4BA7-B3B8-B086FE3B8890}" destId="{E10EB44C-E6F8-4D04-B128-13835D563173}" srcOrd="1" destOrd="0" presId="urn:microsoft.com/office/officeart/2005/8/layout/orgChart1"/>
    <dgm:cxn modelId="{6586CC7C-6655-4632-A50A-40C810EE85D5}" type="presParOf" srcId="{0D4AB378-7309-4A13-9D1B-028A3430570C}" destId="{04857F8F-4104-4658-AF40-95438CED3864}" srcOrd="1" destOrd="0" presId="urn:microsoft.com/office/officeart/2005/8/layout/orgChart1"/>
    <dgm:cxn modelId="{DAB51324-25B2-46F8-9D05-C14C4394DE58}" type="presParOf" srcId="{04857F8F-4104-4658-AF40-95438CED3864}" destId="{FD878E43-3D18-4405-B567-0E49FA86715B}" srcOrd="0" destOrd="0" presId="urn:microsoft.com/office/officeart/2005/8/layout/orgChart1"/>
    <dgm:cxn modelId="{5F554151-9BA7-4F79-AD25-D67DE2961EF8}" type="presParOf" srcId="{04857F8F-4104-4658-AF40-95438CED3864}" destId="{F53AF94C-44F0-4EBA-8AD2-79BFC66288A2}" srcOrd="1" destOrd="0" presId="urn:microsoft.com/office/officeart/2005/8/layout/orgChart1"/>
    <dgm:cxn modelId="{E9C63CC4-00A1-45DB-A87C-B27D37E54BD1}" type="presParOf" srcId="{F53AF94C-44F0-4EBA-8AD2-79BFC66288A2}" destId="{2D7B93EA-A847-415E-BFC3-B38B479F7E82}" srcOrd="0" destOrd="0" presId="urn:microsoft.com/office/officeart/2005/8/layout/orgChart1"/>
    <dgm:cxn modelId="{FBD33A3E-5B6B-4AE6-851F-3E634F89DF97}" type="presParOf" srcId="{2D7B93EA-A847-415E-BFC3-B38B479F7E82}" destId="{A028145A-9361-498E-8E7E-485E2098F56B}" srcOrd="0" destOrd="0" presId="urn:microsoft.com/office/officeart/2005/8/layout/orgChart1"/>
    <dgm:cxn modelId="{4FDE1B58-6A4B-4A19-8AF4-EE783B9CB3D7}" type="presParOf" srcId="{2D7B93EA-A847-415E-BFC3-B38B479F7E82}" destId="{C23BE1B1-11D1-41DC-BF3D-633FBA1C03D0}" srcOrd="1" destOrd="0" presId="urn:microsoft.com/office/officeart/2005/8/layout/orgChart1"/>
    <dgm:cxn modelId="{0DDC3B0C-69EF-4FE3-96E4-28EEFBDEB9D8}" type="presParOf" srcId="{F53AF94C-44F0-4EBA-8AD2-79BFC66288A2}" destId="{2D47FFA2-0CF4-4709-8382-689C521C9F5F}" srcOrd="1" destOrd="0" presId="urn:microsoft.com/office/officeart/2005/8/layout/orgChart1"/>
    <dgm:cxn modelId="{BFD6CBA3-78CA-4FC4-B6ED-15B36475B8FE}" type="presParOf" srcId="{F53AF94C-44F0-4EBA-8AD2-79BFC66288A2}" destId="{FDE597EF-CCBA-4890-9963-16AADEECDDE5}" srcOrd="2" destOrd="0" presId="urn:microsoft.com/office/officeart/2005/8/layout/orgChart1"/>
    <dgm:cxn modelId="{D67D8F26-91A2-4B12-9457-1336015F0A10}" type="presParOf" srcId="{04857F8F-4104-4658-AF40-95438CED3864}" destId="{1C0DD0C7-DEF3-4720-872E-CE3E7658D642}" srcOrd="2" destOrd="0" presId="urn:microsoft.com/office/officeart/2005/8/layout/orgChart1"/>
    <dgm:cxn modelId="{D1FF4378-776E-44BD-BF75-0ED00E2E30D7}" type="presParOf" srcId="{04857F8F-4104-4658-AF40-95438CED3864}" destId="{72B14E91-8074-4B81-BF43-DC4E4554418C}" srcOrd="3" destOrd="0" presId="urn:microsoft.com/office/officeart/2005/8/layout/orgChart1"/>
    <dgm:cxn modelId="{4358938E-E8F6-4378-8066-484968D91809}" type="presParOf" srcId="{72B14E91-8074-4B81-BF43-DC4E4554418C}" destId="{8649E3D0-2409-4E0E-B789-A006EFA2841B}" srcOrd="0" destOrd="0" presId="urn:microsoft.com/office/officeart/2005/8/layout/orgChart1"/>
    <dgm:cxn modelId="{A377B69A-8BF6-4AFE-9357-9670FE4B75B3}" type="presParOf" srcId="{8649E3D0-2409-4E0E-B789-A006EFA2841B}" destId="{9719A123-D114-457E-80E6-BAB65A28EA38}" srcOrd="0" destOrd="0" presId="urn:microsoft.com/office/officeart/2005/8/layout/orgChart1"/>
    <dgm:cxn modelId="{EEB105CD-B8DB-49C9-8C64-85DF6AD441B8}" type="presParOf" srcId="{8649E3D0-2409-4E0E-B789-A006EFA2841B}" destId="{8A2F6B28-E9CD-45ED-80A1-823854985427}" srcOrd="1" destOrd="0" presId="urn:microsoft.com/office/officeart/2005/8/layout/orgChart1"/>
    <dgm:cxn modelId="{02DE6FAF-F41C-4F68-8B13-2B1527BF4144}" type="presParOf" srcId="{72B14E91-8074-4B81-BF43-DC4E4554418C}" destId="{181BE30F-AFCB-4461-AF53-D8ECBCEACC3D}" srcOrd="1" destOrd="0" presId="urn:microsoft.com/office/officeart/2005/8/layout/orgChart1"/>
    <dgm:cxn modelId="{4538802D-FD1A-49C6-9A59-105BAE1EAB20}" type="presParOf" srcId="{72B14E91-8074-4B81-BF43-DC4E4554418C}" destId="{3DF794C8-C527-427D-AAB9-0EEFC34DCB1F}" srcOrd="2" destOrd="0" presId="urn:microsoft.com/office/officeart/2005/8/layout/orgChart1"/>
    <dgm:cxn modelId="{22D89206-FD7B-4327-B4A1-B1DE4531ECB4}" type="presParOf" srcId="{04857F8F-4104-4658-AF40-95438CED3864}" destId="{FAEEB061-CE61-4B2C-83E5-17CE60D1FA86}" srcOrd="4" destOrd="0" presId="urn:microsoft.com/office/officeart/2005/8/layout/orgChart1"/>
    <dgm:cxn modelId="{B876C81C-173A-46A5-90FF-4ACBF13D6360}" type="presParOf" srcId="{04857F8F-4104-4658-AF40-95438CED3864}" destId="{CEA7E67E-3DD5-494F-AC56-AB4A2C1E705A}" srcOrd="5" destOrd="0" presId="urn:microsoft.com/office/officeart/2005/8/layout/orgChart1"/>
    <dgm:cxn modelId="{3548AD49-71A0-4D68-BB83-EF6BCA069AED}" type="presParOf" srcId="{CEA7E67E-3DD5-494F-AC56-AB4A2C1E705A}" destId="{A1924417-48AE-4D92-9C16-58E8148A6419}" srcOrd="0" destOrd="0" presId="urn:microsoft.com/office/officeart/2005/8/layout/orgChart1"/>
    <dgm:cxn modelId="{155B77BD-02AB-4615-945D-BD43FCA784E3}" type="presParOf" srcId="{A1924417-48AE-4D92-9C16-58E8148A6419}" destId="{E22C14C6-82AB-42DC-82F1-B476129990FC}" srcOrd="0" destOrd="0" presId="urn:microsoft.com/office/officeart/2005/8/layout/orgChart1"/>
    <dgm:cxn modelId="{3C4A5502-ED72-4A2D-8BA6-7003A8B7D650}" type="presParOf" srcId="{A1924417-48AE-4D92-9C16-58E8148A6419}" destId="{D04A8DBD-46FD-46D8-93AD-292EC09C10A7}" srcOrd="1" destOrd="0" presId="urn:microsoft.com/office/officeart/2005/8/layout/orgChart1"/>
    <dgm:cxn modelId="{E131B3A8-B693-4F65-B1C9-74B225920C3A}" type="presParOf" srcId="{CEA7E67E-3DD5-494F-AC56-AB4A2C1E705A}" destId="{05816D5E-8EC9-4419-BAA6-BDBEDF425A56}" srcOrd="1" destOrd="0" presId="urn:microsoft.com/office/officeart/2005/8/layout/orgChart1"/>
    <dgm:cxn modelId="{1906981E-313B-486D-8975-CDAAA3FB7D02}" type="presParOf" srcId="{CEA7E67E-3DD5-494F-AC56-AB4A2C1E705A}" destId="{83BD2A02-CC06-446C-8555-262B62225614}" srcOrd="2" destOrd="0" presId="urn:microsoft.com/office/officeart/2005/8/layout/orgChart1"/>
    <dgm:cxn modelId="{12F6376C-302D-460D-9FDD-594148505E8F}" type="presParOf" srcId="{0D4AB378-7309-4A13-9D1B-028A3430570C}" destId="{2B381CC2-4A61-4B3B-B015-FD4126DF2E24}"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FA91121-BB0A-4D24-A2FD-82B3E0086393}" type="doc">
      <dgm:prSet loTypeId="urn:microsoft.com/office/officeart/2005/8/layout/orgChart1" loCatId="hierarchy" qsTypeId="urn:microsoft.com/office/officeart/2005/8/quickstyle/simple1" qsCatId="simple" csTypeId="urn:microsoft.com/office/officeart/2005/8/colors/accent0_2" csCatId="mainScheme" phldr="1"/>
      <dgm:spPr/>
      <dgm:t>
        <a:bodyPr/>
        <a:lstStyle/>
        <a:p>
          <a:endParaRPr lang="en-US"/>
        </a:p>
      </dgm:t>
    </dgm:pt>
    <dgm:pt modelId="{77753930-E232-426C-A454-AA3304DCCCFC}">
      <dgm:prSet custT="1">
        <dgm:style>
          <a:lnRef idx="0">
            <a:schemeClr val="accent6"/>
          </a:lnRef>
          <a:fillRef idx="3">
            <a:schemeClr val="accent6"/>
          </a:fillRef>
          <a:effectRef idx="3">
            <a:schemeClr val="accent6"/>
          </a:effectRef>
          <a:fontRef idx="minor">
            <a:schemeClr val="lt1"/>
          </a:fontRef>
        </dgm:style>
      </dgm:prSet>
      <dgm:spPr/>
      <dgm:t>
        <a:bodyPr/>
        <a:lstStyle/>
        <a:p>
          <a:pPr rtl="0"/>
          <a:r>
            <a:rPr lang="en-US" sz="1400" b="1">
              <a:solidFill>
                <a:schemeClr val="tx1"/>
              </a:solidFill>
            </a:rPr>
            <a:t>Two-Way </a:t>
          </a:r>
          <a:r>
            <a:rPr lang="en-US" sz="1200" b="1">
              <a:solidFill>
                <a:schemeClr val="tx1"/>
              </a:solidFill>
            </a:rPr>
            <a:t>(Interchangeable)</a:t>
          </a:r>
        </a:p>
      </dgm:t>
    </dgm:pt>
    <dgm:pt modelId="{F75734AB-D2C9-4CB6-B666-BB5762F70E24}" type="parTrans" cxnId="{D3D5BF9A-A1F4-4A52-9738-3D263CC624A3}">
      <dgm:prSet/>
      <dgm:spPr/>
      <dgm:t>
        <a:bodyPr/>
        <a:lstStyle/>
        <a:p>
          <a:endParaRPr lang="en-US"/>
        </a:p>
      </dgm:t>
    </dgm:pt>
    <dgm:pt modelId="{E60CAFA8-D79D-409E-9B02-F91220DFF358}" type="sibTrans" cxnId="{D3D5BF9A-A1F4-4A52-9738-3D263CC624A3}">
      <dgm:prSet/>
      <dgm:spPr/>
      <dgm:t>
        <a:bodyPr/>
        <a:lstStyle/>
        <a:p>
          <a:endParaRPr lang="en-US"/>
        </a:p>
      </dgm:t>
    </dgm:pt>
    <dgm:pt modelId="{21D77BA8-47E6-45F4-8EE6-3D36637B1664}">
      <dgm:prSet custT="1">
        <dgm:style>
          <a:lnRef idx="0">
            <a:schemeClr val="accent6"/>
          </a:lnRef>
          <a:fillRef idx="3">
            <a:schemeClr val="accent6"/>
          </a:fillRef>
          <a:effectRef idx="3">
            <a:schemeClr val="accent6"/>
          </a:effectRef>
          <a:fontRef idx="minor">
            <a:schemeClr val="lt1"/>
          </a:fontRef>
        </dgm:style>
      </dgm:prSet>
      <dgm:spPr/>
      <dgm:t>
        <a:bodyPr/>
        <a:lstStyle/>
        <a:p>
          <a:pPr rtl="0"/>
          <a:r>
            <a:rPr lang="en-US" sz="2100" b="1">
              <a:solidFill>
                <a:schemeClr val="tx1"/>
              </a:solidFill>
            </a:rPr>
            <a:t>A</a:t>
          </a:r>
          <a:r>
            <a:rPr lang="en-US" sz="2100" b="1" u="none">
              <a:solidFill>
                <a:schemeClr val="tx1"/>
              </a:solidFill>
            </a:rPr>
            <a:t>A</a:t>
          </a:r>
          <a:r>
            <a:rPr lang="en-US" sz="2100" b="1" u="sng">
              <a:solidFill>
                <a:srgbClr val="FF0000"/>
              </a:solidFill>
            </a:rPr>
            <a:t>C</a:t>
          </a:r>
        </a:p>
      </dgm:t>
    </dgm:pt>
    <dgm:pt modelId="{013F0F35-39FF-45A6-8AC5-EC57B179E80B}" type="parTrans" cxnId="{3647CB18-E645-4DDC-BF8C-A5320C441CBA}">
      <dgm:prSet/>
      <dgm:spPr/>
      <dgm:t>
        <a:bodyPr/>
        <a:lstStyle/>
        <a:p>
          <a:endParaRPr lang="en-US"/>
        </a:p>
      </dgm:t>
    </dgm:pt>
    <dgm:pt modelId="{0F9E5C1E-C330-4274-960C-105393D24CD3}" type="sibTrans" cxnId="{3647CB18-E645-4DDC-BF8C-A5320C441CBA}">
      <dgm:prSet/>
      <dgm:spPr/>
      <dgm:t>
        <a:bodyPr/>
        <a:lstStyle/>
        <a:p>
          <a:endParaRPr lang="en-US"/>
        </a:p>
      </dgm:t>
    </dgm:pt>
    <dgm:pt modelId="{7B9789B7-33B6-476F-A8FF-7893D306906F}">
      <dgm:prSet custT="1">
        <dgm:style>
          <a:lnRef idx="0">
            <a:schemeClr val="accent6"/>
          </a:lnRef>
          <a:fillRef idx="3">
            <a:schemeClr val="accent6"/>
          </a:fillRef>
          <a:effectRef idx="3">
            <a:schemeClr val="accent6"/>
          </a:effectRef>
          <a:fontRef idx="minor">
            <a:schemeClr val="lt1"/>
          </a:fontRef>
        </dgm:style>
      </dgm:prSet>
      <dgm:spPr/>
      <dgm:t>
        <a:bodyPr/>
        <a:lstStyle/>
        <a:p>
          <a:pPr rtl="0"/>
          <a:r>
            <a:rPr lang="en-US" sz="2100" b="1">
              <a:solidFill>
                <a:schemeClr val="tx1"/>
              </a:solidFill>
            </a:rPr>
            <a:t>A</a:t>
          </a:r>
          <a:r>
            <a:rPr lang="en-US" sz="2100" b="1" u="none">
              <a:solidFill>
                <a:schemeClr val="tx1"/>
              </a:solidFill>
            </a:rPr>
            <a:t>A</a:t>
          </a:r>
          <a:r>
            <a:rPr lang="en-US" sz="2100" b="1" u="sng">
              <a:solidFill>
                <a:srgbClr val="FF0000"/>
              </a:solidFill>
            </a:rPr>
            <a:t>B</a:t>
          </a:r>
        </a:p>
      </dgm:t>
    </dgm:pt>
    <dgm:pt modelId="{5A1CFCD6-10F8-4EF5-90D1-846216514F53}" type="parTrans" cxnId="{1DD234A1-65BD-44B0-AB7D-9C8F154DE88C}">
      <dgm:prSet/>
      <dgm:spPr/>
      <dgm:t>
        <a:bodyPr/>
        <a:lstStyle/>
        <a:p>
          <a:endParaRPr lang="en-US"/>
        </a:p>
      </dgm:t>
    </dgm:pt>
    <dgm:pt modelId="{7081E39C-68F0-4FF3-BBAB-24AF603B5BC8}" type="sibTrans" cxnId="{1DD234A1-65BD-44B0-AB7D-9C8F154DE88C}">
      <dgm:prSet/>
      <dgm:spPr/>
      <dgm:t>
        <a:bodyPr/>
        <a:lstStyle/>
        <a:p>
          <a:endParaRPr lang="en-US"/>
        </a:p>
      </dgm:t>
    </dgm:pt>
    <dgm:pt modelId="{69514B5A-5C25-439C-9AA7-A9963AE1A1FC}">
      <dgm:prSet custT="1">
        <dgm:style>
          <a:lnRef idx="0">
            <a:schemeClr val="accent6"/>
          </a:lnRef>
          <a:fillRef idx="3">
            <a:schemeClr val="accent6"/>
          </a:fillRef>
          <a:effectRef idx="3">
            <a:schemeClr val="accent6"/>
          </a:effectRef>
          <a:fontRef idx="minor">
            <a:schemeClr val="lt1"/>
          </a:fontRef>
        </dgm:style>
      </dgm:prSet>
      <dgm:spPr/>
      <dgm:t>
        <a:bodyPr/>
        <a:lstStyle/>
        <a:p>
          <a:pPr rtl="0"/>
          <a:r>
            <a:rPr lang="en-US" sz="2100" b="1">
              <a:solidFill>
                <a:schemeClr val="tx1"/>
              </a:solidFill>
            </a:rPr>
            <a:t>A</a:t>
          </a:r>
          <a:r>
            <a:rPr lang="en-US" sz="2100" b="1" u="none">
              <a:solidFill>
                <a:schemeClr val="tx1"/>
              </a:solidFill>
            </a:rPr>
            <a:t>A</a:t>
          </a:r>
          <a:r>
            <a:rPr lang="en-US" sz="2100" b="1" u="sng">
              <a:solidFill>
                <a:srgbClr val="FF0000"/>
              </a:solidFill>
            </a:rPr>
            <a:t>A</a:t>
          </a:r>
        </a:p>
      </dgm:t>
    </dgm:pt>
    <dgm:pt modelId="{25383F0C-8006-4BC1-8D1B-FBDE30539AB9}" type="parTrans" cxnId="{229C718C-AEE9-4F86-98B1-2D8AF71FF31D}">
      <dgm:prSet/>
      <dgm:spPr/>
      <dgm:t>
        <a:bodyPr/>
        <a:lstStyle/>
        <a:p>
          <a:endParaRPr lang="en-US"/>
        </a:p>
      </dgm:t>
    </dgm:pt>
    <dgm:pt modelId="{CDAED2E5-6651-486B-88DF-9AB5655EBE5D}" type="sibTrans" cxnId="{229C718C-AEE9-4F86-98B1-2D8AF71FF31D}">
      <dgm:prSet/>
      <dgm:spPr/>
      <dgm:t>
        <a:bodyPr/>
        <a:lstStyle/>
        <a:p>
          <a:endParaRPr lang="en-US"/>
        </a:p>
      </dgm:t>
    </dgm:pt>
    <dgm:pt modelId="{24D50218-21CA-4C30-801D-B1B115CDBB4C}" type="pres">
      <dgm:prSet presAssocID="{6FA91121-BB0A-4D24-A2FD-82B3E0086393}" presName="hierChild1" presStyleCnt="0">
        <dgm:presLayoutVars>
          <dgm:orgChart val="1"/>
          <dgm:chPref val="1"/>
          <dgm:dir/>
          <dgm:animOne val="branch"/>
          <dgm:animLvl val="lvl"/>
          <dgm:resizeHandles/>
        </dgm:presLayoutVars>
      </dgm:prSet>
      <dgm:spPr/>
    </dgm:pt>
    <dgm:pt modelId="{D96BB231-1808-49E1-9604-2A4C7448F52F}" type="pres">
      <dgm:prSet presAssocID="{77753930-E232-426C-A454-AA3304DCCCFC}" presName="hierRoot1" presStyleCnt="0">
        <dgm:presLayoutVars>
          <dgm:hierBranch val="init"/>
        </dgm:presLayoutVars>
      </dgm:prSet>
      <dgm:spPr/>
    </dgm:pt>
    <dgm:pt modelId="{9D950A20-8EC4-4947-8164-B4CF97525875}" type="pres">
      <dgm:prSet presAssocID="{77753930-E232-426C-A454-AA3304DCCCFC}" presName="rootComposite1" presStyleCnt="0"/>
      <dgm:spPr/>
    </dgm:pt>
    <dgm:pt modelId="{24369364-F56D-44A2-80AC-831E07E9C4F2}" type="pres">
      <dgm:prSet presAssocID="{77753930-E232-426C-A454-AA3304DCCCFC}" presName="rootText1" presStyleLbl="node0" presStyleIdx="0" presStyleCnt="1">
        <dgm:presLayoutVars>
          <dgm:chPref val="3"/>
        </dgm:presLayoutVars>
      </dgm:prSet>
      <dgm:spPr/>
    </dgm:pt>
    <dgm:pt modelId="{CC512D2E-63BB-48B5-8E96-1C7C5B6BE429}" type="pres">
      <dgm:prSet presAssocID="{77753930-E232-426C-A454-AA3304DCCCFC}" presName="rootConnector1" presStyleLbl="node1" presStyleIdx="0" presStyleCnt="0"/>
      <dgm:spPr/>
    </dgm:pt>
    <dgm:pt modelId="{1E22A566-F069-4437-BD0B-EFEAB29C2B36}" type="pres">
      <dgm:prSet presAssocID="{77753930-E232-426C-A454-AA3304DCCCFC}" presName="hierChild2" presStyleCnt="0"/>
      <dgm:spPr/>
    </dgm:pt>
    <dgm:pt modelId="{CCE26550-E6E1-438D-9C02-018B81500F70}" type="pres">
      <dgm:prSet presAssocID="{013F0F35-39FF-45A6-8AC5-EC57B179E80B}" presName="Name37" presStyleLbl="parChTrans1D2" presStyleIdx="0" presStyleCnt="3"/>
      <dgm:spPr/>
    </dgm:pt>
    <dgm:pt modelId="{9819040C-604C-470A-9B9D-1FE3017BFBD3}" type="pres">
      <dgm:prSet presAssocID="{21D77BA8-47E6-45F4-8EE6-3D36637B1664}" presName="hierRoot2" presStyleCnt="0">
        <dgm:presLayoutVars>
          <dgm:hierBranch val="init"/>
        </dgm:presLayoutVars>
      </dgm:prSet>
      <dgm:spPr/>
    </dgm:pt>
    <dgm:pt modelId="{74652D32-B848-4C37-A761-FB14955681B4}" type="pres">
      <dgm:prSet presAssocID="{21D77BA8-47E6-45F4-8EE6-3D36637B1664}" presName="rootComposite" presStyleCnt="0"/>
      <dgm:spPr/>
    </dgm:pt>
    <dgm:pt modelId="{86251CB0-BF21-4D6E-851B-6F766B58A384}" type="pres">
      <dgm:prSet presAssocID="{21D77BA8-47E6-45F4-8EE6-3D36637B1664}" presName="rootText" presStyleLbl="node2" presStyleIdx="0" presStyleCnt="3" custLinFactNeighborX="-3769">
        <dgm:presLayoutVars>
          <dgm:chPref val="3"/>
        </dgm:presLayoutVars>
      </dgm:prSet>
      <dgm:spPr/>
    </dgm:pt>
    <dgm:pt modelId="{9D28F202-3D79-476F-940F-A809AC32ABCA}" type="pres">
      <dgm:prSet presAssocID="{21D77BA8-47E6-45F4-8EE6-3D36637B1664}" presName="rootConnector" presStyleLbl="node2" presStyleIdx="0" presStyleCnt="3"/>
      <dgm:spPr/>
    </dgm:pt>
    <dgm:pt modelId="{D50C6E43-2B36-4D72-ADC8-CBDA0A677C3D}" type="pres">
      <dgm:prSet presAssocID="{21D77BA8-47E6-45F4-8EE6-3D36637B1664}" presName="hierChild4" presStyleCnt="0"/>
      <dgm:spPr/>
    </dgm:pt>
    <dgm:pt modelId="{75E01AD6-53A5-4ACE-94F8-EC94E9A9ADF2}" type="pres">
      <dgm:prSet presAssocID="{21D77BA8-47E6-45F4-8EE6-3D36637B1664}" presName="hierChild5" presStyleCnt="0"/>
      <dgm:spPr/>
    </dgm:pt>
    <dgm:pt modelId="{A18B956D-EDAB-461F-8014-4AB7F689A459}" type="pres">
      <dgm:prSet presAssocID="{5A1CFCD6-10F8-4EF5-90D1-846216514F53}" presName="Name37" presStyleLbl="parChTrans1D2" presStyleIdx="1" presStyleCnt="3"/>
      <dgm:spPr/>
    </dgm:pt>
    <dgm:pt modelId="{3FB5EAD8-7159-4E36-93D2-B7418882FA08}" type="pres">
      <dgm:prSet presAssocID="{7B9789B7-33B6-476F-A8FF-7893D306906F}" presName="hierRoot2" presStyleCnt="0">
        <dgm:presLayoutVars>
          <dgm:hierBranch val="init"/>
        </dgm:presLayoutVars>
      </dgm:prSet>
      <dgm:spPr/>
    </dgm:pt>
    <dgm:pt modelId="{6404FED8-6D5A-49DB-AA11-FED552947B23}" type="pres">
      <dgm:prSet presAssocID="{7B9789B7-33B6-476F-A8FF-7893D306906F}" presName="rootComposite" presStyleCnt="0"/>
      <dgm:spPr/>
    </dgm:pt>
    <dgm:pt modelId="{DBAB86B3-D90B-430D-B4BD-DAE4D1D863CC}" type="pres">
      <dgm:prSet presAssocID="{7B9789B7-33B6-476F-A8FF-7893D306906F}" presName="rootText" presStyleLbl="node2" presStyleIdx="1" presStyleCnt="3">
        <dgm:presLayoutVars>
          <dgm:chPref val="3"/>
        </dgm:presLayoutVars>
      </dgm:prSet>
      <dgm:spPr/>
    </dgm:pt>
    <dgm:pt modelId="{79DF4FCC-5DD0-4EFE-BC77-9D9B9E3327D7}" type="pres">
      <dgm:prSet presAssocID="{7B9789B7-33B6-476F-A8FF-7893D306906F}" presName="rootConnector" presStyleLbl="node2" presStyleIdx="1" presStyleCnt="3"/>
      <dgm:spPr/>
    </dgm:pt>
    <dgm:pt modelId="{E88208A6-B3FD-473C-92BF-DFB184D165A7}" type="pres">
      <dgm:prSet presAssocID="{7B9789B7-33B6-476F-A8FF-7893D306906F}" presName="hierChild4" presStyleCnt="0"/>
      <dgm:spPr/>
    </dgm:pt>
    <dgm:pt modelId="{23D9584A-6E28-48F2-9079-899248A0D9AC}" type="pres">
      <dgm:prSet presAssocID="{7B9789B7-33B6-476F-A8FF-7893D306906F}" presName="hierChild5" presStyleCnt="0"/>
      <dgm:spPr/>
    </dgm:pt>
    <dgm:pt modelId="{2F5B4988-2D8C-47BF-8245-1DCD97A30A1B}" type="pres">
      <dgm:prSet presAssocID="{25383F0C-8006-4BC1-8D1B-FBDE30539AB9}" presName="Name37" presStyleLbl="parChTrans1D2" presStyleIdx="2" presStyleCnt="3"/>
      <dgm:spPr/>
    </dgm:pt>
    <dgm:pt modelId="{6E089C03-ACF8-4460-A409-F9D650604C62}" type="pres">
      <dgm:prSet presAssocID="{69514B5A-5C25-439C-9AA7-A9963AE1A1FC}" presName="hierRoot2" presStyleCnt="0">
        <dgm:presLayoutVars>
          <dgm:hierBranch val="init"/>
        </dgm:presLayoutVars>
      </dgm:prSet>
      <dgm:spPr/>
    </dgm:pt>
    <dgm:pt modelId="{39F5A2B2-7FF0-4B67-887C-A9B5B274A63F}" type="pres">
      <dgm:prSet presAssocID="{69514B5A-5C25-439C-9AA7-A9963AE1A1FC}" presName="rootComposite" presStyleCnt="0"/>
      <dgm:spPr/>
    </dgm:pt>
    <dgm:pt modelId="{5D11980B-F3E2-4EE2-9154-45F77A3BE751}" type="pres">
      <dgm:prSet presAssocID="{69514B5A-5C25-439C-9AA7-A9963AE1A1FC}" presName="rootText" presStyleLbl="node2" presStyleIdx="2" presStyleCnt="3">
        <dgm:presLayoutVars>
          <dgm:chPref val="3"/>
        </dgm:presLayoutVars>
      </dgm:prSet>
      <dgm:spPr/>
    </dgm:pt>
    <dgm:pt modelId="{9A328585-849A-4353-B19E-FD170110D80F}" type="pres">
      <dgm:prSet presAssocID="{69514B5A-5C25-439C-9AA7-A9963AE1A1FC}" presName="rootConnector" presStyleLbl="node2" presStyleIdx="2" presStyleCnt="3"/>
      <dgm:spPr/>
    </dgm:pt>
    <dgm:pt modelId="{0EA8AEAC-0DCC-4510-A967-59009DEE2544}" type="pres">
      <dgm:prSet presAssocID="{69514B5A-5C25-439C-9AA7-A9963AE1A1FC}" presName="hierChild4" presStyleCnt="0"/>
      <dgm:spPr/>
    </dgm:pt>
    <dgm:pt modelId="{FCECB049-FCE2-4363-8E37-411259E7A86E}" type="pres">
      <dgm:prSet presAssocID="{69514B5A-5C25-439C-9AA7-A9963AE1A1FC}" presName="hierChild5" presStyleCnt="0"/>
      <dgm:spPr/>
    </dgm:pt>
    <dgm:pt modelId="{387D6FAB-6BD3-4391-BE26-CFD51B3D77B3}" type="pres">
      <dgm:prSet presAssocID="{77753930-E232-426C-A454-AA3304DCCCFC}" presName="hierChild3" presStyleCnt="0"/>
      <dgm:spPr/>
    </dgm:pt>
  </dgm:ptLst>
  <dgm:cxnLst>
    <dgm:cxn modelId="{CA3B4B01-EE91-4B21-BF5C-9B04C945E414}" type="presOf" srcId="{21D77BA8-47E6-45F4-8EE6-3D36637B1664}" destId="{86251CB0-BF21-4D6E-851B-6F766B58A384}" srcOrd="0" destOrd="0" presId="urn:microsoft.com/office/officeart/2005/8/layout/orgChart1"/>
    <dgm:cxn modelId="{31D79503-74F8-417F-8E1E-52D60083ECFA}" type="presOf" srcId="{77753930-E232-426C-A454-AA3304DCCCFC}" destId="{24369364-F56D-44A2-80AC-831E07E9C4F2}" srcOrd="0" destOrd="0" presId="urn:microsoft.com/office/officeart/2005/8/layout/orgChart1"/>
    <dgm:cxn modelId="{C3B3AE10-8948-4849-A674-056C3492CA36}" type="presOf" srcId="{7B9789B7-33B6-476F-A8FF-7893D306906F}" destId="{DBAB86B3-D90B-430D-B4BD-DAE4D1D863CC}" srcOrd="0" destOrd="0" presId="urn:microsoft.com/office/officeart/2005/8/layout/orgChart1"/>
    <dgm:cxn modelId="{3647CB18-E645-4DDC-BF8C-A5320C441CBA}" srcId="{77753930-E232-426C-A454-AA3304DCCCFC}" destId="{21D77BA8-47E6-45F4-8EE6-3D36637B1664}" srcOrd="0" destOrd="0" parTransId="{013F0F35-39FF-45A6-8AC5-EC57B179E80B}" sibTransId="{0F9E5C1E-C330-4274-960C-105393D24CD3}"/>
    <dgm:cxn modelId="{D18BDB27-17EC-4F6C-8B2B-6C45BC3BAA01}" type="presOf" srcId="{6FA91121-BB0A-4D24-A2FD-82B3E0086393}" destId="{24D50218-21CA-4C30-801D-B1B115CDBB4C}" srcOrd="0" destOrd="0" presId="urn:microsoft.com/office/officeart/2005/8/layout/orgChart1"/>
    <dgm:cxn modelId="{0D67935D-A0AA-49DA-995C-E484B5B0D90E}" type="presOf" srcId="{69514B5A-5C25-439C-9AA7-A9963AE1A1FC}" destId="{5D11980B-F3E2-4EE2-9154-45F77A3BE751}" srcOrd="0" destOrd="0" presId="urn:microsoft.com/office/officeart/2005/8/layout/orgChart1"/>
    <dgm:cxn modelId="{651A7244-F43F-4E43-8BD0-FE46A224D44D}" type="presOf" srcId="{25383F0C-8006-4BC1-8D1B-FBDE30539AB9}" destId="{2F5B4988-2D8C-47BF-8245-1DCD97A30A1B}" srcOrd="0" destOrd="0" presId="urn:microsoft.com/office/officeart/2005/8/layout/orgChart1"/>
    <dgm:cxn modelId="{23B44065-7B49-46B0-AB53-614553DE73D0}" type="presOf" srcId="{013F0F35-39FF-45A6-8AC5-EC57B179E80B}" destId="{CCE26550-E6E1-438D-9C02-018B81500F70}" srcOrd="0" destOrd="0" presId="urn:microsoft.com/office/officeart/2005/8/layout/orgChart1"/>
    <dgm:cxn modelId="{2FF8D046-D891-47C5-9B1F-D70CE8152425}" type="presOf" srcId="{77753930-E232-426C-A454-AA3304DCCCFC}" destId="{CC512D2E-63BB-48B5-8E96-1C7C5B6BE429}" srcOrd="1" destOrd="0" presId="urn:microsoft.com/office/officeart/2005/8/layout/orgChart1"/>
    <dgm:cxn modelId="{75A5F57B-1FFB-4D89-9A02-67AB352A79C0}" type="presOf" srcId="{69514B5A-5C25-439C-9AA7-A9963AE1A1FC}" destId="{9A328585-849A-4353-B19E-FD170110D80F}" srcOrd="1" destOrd="0" presId="urn:microsoft.com/office/officeart/2005/8/layout/orgChart1"/>
    <dgm:cxn modelId="{BBD4127D-2635-478C-BB33-CBD16116BB20}" type="presOf" srcId="{7B9789B7-33B6-476F-A8FF-7893D306906F}" destId="{79DF4FCC-5DD0-4EFE-BC77-9D9B9E3327D7}" srcOrd="1" destOrd="0" presId="urn:microsoft.com/office/officeart/2005/8/layout/orgChart1"/>
    <dgm:cxn modelId="{229C718C-AEE9-4F86-98B1-2D8AF71FF31D}" srcId="{77753930-E232-426C-A454-AA3304DCCCFC}" destId="{69514B5A-5C25-439C-9AA7-A9963AE1A1FC}" srcOrd="2" destOrd="0" parTransId="{25383F0C-8006-4BC1-8D1B-FBDE30539AB9}" sibTransId="{CDAED2E5-6651-486B-88DF-9AB5655EBE5D}"/>
    <dgm:cxn modelId="{D3D5BF9A-A1F4-4A52-9738-3D263CC624A3}" srcId="{6FA91121-BB0A-4D24-A2FD-82B3E0086393}" destId="{77753930-E232-426C-A454-AA3304DCCCFC}" srcOrd="0" destOrd="0" parTransId="{F75734AB-D2C9-4CB6-B666-BB5762F70E24}" sibTransId="{E60CAFA8-D79D-409E-9B02-F91220DFF358}"/>
    <dgm:cxn modelId="{1DD234A1-65BD-44B0-AB7D-9C8F154DE88C}" srcId="{77753930-E232-426C-A454-AA3304DCCCFC}" destId="{7B9789B7-33B6-476F-A8FF-7893D306906F}" srcOrd="1" destOrd="0" parTransId="{5A1CFCD6-10F8-4EF5-90D1-846216514F53}" sibTransId="{7081E39C-68F0-4FF3-BBAB-24AF603B5BC8}"/>
    <dgm:cxn modelId="{60E1A8F1-D241-4871-8511-EED3D0F51D77}" type="presOf" srcId="{21D77BA8-47E6-45F4-8EE6-3D36637B1664}" destId="{9D28F202-3D79-476F-940F-A809AC32ABCA}" srcOrd="1" destOrd="0" presId="urn:microsoft.com/office/officeart/2005/8/layout/orgChart1"/>
    <dgm:cxn modelId="{91642EFE-430A-4E49-B233-1BADD3649E69}" type="presOf" srcId="{5A1CFCD6-10F8-4EF5-90D1-846216514F53}" destId="{A18B956D-EDAB-461F-8014-4AB7F689A459}" srcOrd="0" destOrd="0" presId="urn:microsoft.com/office/officeart/2005/8/layout/orgChart1"/>
    <dgm:cxn modelId="{7F4D1E96-A899-4FCF-8D66-81B6980946C8}" type="presParOf" srcId="{24D50218-21CA-4C30-801D-B1B115CDBB4C}" destId="{D96BB231-1808-49E1-9604-2A4C7448F52F}" srcOrd="0" destOrd="0" presId="urn:microsoft.com/office/officeart/2005/8/layout/orgChart1"/>
    <dgm:cxn modelId="{70783A34-DADC-4879-9CDF-1B18F7AB48CF}" type="presParOf" srcId="{D96BB231-1808-49E1-9604-2A4C7448F52F}" destId="{9D950A20-8EC4-4947-8164-B4CF97525875}" srcOrd="0" destOrd="0" presId="urn:microsoft.com/office/officeart/2005/8/layout/orgChart1"/>
    <dgm:cxn modelId="{FC141760-FA20-4BBF-84D7-D5CC5293610A}" type="presParOf" srcId="{9D950A20-8EC4-4947-8164-B4CF97525875}" destId="{24369364-F56D-44A2-80AC-831E07E9C4F2}" srcOrd="0" destOrd="0" presId="urn:microsoft.com/office/officeart/2005/8/layout/orgChart1"/>
    <dgm:cxn modelId="{33EB640C-9031-42C2-8E55-DA3F536D9D35}" type="presParOf" srcId="{9D950A20-8EC4-4947-8164-B4CF97525875}" destId="{CC512D2E-63BB-48B5-8E96-1C7C5B6BE429}" srcOrd="1" destOrd="0" presId="urn:microsoft.com/office/officeart/2005/8/layout/orgChart1"/>
    <dgm:cxn modelId="{B9B51261-5996-4D3E-8EFE-A57E5DCC8800}" type="presParOf" srcId="{D96BB231-1808-49E1-9604-2A4C7448F52F}" destId="{1E22A566-F069-4437-BD0B-EFEAB29C2B36}" srcOrd="1" destOrd="0" presId="urn:microsoft.com/office/officeart/2005/8/layout/orgChart1"/>
    <dgm:cxn modelId="{59169B91-1D12-4883-A0AD-E7AD490D3738}" type="presParOf" srcId="{1E22A566-F069-4437-BD0B-EFEAB29C2B36}" destId="{CCE26550-E6E1-438D-9C02-018B81500F70}" srcOrd="0" destOrd="0" presId="urn:microsoft.com/office/officeart/2005/8/layout/orgChart1"/>
    <dgm:cxn modelId="{511C0E2B-C070-4485-AB07-55D0AEC78DB2}" type="presParOf" srcId="{1E22A566-F069-4437-BD0B-EFEAB29C2B36}" destId="{9819040C-604C-470A-9B9D-1FE3017BFBD3}" srcOrd="1" destOrd="0" presId="urn:microsoft.com/office/officeart/2005/8/layout/orgChart1"/>
    <dgm:cxn modelId="{48BBBFF0-B861-4688-B24D-725A7C37CD4C}" type="presParOf" srcId="{9819040C-604C-470A-9B9D-1FE3017BFBD3}" destId="{74652D32-B848-4C37-A761-FB14955681B4}" srcOrd="0" destOrd="0" presId="urn:microsoft.com/office/officeart/2005/8/layout/orgChart1"/>
    <dgm:cxn modelId="{6048F36E-B5A3-47A6-A9A9-EC3A7608B407}" type="presParOf" srcId="{74652D32-B848-4C37-A761-FB14955681B4}" destId="{86251CB0-BF21-4D6E-851B-6F766B58A384}" srcOrd="0" destOrd="0" presId="urn:microsoft.com/office/officeart/2005/8/layout/orgChart1"/>
    <dgm:cxn modelId="{1107F5BC-0655-4E39-845B-C11E6658578F}" type="presParOf" srcId="{74652D32-B848-4C37-A761-FB14955681B4}" destId="{9D28F202-3D79-476F-940F-A809AC32ABCA}" srcOrd="1" destOrd="0" presId="urn:microsoft.com/office/officeart/2005/8/layout/orgChart1"/>
    <dgm:cxn modelId="{623077FA-1073-4456-ACE1-C158E48EAF13}" type="presParOf" srcId="{9819040C-604C-470A-9B9D-1FE3017BFBD3}" destId="{D50C6E43-2B36-4D72-ADC8-CBDA0A677C3D}" srcOrd="1" destOrd="0" presId="urn:microsoft.com/office/officeart/2005/8/layout/orgChart1"/>
    <dgm:cxn modelId="{5373A4F0-FE58-45EF-A430-44B2214D62BC}" type="presParOf" srcId="{9819040C-604C-470A-9B9D-1FE3017BFBD3}" destId="{75E01AD6-53A5-4ACE-94F8-EC94E9A9ADF2}" srcOrd="2" destOrd="0" presId="urn:microsoft.com/office/officeart/2005/8/layout/orgChart1"/>
    <dgm:cxn modelId="{B9D57887-AD95-4A13-8B1E-5EDD52A33258}" type="presParOf" srcId="{1E22A566-F069-4437-BD0B-EFEAB29C2B36}" destId="{A18B956D-EDAB-461F-8014-4AB7F689A459}" srcOrd="2" destOrd="0" presId="urn:microsoft.com/office/officeart/2005/8/layout/orgChart1"/>
    <dgm:cxn modelId="{E9D61DFC-76E3-446D-8A9E-746915AFD443}" type="presParOf" srcId="{1E22A566-F069-4437-BD0B-EFEAB29C2B36}" destId="{3FB5EAD8-7159-4E36-93D2-B7418882FA08}" srcOrd="3" destOrd="0" presId="urn:microsoft.com/office/officeart/2005/8/layout/orgChart1"/>
    <dgm:cxn modelId="{FB61C92E-80E9-4B67-8B4C-3E8C61A4D01A}" type="presParOf" srcId="{3FB5EAD8-7159-4E36-93D2-B7418882FA08}" destId="{6404FED8-6D5A-49DB-AA11-FED552947B23}" srcOrd="0" destOrd="0" presId="urn:microsoft.com/office/officeart/2005/8/layout/orgChart1"/>
    <dgm:cxn modelId="{306FCECF-ED01-4B2E-AE63-A79A6BC3E85C}" type="presParOf" srcId="{6404FED8-6D5A-49DB-AA11-FED552947B23}" destId="{DBAB86B3-D90B-430D-B4BD-DAE4D1D863CC}" srcOrd="0" destOrd="0" presId="urn:microsoft.com/office/officeart/2005/8/layout/orgChart1"/>
    <dgm:cxn modelId="{7B5ECBC1-C4E9-42D9-8D02-D648807B8414}" type="presParOf" srcId="{6404FED8-6D5A-49DB-AA11-FED552947B23}" destId="{79DF4FCC-5DD0-4EFE-BC77-9D9B9E3327D7}" srcOrd="1" destOrd="0" presId="urn:microsoft.com/office/officeart/2005/8/layout/orgChart1"/>
    <dgm:cxn modelId="{9BEA6AED-BBD9-4753-96D7-C23437B7F1EF}" type="presParOf" srcId="{3FB5EAD8-7159-4E36-93D2-B7418882FA08}" destId="{E88208A6-B3FD-473C-92BF-DFB184D165A7}" srcOrd="1" destOrd="0" presId="urn:microsoft.com/office/officeart/2005/8/layout/orgChart1"/>
    <dgm:cxn modelId="{8722A136-5209-40C1-9455-5C16987ADD4C}" type="presParOf" srcId="{3FB5EAD8-7159-4E36-93D2-B7418882FA08}" destId="{23D9584A-6E28-48F2-9079-899248A0D9AC}" srcOrd="2" destOrd="0" presId="urn:microsoft.com/office/officeart/2005/8/layout/orgChart1"/>
    <dgm:cxn modelId="{10CD3131-318F-4A50-B8D4-EEF2EEB60F2C}" type="presParOf" srcId="{1E22A566-F069-4437-BD0B-EFEAB29C2B36}" destId="{2F5B4988-2D8C-47BF-8245-1DCD97A30A1B}" srcOrd="4" destOrd="0" presId="urn:microsoft.com/office/officeart/2005/8/layout/orgChart1"/>
    <dgm:cxn modelId="{0AC89E1D-1F07-4E43-925E-0B613A34B2EF}" type="presParOf" srcId="{1E22A566-F069-4437-BD0B-EFEAB29C2B36}" destId="{6E089C03-ACF8-4460-A409-F9D650604C62}" srcOrd="5" destOrd="0" presId="urn:microsoft.com/office/officeart/2005/8/layout/orgChart1"/>
    <dgm:cxn modelId="{6A88A5D5-DD9D-4682-99BB-E11D271DADD5}" type="presParOf" srcId="{6E089C03-ACF8-4460-A409-F9D650604C62}" destId="{39F5A2B2-7FF0-4B67-887C-A9B5B274A63F}" srcOrd="0" destOrd="0" presId="urn:microsoft.com/office/officeart/2005/8/layout/orgChart1"/>
    <dgm:cxn modelId="{59FA2162-B573-4F96-8F44-72A4130F437F}" type="presParOf" srcId="{39F5A2B2-7FF0-4B67-887C-A9B5B274A63F}" destId="{5D11980B-F3E2-4EE2-9154-45F77A3BE751}" srcOrd="0" destOrd="0" presId="urn:microsoft.com/office/officeart/2005/8/layout/orgChart1"/>
    <dgm:cxn modelId="{411D97E3-3459-46D8-A1EC-5530222BBDB0}" type="presParOf" srcId="{39F5A2B2-7FF0-4B67-887C-A9B5B274A63F}" destId="{9A328585-849A-4353-B19E-FD170110D80F}" srcOrd="1" destOrd="0" presId="urn:microsoft.com/office/officeart/2005/8/layout/orgChart1"/>
    <dgm:cxn modelId="{F187A7CD-43D9-4D69-B3AC-BEF24BFC4101}" type="presParOf" srcId="{6E089C03-ACF8-4460-A409-F9D650604C62}" destId="{0EA8AEAC-0DCC-4510-A967-59009DEE2544}" srcOrd="1" destOrd="0" presId="urn:microsoft.com/office/officeart/2005/8/layout/orgChart1"/>
    <dgm:cxn modelId="{A4637133-4CD8-42DC-9EE4-F2B2656A03CB}" type="presParOf" srcId="{6E089C03-ACF8-4460-A409-F9D650604C62}" destId="{FCECB049-FCE2-4363-8E37-411259E7A86E}" srcOrd="2" destOrd="0" presId="urn:microsoft.com/office/officeart/2005/8/layout/orgChart1"/>
    <dgm:cxn modelId="{87D42B80-1AC8-47B4-A4A8-2AF415DCB7A7}" type="presParOf" srcId="{D96BB231-1808-49E1-9604-2A4C7448F52F}" destId="{387D6FAB-6BD3-4391-BE26-CFD51B3D77B3}" srcOrd="2" destOrd="0" presId="urn:microsoft.com/office/officeart/2005/8/layout/orgChar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FA91121-BB0A-4D24-A2FD-82B3E0086393}" type="doc">
      <dgm:prSet loTypeId="urn:microsoft.com/office/officeart/2005/8/layout/orgChart1" loCatId="hierarchy" qsTypeId="urn:microsoft.com/office/officeart/2005/8/quickstyle/simple5" qsCatId="simple" csTypeId="urn:microsoft.com/office/officeart/2005/8/colors/colorful5" csCatId="colorful" phldr="1"/>
      <dgm:spPr/>
      <dgm:t>
        <a:bodyPr/>
        <a:lstStyle/>
        <a:p>
          <a:endParaRPr lang="en-US"/>
        </a:p>
      </dgm:t>
    </dgm:pt>
    <dgm:pt modelId="{5A17CEA3-556D-4F1E-A875-AE8F98514119}">
      <dgm:prSet/>
      <dgm:spPr/>
      <dgm:t>
        <a:bodyPr/>
        <a:lstStyle/>
        <a:p>
          <a:pPr rtl="0"/>
          <a:r>
            <a:rPr lang="en-US" b="1" u="sng">
              <a:solidFill>
                <a:schemeClr val="tx1"/>
              </a:solidFill>
            </a:rPr>
            <a:t>Mix of One-Way and Two Way Relationships</a:t>
          </a:r>
          <a:endParaRPr lang="en-US" b="1">
            <a:solidFill>
              <a:schemeClr val="tx1"/>
            </a:solidFill>
          </a:endParaRPr>
        </a:p>
      </dgm:t>
    </dgm:pt>
    <dgm:pt modelId="{D6E70032-9A7F-4D82-ABA7-E313B99908FB}" type="parTrans" cxnId="{B7D57942-ABFB-48AA-9C42-BE9C30B44393}">
      <dgm:prSet/>
      <dgm:spPr/>
      <dgm:t>
        <a:bodyPr/>
        <a:lstStyle/>
        <a:p>
          <a:endParaRPr lang="en-US" b="1"/>
        </a:p>
      </dgm:t>
    </dgm:pt>
    <dgm:pt modelId="{A635FDAB-5102-4700-86DC-5333FE0C2FD2}" type="sibTrans" cxnId="{B7D57942-ABFB-48AA-9C42-BE9C30B44393}">
      <dgm:prSet/>
      <dgm:spPr/>
      <dgm:t>
        <a:bodyPr/>
        <a:lstStyle/>
        <a:p>
          <a:endParaRPr lang="en-US" b="1"/>
        </a:p>
      </dgm:t>
    </dgm:pt>
    <dgm:pt modelId="{76F39A70-4C1C-4708-BCA8-C31DF6939876}">
      <dgm:prSet/>
      <dgm:spPr/>
      <dgm:t>
        <a:bodyPr/>
        <a:lstStyle/>
        <a:p>
          <a:pPr rtl="0"/>
          <a:r>
            <a:rPr lang="en-US" b="1">
              <a:solidFill>
                <a:schemeClr val="tx1"/>
              </a:solidFill>
            </a:rPr>
            <a:t>A</a:t>
          </a:r>
          <a:r>
            <a:rPr lang="en-US" b="1">
              <a:solidFill>
                <a:srgbClr val="FF0000"/>
              </a:solidFill>
            </a:rPr>
            <a:t>B</a:t>
          </a:r>
          <a:r>
            <a:rPr lang="en-US" b="1" u="sng">
              <a:solidFill>
                <a:srgbClr val="FF0000"/>
              </a:solidFill>
            </a:rPr>
            <a:t>B</a:t>
          </a:r>
        </a:p>
      </dgm:t>
    </dgm:pt>
    <dgm:pt modelId="{459CB353-4805-4A75-B81F-8D1BCBCFD0E2}" type="parTrans" cxnId="{C5DF9012-3514-4DB4-8A01-30E5FEA1E43B}">
      <dgm:prSet/>
      <dgm:spPr/>
      <dgm:t>
        <a:bodyPr/>
        <a:lstStyle/>
        <a:p>
          <a:endParaRPr lang="en-US" b="1"/>
        </a:p>
      </dgm:t>
    </dgm:pt>
    <dgm:pt modelId="{AAECB869-B40A-45B1-9C71-A5193C08C249}" type="sibTrans" cxnId="{C5DF9012-3514-4DB4-8A01-30E5FEA1E43B}">
      <dgm:prSet/>
      <dgm:spPr/>
      <dgm:t>
        <a:bodyPr/>
        <a:lstStyle/>
        <a:p>
          <a:endParaRPr lang="en-US" b="1"/>
        </a:p>
      </dgm:t>
    </dgm:pt>
    <dgm:pt modelId="{1B304761-FC0E-4825-A363-B1CAEA36EAB3}">
      <dgm:prSet/>
      <dgm:spPr/>
      <dgm:t>
        <a:bodyPr/>
        <a:lstStyle/>
        <a:p>
          <a:pPr rtl="0"/>
          <a:r>
            <a:rPr lang="en-US" b="1">
              <a:solidFill>
                <a:schemeClr val="tx1"/>
              </a:solidFill>
            </a:rPr>
            <a:t>AB</a:t>
          </a:r>
          <a:r>
            <a:rPr lang="en-US" b="1" u="sng">
              <a:solidFill>
                <a:srgbClr val="FF0000"/>
              </a:solidFill>
            </a:rPr>
            <a:t>A</a:t>
          </a:r>
        </a:p>
      </dgm:t>
    </dgm:pt>
    <dgm:pt modelId="{8ECB013F-8B1C-421E-ABF2-BCACBAE30138}" type="parTrans" cxnId="{6DA81709-A1E0-4D01-AC51-C93462E1EF94}">
      <dgm:prSet/>
      <dgm:spPr/>
      <dgm:t>
        <a:bodyPr/>
        <a:lstStyle/>
        <a:p>
          <a:endParaRPr lang="en-US" b="1"/>
        </a:p>
      </dgm:t>
    </dgm:pt>
    <dgm:pt modelId="{99F86516-B259-4ECA-8767-BE4E57BD32F9}" type="sibTrans" cxnId="{6DA81709-A1E0-4D01-AC51-C93462E1EF94}">
      <dgm:prSet/>
      <dgm:spPr/>
      <dgm:t>
        <a:bodyPr/>
        <a:lstStyle/>
        <a:p>
          <a:endParaRPr lang="en-US" b="1"/>
        </a:p>
      </dgm:t>
    </dgm:pt>
    <dgm:pt modelId="{43131222-583F-4AC6-908A-EAF975F2C9CF}">
      <dgm:prSet/>
      <dgm:spPr/>
      <dgm:t>
        <a:bodyPr/>
        <a:lstStyle/>
        <a:p>
          <a:pPr rtl="0"/>
          <a:r>
            <a:rPr lang="en-US" b="1">
              <a:solidFill>
                <a:schemeClr val="tx1"/>
              </a:solidFill>
            </a:rPr>
            <a:t>AA</a:t>
          </a:r>
          <a:r>
            <a:rPr lang="en-US" b="1" u="sng">
              <a:solidFill>
                <a:schemeClr val="tx1"/>
              </a:solidFill>
            </a:rPr>
            <a:t>A</a:t>
          </a:r>
        </a:p>
      </dgm:t>
    </dgm:pt>
    <dgm:pt modelId="{F5E3631D-0883-49BA-AEF3-FB5AD5867571}" type="parTrans" cxnId="{65E6965D-3AAC-4E96-B504-A55B323774DA}">
      <dgm:prSet/>
      <dgm:spPr/>
      <dgm:t>
        <a:bodyPr/>
        <a:lstStyle/>
        <a:p>
          <a:endParaRPr lang="en-US" b="1"/>
        </a:p>
      </dgm:t>
    </dgm:pt>
    <dgm:pt modelId="{035465B2-C569-44D0-B7FB-036F0060596C}" type="sibTrans" cxnId="{65E6965D-3AAC-4E96-B504-A55B323774DA}">
      <dgm:prSet/>
      <dgm:spPr/>
      <dgm:t>
        <a:bodyPr/>
        <a:lstStyle/>
        <a:p>
          <a:endParaRPr lang="en-US" b="1"/>
        </a:p>
      </dgm:t>
    </dgm:pt>
    <dgm:pt modelId="{24D50218-21CA-4C30-801D-B1B115CDBB4C}" type="pres">
      <dgm:prSet presAssocID="{6FA91121-BB0A-4D24-A2FD-82B3E0086393}" presName="hierChild1" presStyleCnt="0">
        <dgm:presLayoutVars>
          <dgm:orgChart val="1"/>
          <dgm:chPref val="1"/>
          <dgm:dir/>
          <dgm:animOne val="branch"/>
          <dgm:animLvl val="lvl"/>
          <dgm:resizeHandles/>
        </dgm:presLayoutVars>
      </dgm:prSet>
      <dgm:spPr/>
    </dgm:pt>
    <dgm:pt modelId="{07D413A7-F0DE-49F0-9808-B34D388D1DA6}" type="pres">
      <dgm:prSet presAssocID="{5A17CEA3-556D-4F1E-A875-AE8F98514119}" presName="hierRoot1" presStyleCnt="0">
        <dgm:presLayoutVars>
          <dgm:hierBranch val="init"/>
        </dgm:presLayoutVars>
      </dgm:prSet>
      <dgm:spPr/>
    </dgm:pt>
    <dgm:pt modelId="{E7CCDC50-77EB-4A1B-A9FA-745254A906A4}" type="pres">
      <dgm:prSet presAssocID="{5A17CEA3-556D-4F1E-A875-AE8F98514119}" presName="rootComposite1" presStyleCnt="0"/>
      <dgm:spPr/>
    </dgm:pt>
    <dgm:pt modelId="{2E6B0D95-7FE0-49C4-9E61-33FD17F30ABC}" type="pres">
      <dgm:prSet presAssocID="{5A17CEA3-556D-4F1E-A875-AE8F98514119}" presName="rootText1" presStyleLbl="node0" presStyleIdx="0" presStyleCnt="1" custScaleX="152848">
        <dgm:presLayoutVars>
          <dgm:chPref val="3"/>
        </dgm:presLayoutVars>
      </dgm:prSet>
      <dgm:spPr/>
    </dgm:pt>
    <dgm:pt modelId="{859520F2-C454-44C7-9091-435AF356D2BA}" type="pres">
      <dgm:prSet presAssocID="{5A17CEA3-556D-4F1E-A875-AE8F98514119}" presName="rootConnector1" presStyleLbl="node1" presStyleIdx="0" presStyleCnt="0"/>
      <dgm:spPr/>
    </dgm:pt>
    <dgm:pt modelId="{7587C60F-A555-4B50-A686-1EFC82FAC4F5}" type="pres">
      <dgm:prSet presAssocID="{5A17CEA3-556D-4F1E-A875-AE8F98514119}" presName="hierChild2" presStyleCnt="0"/>
      <dgm:spPr/>
    </dgm:pt>
    <dgm:pt modelId="{0E42F525-6AA2-41B5-BA0B-C20E1AA65861}" type="pres">
      <dgm:prSet presAssocID="{459CB353-4805-4A75-B81F-8D1BCBCFD0E2}" presName="Name37" presStyleLbl="parChTrans1D2" presStyleIdx="0" presStyleCnt="3"/>
      <dgm:spPr/>
    </dgm:pt>
    <dgm:pt modelId="{5E4DE37F-E546-4E34-84BD-D3140C8FA383}" type="pres">
      <dgm:prSet presAssocID="{76F39A70-4C1C-4708-BCA8-C31DF6939876}" presName="hierRoot2" presStyleCnt="0">
        <dgm:presLayoutVars>
          <dgm:hierBranch val="init"/>
        </dgm:presLayoutVars>
      </dgm:prSet>
      <dgm:spPr/>
    </dgm:pt>
    <dgm:pt modelId="{4DD52C6A-5774-45B1-9E45-356D7DA4B0EC}" type="pres">
      <dgm:prSet presAssocID="{76F39A70-4C1C-4708-BCA8-C31DF6939876}" presName="rootComposite" presStyleCnt="0"/>
      <dgm:spPr/>
    </dgm:pt>
    <dgm:pt modelId="{0DCA5F41-16C2-41E8-B695-1F593ED3E1CF}" type="pres">
      <dgm:prSet presAssocID="{76F39A70-4C1C-4708-BCA8-C31DF6939876}" presName="rootText" presStyleLbl="node2" presStyleIdx="0" presStyleCnt="3">
        <dgm:presLayoutVars>
          <dgm:chPref val="3"/>
        </dgm:presLayoutVars>
      </dgm:prSet>
      <dgm:spPr/>
    </dgm:pt>
    <dgm:pt modelId="{2305A9AB-36B6-48A7-AAFA-0E76C2B75458}" type="pres">
      <dgm:prSet presAssocID="{76F39A70-4C1C-4708-BCA8-C31DF6939876}" presName="rootConnector" presStyleLbl="node2" presStyleIdx="0" presStyleCnt="3"/>
      <dgm:spPr/>
    </dgm:pt>
    <dgm:pt modelId="{E2C50CAA-875C-41FB-A8D9-62CEFFA8AA51}" type="pres">
      <dgm:prSet presAssocID="{76F39A70-4C1C-4708-BCA8-C31DF6939876}" presName="hierChild4" presStyleCnt="0"/>
      <dgm:spPr/>
    </dgm:pt>
    <dgm:pt modelId="{6C0D5077-F9AF-46F0-B30C-668688888510}" type="pres">
      <dgm:prSet presAssocID="{76F39A70-4C1C-4708-BCA8-C31DF6939876}" presName="hierChild5" presStyleCnt="0"/>
      <dgm:spPr/>
    </dgm:pt>
    <dgm:pt modelId="{ECA75CF7-6C4C-48FA-AD91-DAA17E3E43AE}" type="pres">
      <dgm:prSet presAssocID="{8ECB013F-8B1C-421E-ABF2-BCACBAE30138}" presName="Name37" presStyleLbl="parChTrans1D2" presStyleIdx="1" presStyleCnt="3"/>
      <dgm:spPr/>
    </dgm:pt>
    <dgm:pt modelId="{F0742B9F-A82E-4FE5-AA42-E548F31147A9}" type="pres">
      <dgm:prSet presAssocID="{1B304761-FC0E-4825-A363-B1CAEA36EAB3}" presName="hierRoot2" presStyleCnt="0">
        <dgm:presLayoutVars>
          <dgm:hierBranch val="init"/>
        </dgm:presLayoutVars>
      </dgm:prSet>
      <dgm:spPr/>
    </dgm:pt>
    <dgm:pt modelId="{083FCCAC-79CA-4CC4-92FA-EE2C68958F8B}" type="pres">
      <dgm:prSet presAssocID="{1B304761-FC0E-4825-A363-B1CAEA36EAB3}" presName="rootComposite" presStyleCnt="0"/>
      <dgm:spPr/>
    </dgm:pt>
    <dgm:pt modelId="{BED7120C-980C-4DD3-B6A8-3C11D55F642F}" type="pres">
      <dgm:prSet presAssocID="{1B304761-FC0E-4825-A363-B1CAEA36EAB3}" presName="rootText" presStyleLbl="node2" presStyleIdx="1" presStyleCnt="3">
        <dgm:presLayoutVars>
          <dgm:chPref val="3"/>
        </dgm:presLayoutVars>
      </dgm:prSet>
      <dgm:spPr/>
    </dgm:pt>
    <dgm:pt modelId="{88B7FC8E-BB59-417B-970A-36D5E1F21B74}" type="pres">
      <dgm:prSet presAssocID="{1B304761-FC0E-4825-A363-B1CAEA36EAB3}" presName="rootConnector" presStyleLbl="node2" presStyleIdx="1" presStyleCnt="3"/>
      <dgm:spPr/>
    </dgm:pt>
    <dgm:pt modelId="{31B829E6-C858-4275-8076-CA44705E7DC7}" type="pres">
      <dgm:prSet presAssocID="{1B304761-FC0E-4825-A363-B1CAEA36EAB3}" presName="hierChild4" presStyleCnt="0"/>
      <dgm:spPr/>
    </dgm:pt>
    <dgm:pt modelId="{D5EB7238-3994-4349-802E-DF600A619327}" type="pres">
      <dgm:prSet presAssocID="{1B304761-FC0E-4825-A363-B1CAEA36EAB3}" presName="hierChild5" presStyleCnt="0"/>
      <dgm:spPr/>
    </dgm:pt>
    <dgm:pt modelId="{5AF0439C-C296-4839-9F43-7B788A354416}" type="pres">
      <dgm:prSet presAssocID="{F5E3631D-0883-49BA-AEF3-FB5AD5867571}" presName="Name37" presStyleLbl="parChTrans1D2" presStyleIdx="2" presStyleCnt="3"/>
      <dgm:spPr/>
    </dgm:pt>
    <dgm:pt modelId="{B160D80E-F12F-4EA2-B6B3-DDFD800865AA}" type="pres">
      <dgm:prSet presAssocID="{43131222-583F-4AC6-908A-EAF975F2C9CF}" presName="hierRoot2" presStyleCnt="0">
        <dgm:presLayoutVars>
          <dgm:hierBranch val="init"/>
        </dgm:presLayoutVars>
      </dgm:prSet>
      <dgm:spPr/>
    </dgm:pt>
    <dgm:pt modelId="{CDB414D2-8DB8-4E53-82D7-77B9E8369E78}" type="pres">
      <dgm:prSet presAssocID="{43131222-583F-4AC6-908A-EAF975F2C9CF}" presName="rootComposite" presStyleCnt="0"/>
      <dgm:spPr/>
    </dgm:pt>
    <dgm:pt modelId="{6605D338-3623-4F55-97F2-56CBB442DED9}" type="pres">
      <dgm:prSet presAssocID="{43131222-583F-4AC6-908A-EAF975F2C9CF}" presName="rootText" presStyleLbl="node2" presStyleIdx="2" presStyleCnt="3">
        <dgm:presLayoutVars>
          <dgm:chPref val="3"/>
        </dgm:presLayoutVars>
      </dgm:prSet>
      <dgm:spPr/>
    </dgm:pt>
    <dgm:pt modelId="{C89AD170-2E44-4947-897F-95B5331AACA1}" type="pres">
      <dgm:prSet presAssocID="{43131222-583F-4AC6-908A-EAF975F2C9CF}" presName="rootConnector" presStyleLbl="node2" presStyleIdx="2" presStyleCnt="3"/>
      <dgm:spPr/>
    </dgm:pt>
    <dgm:pt modelId="{508BA5C0-7BD2-4B32-A68F-B1D496EB411F}" type="pres">
      <dgm:prSet presAssocID="{43131222-583F-4AC6-908A-EAF975F2C9CF}" presName="hierChild4" presStyleCnt="0"/>
      <dgm:spPr/>
    </dgm:pt>
    <dgm:pt modelId="{43676178-7A58-4992-BEF1-173214F481B3}" type="pres">
      <dgm:prSet presAssocID="{43131222-583F-4AC6-908A-EAF975F2C9CF}" presName="hierChild5" presStyleCnt="0"/>
      <dgm:spPr/>
    </dgm:pt>
    <dgm:pt modelId="{DCDE6386-F7DB-4118-8B11-23FF5DB421B5}" type="pres">
      <dgm:prSet presAssocID="{5A17CEA3-556D-4F1E-A875-AE8F98514119}" presName="hierChild3" presStyleCnt="0"/>
      <dgm:spPr/>
    </dgm:pt>
  </dgm:ptLst>
  <dgm:cxnLst>
    <dgm:cxn modelId="{D1C60F05-61AF-45EA-805C-B8F8F60FFEFF}" type="presOf" srcId="{43131222-583F-4AC6-908A-EAF975F2C9CF}" destId="{6605D338-3623-4F55-97F2-56CBB442DED9}" srcOrd="0" destOrd="0" presId="urn:microsoft.com/office/officeart/2005/8/layout/orgChart1"/>
    <dgm:cxn modelId="{6DA81709-A1E0-4D01-AC51-C93462E1EF94}" srcId="{5A17CEA3-556D-4F1E-A875-AE8F98514119}" destId="{1B304761-FC0E-4825-A363-B1CAEA36EAB3}" srcOrd="1" destOrd="0" parTransId="{8ECB013F-8B1C-421E-ABF2-BCACBAE30138}" sibTransId="{99F86516-B259-4ECA-8767-BE4E57BD32F9}"/>
    <dgm:cxn modelId="{C5DF9012-3514-4DB4-8A01-30E5FEA1E43B}" srcId="{5A17CEA3-556D-4F1E-A875-AE8F98514119}" destId="{76F39A70-4C1C-4708-BCA8-C31DF6939876}" srcOrd="0" destOrd="0" parTransId="{459CB353-4805-4A75-B81F-8D1BCBCFD0E2}" sibTransId="{AAECB869-B40A-45B1-9C71-A5193C08C249}"/>
    <dgm:cxn modelId="{5D2DF812-6166-4B74-A59E-4A9EB37B8FCC}" type="presOf" srcId="{43131222-583F-4AC6-908A-EAF975F2C9CF}" destId="{C89AD170-2E44-4947-897F-95B5331AACA1}" srcOrd="1" destOrd="0" presId="urn:microsoft.com/office/officeart/2005/8/layout/orgChart1"/>
    <dgm:cxn modelId="{3FDC9122-BF20-48DC-A642-7A43780880D3}" type="presOf" srcId="{1B304761-FC0E-4825-A363-B1CAEA36EAB3}" destId="{88B7FC8E-BB59-417B-970A-36D5E1F21B74}" srcOrd="1" destOrd="0" presId="urn:microsoft.com/office/officeart/2005/8/layout/orgChart1"/>
    <dgm:cxn modelId="{5328A025-53B7-470E-B2AA-307285AB168F}" type="presOf" srcId="{76F39A70-4C1C-4708-BCA8-C31DF6939876}" destId="{2305A9AB-36B6-48A7-AAFA-0E76C2B75458}" srcOrd="1" destOrd="0" presId="urn:microsoft.com/office/officeart/2005/8/layout/orgChart1"/>
    <dgm:cxn modelId="{D18BDB27-17EC-4F6C-8B2B-6C45BC3BAA01}" type="presOf" srcId="{6FA91121-BB0A-4D24-A2FD-82B3E0086393}" destId="{24D50218-21CA-4C30-801D-B1B115CDBB4C}" srcOrd="0" destOrd="0" presId="urn:microsoft.com/office/officeart/2005/8/layout/orgChart1"/>
    <dgm:cxn modelId="{65E6965D-3AAC-4E96-B504-A55B323774DA}" srcId="{5A17CEA3-556D-4F1E-A875-AE8F98514119}" destId="{43131222-583F-4AC6-908A-EAF975F2C9CF}" srcOrd="2" destOrd="0" parTransId="{F5E3631D-0883-49BA-AEF3-FB5AD5867571}" sibTransId="{035465B2-C569-44D0-B7FB-036F0060596C}"/>
    <dgm:cxn modelId="{B7D57942-ABFB-48AA-9C42-BE9C30B44393}" srcId="{6FA91121-BB0A-4D24-A2FD-82B3E0086393}" destId="{5A17CEA3-556D-4F1E-A875-AE8F98514119}" srcOrd="0" destOrd="0" parTransId="{D6E70032-9A7F-4D82-ABA7-E313B99908FB}" sibTransId="{A635FDAB-5102-4700-86DC-5333FE0C2FD2}"/>
    <dgm:cxn modelId="{D8CB4C66-44F5-41E3-85DA-37CD6DFF3354}" type="presOf" srcId="{8ECB013F-8B1C-421E-ABF2-BCACBAE30138}" destId="{ECA75CF7-6C4C-48FA-AD91-DAA17E3E43AE}" srcOrd="0" destOrd="0" presId="urn:microsoft.com/office/officeart/2005/8/layout/orgChart1"/>
    <dgm:cxn modelId="{9C856747-5F1A-4670-8D6C-8DBB8B8008AD}" type="presOf" srcId="{5A17CEA3-556D-4F1E-A875-AE8F98514119}" destId="{859520F2-C454-44C7-9091-435AF356D2BA}" srcOrd="1" destOrd="0" presId="urn:microsoft.com/office/officeart/2005/8/layout/orgChart1"/>
    <dgm:cxn modelId="{DCCE7658-4C6B-4122-AA90-31B9D1DC54BD}" type="presOf" srcId="{1B304761-FC0E-4825-A363-B1CAEA36EAB3}" destId="{BED7120C-980C-4DD3-B6A8-3C11D55F642F}" srcOrd="0" destOrd="0" presId="urn:microsoft.com/office/officeart/2005/8/layout/orgChart1"/>
    <dgm:cxn modelId="{37782C87-FD87-4044-B99D-F5BFD69974DA}" type="presOf" srcId="{459CB353-4805-4A75-B81F-8D1BCBCFD0E2}" destId="{0E42F525-6AA2-41B5-BA0B-C20E1AA65861}" srcOrd="0" destOrd="0" presId="urn:microsoft.com/office/officeart/2005/8/layout/orgChart1"/>
    <dgm:cxn modelId="{20074EA5-9574-493C-B086-05E92BAC4CD8}" type="presOf" srcId="{76F39A70-4C1C-4708-BCA8-C31DF6939876}" destId="{0DCA5F41-16C2-41E8-B695-1F593ED3E1CF}" srcOrd="0" destOrd="0" presId="urn:microsoft.com/office/officeart/2005/8/layout/orgChart1"/>
    <dgm:cxn modelId="{BA66BCB7-499B-4DCF-A4BA-13071CC7A23D}" type="presOf" srcId="{F5E3631D-0883-49BA-AEF3-FB5AD5867571}" destId="{5AF0439C-C296-4839-9F43-7B788A354416}" srcOrd="0" destOrd="0" presId="urn:microsoft.com/office/officeart/2005/8/layout/orgChart1"/>
    <dgm:cxn modelId="{769500C9-83E1-4165-8F37-1FCC8605DED1}" type="presOf" srcId="{5A17CEA3-556D-4F1E-A875-AE8F98514119}" destId="{2E6B0D95-7FE0-49C4-9E61-33FD17F30ABC}" srcOrd="0" destOrd="0" presId="urn:microsoft.com/office/officeart/2005/8/layout/orgChart1"/>
    <dgm:cxn modelId="{8C0E4D86-3B84-4A71-B5A9-D959FBC12E23}" type="presParOf" srcId="{24D50218-21CA-4C30-801D-B1B115CDBB4C}" destId="{07D413A7-F0DE-49F0-9808-B34D388D1DA6}" srcOrd="0" destOrd="0" presId="urn:microsoft.com/office/officeart/2005/8/layout/orgChart1"/>
    <dgm:cxn modelId="{EC72CA4F-ED12-42F9-AB6C-55ADCD487FE5}" type="presParOf" srcId="{07D413A7-F0DE-49F0-9808-B34D388D1DA6}" destId="{E7CCDC50-77EB-4A1B-A9FA-745254A906A4}" srcOrd="0" destOrd="0" presId="urn:microsoft.com/office/officeart/2005/8/layout/orgChart1"/>
    <dgm:cxn modelId="{151F882A-6641-48D1-B906-BF61E856D7D8}" type="presParOf" srcId="{E7CCDC50-77EB-4A1B-A9FA-745254A906A4}" destId="{2E6B0D95-7FE0-49C4-9E61-33FD17F30ABC}" srcOrd="0" destOrd="0" presId="urn:microsoft.com/office/officeart/2005/8/layout/orgChart1"/>
    <dgm:cxn modelId="{04E29483-2AFF-4903-9889-AE9328B04834}" type="presParOf" srcId="{E7CCDC50-77EB-4A1B-A9FA-745254A906A4}" destId="{859520F2-C454-44C7-9091-435AF356D2BA}" srcOrd="1" destOrd="0" presId="urn:microsoft.com/office/officeart/2005/8/layout/orgChart1"/>
    <dgm:cxn modelId="{285BB5BF-0077-443C-9E61-0B654291E4F1}" type="presParOf" srcId="{07D413A7-F0DE-49F0-9808-B34D388D1DA6}" destId="{7587C60F-A555-4B50-A686-1EFC82FAC4F5}" srcOrd="1" destOrd="0" presId="urn:microsoft.com/office/officeart/2005/8/layout/orgChart1"/>
    <dgm:cxn modelId="{3241D1FD-04C1-458A-B958-E9C3192788A2}" type="presParOf" srcId="{7587C60F-A555-4B50-A686-1EFC82FAC4F5}" destId="{0E42F525-6AA2-41B5-BA0B-C20E1AA65861}" srcOrd="0" destOrd="0" presId="urn:microsoft.com/office/officeart/2005/8/layout/orgChart1"/>
    <dgm:cxn modelId="{30BCB143-6597-4696-8DD9-A7C2E28CDD42}" type="presParOf" srcId="{7587C60F-A555-4B50-A686-1EFC82FAC4F5}" destId="{5E4DE37F-E546-4E34-84BD-D3140C8FA383}" srcOrd="1" destOrd="0" presId="urn:microsoft.com/office/officeart/2005/8/layout/orgChart1"/>
    <dgm:cxn modelId="{2F7C677C-FFD7-4932-9404-F974F19FB85E}" type="presParOf" srcId="{5E4DE37F-E546-4E34-84BD-D3140C8FA383}" destId="{4DD52C6A-5774-45B1-9E45-356D7DA4B0EC}" srcOrd="0" destOrd="0" presId="urn:microsoft.com/office/officeart/2005/8/layout/orgChart1"/>
    <dgm:cxn modelId="{E2DB9A71-1881-4537-A85F-4866AF8474BC}" type="presParOf" srcId="{4DD52C6A-5774-45B1-9E45-356D7DA4B0EC}" destId="{0DCA5F41-16C2-41E8-B695-1F593ED3E1CF}" srcOrd="0" destOrd="0" presId="urn:microsoft.com/office/officeart/2005/8/layout/orgChart1"/>
    <dgm:cxn modelId="{621C077F-3776-4C69-ABC1-D12DD6516E96}" type="presParOf" srcId="{4DD52C6A-5774-45B1-9E45-356D7DA4B0EC}" destId="{2305A9AB-36B6-48A7-AAFA-0E76C2B75458}" srcOrd="1" destOrd="0" presId="urn:microsoft.com/office/officeart/2005/8/layout/orgChart1"/>
    <dgm:cxn modelId="{A6134A0B-9972-4DCE-8110-C0CA13D85CD1}" type="presParOf" srcId="{5E4DE37F-E546-4E34-84BD-D3140C8FA383}" destId="{E2C50CAA-875C-41FB-A8D9-62CEFFA8AA51}" srcOrd="1" destOrd="0" presId="urn:microsoft.com/office/officeart/2005/8/layout/orgChart1"/>
    <dgm:cxn modelId="{316413A4-CAE2-4D2A-B3E7-99484E30E421}" type="presParOf" srcId="{5E4DE37F-E546-4E34-84BD-D3140C8FA383}" destId="{6C0D5077-F9AF-46F0-B30C-668688888510}" srcOrd="2" destOrd="0" presId="urn:microsoft.com/office/officeart/2005/8/layout/orgChart1"/>
    <dgm:cxn modelId="{47E8896E-F093-4308-B04A-6716CEF67CC2}" type="presParOf" srcId="{7587C60F-A555-4B50-A686-1EFC82FAC4F5}" destId="{ECA75CF7-6C4C-48FA-AD91-DAA17E3E43AE}" srcOrd="2" destOrd="0" presId="urn:microsoft.com/office/officeart/2005/8/layout/orgChart1"/>
    <dgm:cxn modelId="{13EEE168-EC31-4FB2-90C7-C48A275CE32E}" type="presParOf" srcId="{7587C60F-A555-4B50-A686-1EFC82FAC4F5}" destId="{F0742B9F-A82E-4FE5-AA42-E548F31147A9}" srcOrd="3" destOrd="0" presId="urn:microsoft.com/office/officeart/2005/8/layout/orgChart1"/>
    <dgm:cxn modelId="{0AAE5D1E-2838-4167-AAEB-5E99A42B876C}" type="presParOf" srcId="{F0742B9F-A82E-4FE5-AA42-E548F31147A9}" destId="{083FCCAC-79CA-4CC4-92FA-EE2C68958F8B}" srcOrd="0" destOrd="0" presId="urn:microsoft.com/office/officeart/2005/8/layout/orgChart1"/>
    <dgm:cxn modelId="{A9D5FC55-4D67-4242-967F-E9BDED108605}" type="presParOf" srcId="{083FCCAC-79CA-4CC4-92FA-EE2C68958F8B}" destId="{BED7120C-980C-4DD3-B6A8-3C11D55F642F}" srcOrd="0" destOrd="0" presId="urn:microsoft.com/office/officeart/2005/8/layout/orgChart1"/>
    <dgm:cxn modelId="{8A5EA40E-EA10-441C-91C8-35263373E8C2}" type="presParOf" srcId="{083FCCAC-79CA-4CC4-92FA-EE2C68958F8B}" destId="{88B7FC8E-BB59-417B-970A-36D5E1F21B74}" srcOrd="1" destOrd="0" presId="urn:microsoft.com/office/officeart/2005/8/layout/orgChart1"/>
    <dgm:cxn modelId="{421A4AF3-2487-4794-8B5C-C0979534562E}" type="presParOf" srcId="{F0742B9F-A82E-4FE5-AA42-E548F31147A9}" destId="{31B829E6-C858-4275-8076-CA44705E7DC7}" srcOrd="1" destOrd="0" presId="urn:microsoft.com/office/officeart/2005/8/layout/orgChart1"/>
    <dgm:cxn modelId="{F1388CC4-FCD8-43BF-A63C-F8F2C94FC296}" type="presParOf" srcId="{F0742B9F-A82E-4FE5-AA42-E548F31147A9}" destId="{D5EB7238-3994-4349-802E-DF600A619327}" srcOrd="2" destOrd="0" presId="urn:microsoft.com/office/officeart/2005/8/layout/orgChart1"/>
    <dgm:cxn modelId="{F531945B-7A4D-48D9-B669-78D2EEF2FAD1}" type="presParOf" srcId="{7587C60F-A555-4B50-A686-1EFC82FAC4F5}" destId="{5AF0439C-C296-4839-9F43-7B788A354416}" srcOrd="4" destOrd="0" presId="urn:microsoft.com/office/officeart/2005/8/layout/orgChart1"/>
    <dgm:cxn modelId="{EC5F8187-383F-4930-A4B2-86A4A2CD19B7}" type="presParOf" srcId="{7587C60F-A555-4B50-A686-1EFC82FAC4F5}" destId="{B160D80E-F12F-4EA2-B6B3-DDFD800865AA}" srcOrd="5" destOrd="0" presId="urn:microsoft.com/office/officeart/2005/8/layout/orgChart1"/>
    <dgm:cxn modelId="{0AC5387C-9F50-4A87-B625-B0CB5059E604}" type="presParOf" srcId="{B160D80E-F12F-4EA2-B6B3-DDFD800865AA}" destId="{CDB414D2-8DB8-4E53-82D7-77B9E8369E78}" srcOrd="0" destOrd="0" presId="urn:microsoft.com/office/officeart/2005/8/layout/orgChart1"/>
    <dgm:cxn modelId="{A456A3A6-5F65-445D-9163-DC58C633B6E2}" type="presParOf" srcId="{CDB414D2-8DB8-4E53-82D7-77B9E8369E78}" destId="{6605D338-3623-4F55-97F2-56CBB442DED9}" srcOrd="0" destOrd="0" presId="urn:microsoft.com/office/officeart/2005/8/layout/orgChart1"/>
    <dgm:cxn modelId="{C822C6DE-406F-48C7-848F-73A75ADE3EFD}" type="presParOf" srcId="{CDB414D2-8DB8-4E53-82D7-77B9E8369E78}" destId="{C89AD170-2E44-4947-897F-95B5331AACA1}" srcOrd="1" destOrd="0" presId="urn:microsoft.com/office/officeart/2005/8/layout/orgChart1"/>
    <dgm:cxn modelId="{FAD13F3A-06D4-4B91-9DEB-4344AB31663B}" type="presParOf" srcId="{B160D80E-F12F-4EA2-B6B3-DDFD800865AA}" destId="{508BA5C0-7BD2-4B32-A68F-B1D496EB411F}" srcOrd="1" destOrd="0" presId="urn:microsoft.com/office/officeart/2005/8/layout/orgChart1"/>
    <dgm:cxn modelId="{9BCDC029-6CFB-464C-B803-C7AC99053544}" type="presParOf" srcId="{B160D80E-F12F-4EA2-B6B3-DDFD800865AA}" destId="{43676178-7A58-4992-BEF1-173214F481B3}" srcOrd="2" destOrd="0" presId="urn:microsoft.com/office/officeart/2005/8/layout/orgChart1"/>
    <dgm:cxn modelId="{7B9EF620-AEF8-40DA-95B0-622C9E5E8790}" type="presParOf" srcId="{07D413A7-F0DE-49F0-9808-B34D388D1DA6}" destId="{DCDE6386-F7DB-4118-8B11-23FF5DB421B5}"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EEB061-CE61-4B2C-83E5-17CE60D1FA86}">
      <dsp:nvSpPr>
        <dsp:cNvPr id="0" name=""/>
        <dsp:cNvSpPr/>
      </dsp:nvSpPr>
      <dsp:spPr>
        <a:xfrm>
          <a:off x="2514599" y="1165693"/>
          <a:ext cx="1779097" cy="308769"/>
        </a:xfrm>
        <a:custGeom>
          <a:avLst/>
          <a:gdLst/>
          <a:ahLst/>
          <a:cxnLst/>
          <a:rect l="0" t="0" r="0" b="0"/>
          <a:pathLst>
            <a:path>
              <a:moveTo>
                <a:pt x="0" y="0"/>
              </a:moveTo>
              <a:lnTo>
                <a:pt x="0" y="154384"/>
              </a:lnTo>
              <a:lnTo>
                <a:pt x="1779097" y="154384"/>
              </a:lnTo>
              <a:lnTo>
                <a:pt x="1779097" y="308769"/>
              </a:lnTo>
            </a:path>
          </a:pathLst>
        </a:custGeom>
        <a:noFill/>
        <a:ln w="15875" cap="rnd"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0DD0C7-DEF3-4720-872E-CE3E7658D642}">
      <dsp:nvSpPr>
        <dsp:cNvPr id="0" name=""/>
        <dsp:cNvSpPr/>
      </dsp:nvSpPr>
      <dsp:spPr>
        <a:xfrm>
          <a:off x="2468880" y="1165693"/>
          <a:ext cx="91440" cy="308769"/>
        </a:xfrm>
        <a:custGeom>
          <a:avLst/>
          <a:gdLst/>
          <a:ahLst/>
          <a:cxnLst/>
          <a:rect l="0" t="0" r="0" b="0"/>
          <a:pathLst>
            <a:path>
              <a:moveTo>
                <a:pt x="45720" y="0"/>
              </a:moveTo>
              <a:lnTo>
                <a:pt x="45720" y="308769"/>
              </a:lnTo>
            </a:path>
          </a:pathLst>
        </a:custGeom>
        <a:noFill/>
        <a:ln w="15875" cap="rnd"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D878E43-3D18-4405-B567-0E49FA86715B}">
      <dsp:nvSpPr>
        <dsp:cNvPr id="0" name=""/>
        <dsp:cNvSpPr/>
      </dsp:nvSpPr>
      <dsp:spPr>
        <a:xfrm>
          <a:off x="735502" y="1165693"/>
          <a:ext cx="1779097" cy="308769"/>
        </a:xfrm>
        <a:custGeom>
          <a:avLst/>
          <a:gdLst/>
          <a:ahLst/>
          <a:cxnLst/>
          <a:rect l="0" t="0" r="0" b="0"/>
          <a:pathLst>
            <a:path>
              <a:moveTo>
                <a:pt x="1779097" y="0"/>
              </a:moveTo>
              <a:lnTo>
                <a:pt x="1779097" y="154384"/>
              </a:lnTo>
              <a:lnTo>
                <a:pt x="0" y="154384"/>
              </a:lnTo>
              <a:lnTo>
                <a:pt x="0" y="308769"/>
              </a:lnTo>
            </a:path>
          </a:pathLst>
        </a:custGeom>
        <a:noFill/>
        <a:ln w="15875" cap="rnd"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036929-293A-410C-8865-1A1BD92C0F87}">
      <dsp:nvSpPr>
        <dsp:cNvPr id="0" name=""/>
        <dsp:cNvSpPr/>
      </dsp:nvSpPr>
      <dsp:spPr>
        <a:xfrm>
          <a:off x="1779435" y="430529"/>
          <a:ext cx="1470328" cy="735164"/>
        </a:xfrm>
        <a:prstGeom prst="rect">
          <a:avLst/>
        </a:prstGeom>
        <a:gradFill rotWithShape="1">
          <a:gsLst>
            <a:gs pos="0">
              <a:schemeClr val="accent2">
                <a:tint val="96000"/>
                <a:lumMod val="104000"/>
              </a:schemeClr>
            </a:gs>
            <a:gs pos="100000">
              <a:schemeClr val="accent2">
                <a:shade val="90000"/>
                <a:lumMod val="90000"/>
              </a:schemeClr>
            </a:gs>
          </a:gsLst>
          <a:lin ang="5400000" scaled="0"/>
        </a:gradFill>
        <a:ln>
          <a:noFill/>
        </a:ln>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dsp:spPr>
      <dsp:style>
        <a:lnRef idx="0">
          <a:schemeClr val="accent2"/>
        </a:lnRef>
        <a:fillRef idx="3">
          <a:schemeClr val="accent2"/>
        </a:fillRef>
        <a:effectRef idx="3">
          <a:schemeClr val="accent2"/>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en-US" sz="1400" b="1" kern="1200">
              <a:solidFill>
                <a:schemeClr val="tx1"/>
              </a:solidFill>
            </a:rPr>
            <a:t>One-Way (Substitute)</a:t>
          </a:r>
        </a:p>
      </dsp:txBody>
      <dsp:txXfrm>
        <a:off x="1779435" y="430529"/>
        <a:ext cx="1470328" cy="735164"/>
      </dsp:txXfrm>
    </dsp:sp>
    <dsp:sp modelId="{A028145A-9361-498E-8E7E-485E2098F56B}">
      <dsp:nvSpPr>
        <dsp:cNvPr id="0" name=""/>
        <dsp:cNvSpPr/>
      </dsp:nvSpPr>
      <dsp:spPr>
        <a:xfrm>
          <a:off x="337" y="1474462"/>
          <a:ext cx="1470328" cy="735164"/>
        </a:xfrm>
        <a:prstGeom prst="rect">
          <a:avLst/>
        </a:prstGeom>
        <a:gradFill rotWithShape="1">
          <a:gsLst>
            <a:gs pos="0">
              <a:schemeClr val="accent2">
                <a:tint val="96000"/>
                <a:lumMod val="104000"/>
              </a:schemeClr>
            </a:gs>
            <a:gs pos="100000">
              <a:schemeClr val="accent2">
                <a:shade val="90000"/>
                <a:lumMod val="90000"/>
              </a:schemeClr>
            </a:gs>
          </a:gsLst>
          <a:lin ang="5400000" scaled="0"/>
        </a:gradFill>
        <a:ln>
          <a:noFill/>
        </a:ln>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dsp:spPr>
      <dsp:style>
        <a:lnRef idx="0">
          <a:schemeClr val="accent2"/>
        </a:lnRef>
        <a:fillRef idx="3">
          <a:schemeClr val="accent2"/>
        </a:fillRef>
        <a:effectRef idx="3">
          <a:schemeClr val="accent2"/>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rtl="0">
            <a:lnSpc>
              <a:spcPct val="90000"/>
            </a:lnSpc>
            <a:spcBef>
              <a:spcPct val="0"/>
            </a:spcBef>
            <a:spcAft>
              <a:spcPct val="35000"/>
            </a:spcAft>
            <a:buNone/>
          </a:pPr>
          <a:r>
            <a:rPr lang="en-US" sz="2100" b="1" kern="1200">
              <a:solidFill>
                <a:schemeClr val="tx1"/>
              </a:solidFill>
            </a:rPr>
            <a:t>A</a:t>
          </a:r>
          <a:r>
            <a:rPr lang="en-US" sz="2100" b="1" u="sng" kern="1200">
              <a:solidFill>
                <a:srgbClr val="FF0000"/>
              </a:solidFill>
            </a:rPr>
            <a:t>C</a:t>
          </a:r>
          <a:r>
            <a:rPr lang="en-US" sz="2100" b="1" kern="1200">
              <a:solidFill>
                <a:schemeClr val="tx1"/>
              </a:solidFill>
            </a:rPr>
            <a:t>A</a:t>
          </a:r>
        </a:p>
      </dsp:txBody>
      <dsp:txXfrm>
        <a:off x="337" y="1474462"/>
        <a:ext cx="1470328" cy="735164"/>
      </dsp:txXfrm>
    </dsp:sp>
    <dsp:sp modelId="{9719A123-D114-457E-80E6-BAB65A28EA38}">
      <dsp:nvSpPr>
        <dsp:cNvPr id="0" name=""/>
        <dsp:cNvSpPr/>
      </dsp:nvSpPr>
      <dsp:spPr>
        <a:xfrm>
          <a:off x="1779435" y="1474462"/>
          <a:ext cx="1470328" cy="735164"/>
        </a:xfrm>
        <a:prstGeom prst="rect">
          <a:avLst/>
        </a:prstGeom>
        <a:gradFill rotWithShape="1">
          <a:gsLst>
            <a:gs pos="0">
              <a:schemeClr val="accent2">
                <a:tint val="96000"/>
                <a:lumMod val="104000"/>
              </a:schemeClr>
            </a:gs>
            <a:gs pos="100000">
              <a:schemeClr val="accent2">
                <a:shade val="90000"/>
                <a:lumMod val="90000"/>
              </a:schemeClr>
            </a:gs>
          </a:gsLst>
          <a:lin ang="5400000" scaled="0"/>
        </a:gradFill>
        <a:ln>
          <a:noFill/>
        </a:ln>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dsp:spPr>
      <dsp:style>
        <a:lnRef idx="0">
          <a:schemeClr val="accent2"/>
        </a:lnRef>
        <a:fillRef idx="3">
          <a:schemeClr val="accent2"/>
        </a:fillRef>
        <a:effectRef idx="3">
          <a:schemeClr val="accent2"/>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rtl="0">
            <a:lnSpc>
              <a:spcPct val="90000"/>
            </a:lnSpc>
            <a:spcBef>
              <a:spcPct val="0"/>
            </a:spcBef>
            <a:spcAft>
              <a:spcPct val="35000"/>
            </a:spcAft>
            <a:buNone/>
          </a:pPr>
          <a:r>
            <a:rPr lang="en-US" sz="2100" b="1" kern="1200">
              <a:solidFill>
                <a:schemeClr val="tx1"/>
              </a:solidFill>
            </a:rPr>
            <a:t>A</a:t>
          </a:r>
          <a:r>
            <a:rPr lang="en-US" sz="2100" b="1" u="sng" kern="1200">
              <a:solidFill>
                <a:srgbClr val="FF0000"/>
              </a:solidFill>
            </a:rPr>
            <a:t>B</a:t>
          </a:r>
          <a:r>
            <a:rPr lang="en-US" sz="2100" b="1" kern="1200">
              <a:solidFill>
                <a:schemeClr val="tx1"/>
              </a:solidFill>
            </a:rPr>
            <a:t>A</a:t>
          </a:r>
        </a:p>
      </dsp:txBody>
      <dsp:txXfrm>
        <a:off x="1779435" y="1474462"/>
        <a:ext cx="1470328" cy="735164"/>
      </dsp:txXfrm>
    </dsp:sp>
    <dsp:sp modelId="{E22C14C6-82AB-42DC-82F1-B476129990FC}">
      <dsp:nvSpPr>
        <dsp:cNvPr id="0" name=""/>
        <dsp:cNvSpPr/>
      </dsp:nvSpPr>
      <dsp:spPr>
        <a:xfrm>
          <a:off x="3558533" y="1474462"/>
          <a:ext cx="1470328" cy="735164"/>
        </a:xfrm>
        <a:prstGeom prst="rect">
          <a:avLst/>
        </a:prstGeom>
        <a:gradFill rotWithShape="1">
          <a:gsLst>
            <a:gs pos="0">
              <a:schemeClr val="accent2">
                <a:tint val="96000"/>
                <a:lumMod val="104000"/>
              </a:schemeClr>
            </a:gs>
            <a:gs pos="100000">
              <a:schemeClr val="accent2">
                <a:shade val="90000"/>
                <a:lumMod val="90000"/>
              </a:schemeClr>
            </a:gs>
          </a:gsLst>
          <a:lin ang="5400000" scaled="0"/>
        </a:gradFill>
        <a:ln>
          <a:noFill/>
        </a:ln>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dsp:spPr>
      <dsp:style>
        <a:lnRef idx="0">
          <a:schemeClr val="accent2"/>
        </a:lnRef>
        <a:fillRef idx="3">
          <a:schemeClr val="accent2"/>
        </a:fillRef>
        <a:effectRef idx="3">
          <a:schemeClr val="accent2"/>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rtl="0">
            <a:lnSpc>
              <a:spcPct val="90000"/>
            </a:lnSpc>
            <a:spcBef>
              <a:spcPct val="0"/>
            </a:spcBef>
            <a:spcAft>
              <a:spcPct val="35000"/>
            </a:spcAft>
            <a:buNone/>
          </a:pPr>
          <a:r>
            <a:rPr lang="en-US" sz="2100" b="1" kern="1200">
              <a:solidFill>
                <a:schemeClr val="tx1"/>
              </a:solidFill>
            </a:rPr>
            <a:t>A</a:t>
          </a:r>
          <a:r>
            <a:rPr lang="en-US" sz="2100" b="1" u="sng" kern="1200">
              <a:solidFill>
                <a:srgbClr val="FF0000"/>
              </a:solidFill>
            </a:rPr>
            <a:t>A</a:t>
          </a:r>
          <a:r>
            <a:rPr lang="en-US" sz="2100" b="1" kern="1200">
              <a:solidFill>
                <a:schemeClr val="tx1"/>
              </a:solidFill>
            </a:rPr>
            <a:t>A</a:t>
          </a:r>
        </a:p>
      </dsp:txBody>
      <dsp:txXfrm>
        <a:off x="3558533" y="1474462"/>
        <a:ext cx="1470328" cy="7351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5B4988-2D8C-47BF-8245-1DCD97A30A1B}">
      <dsp:nvSpPr>
        <dsp:cNvPr id="0" name=""/>
        <dsp:cNvSpPr/>
      </dsp:nvSpPr>
      <dsp:spPr>
        <a:xfrm>
          <a:off x="2514599" y="1165693"/>
          <a:ext cx="1779097" cy="308769"/>
        </a:xfrm>
        <a:custGeom>
          <a:avLst/>
          <a:gdLst/>
          <a:ahLst/>
          <a:cxnLst/>
          <a:rect l="0" t="0" r="0" b="0"/>
          <a:pathLst>
            <a:path>
              <a:moveTo>
                <a:pt x="0" y="0"/>
              </a:moveTo>
              <a:lnTo>
                <a:pt x="0" y="154384"/>
              </a:lnTo>
              <a:lnTo>
                <a:pt x="1779097" y="154384"/>
              </a:lnTo>
              <a:lnTo>
                <a:pt x="1779097" y="308769"/>
              </a:lnTo>
            </a:path>
          </a:pathLst>
        </a:custGeom>
        <a:noFill/>
        <a:ln w="15875" cap="rnd"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18B956D-EDAB-461F-8014-4AB7F689A459}">
      <dsp:nvSpPr>
        <dsp:cNvPr id="0" name=""/>
        <dsp:cNvSpPr/>
      </dsp:nvSpPr>
      <dsp:spPr>
        <a:xfrm>
          <a:off x="2468880" y="1165693"/>
          <a:ext cx="91440" cy="308769"/>
        </a:xfrm>
        <a:custGeom>
          <a:avLst/>
          <a:gdLst/>
          <a:ahLst/>
          <a:cxnLst/>
          <a:rect l="0" t="0" r="0" b="0"/>
          <a:pathLst>
            <a:path>
              <a:moveTo>
                <a:pt x="45720" y="0"/>
              </a:moveTo>
              <a:lnTo>
                <a:pt x="45720" y="308769"/>
              </a:lnTo>
            </a:path>
          </a:pathLst>
        </a:custGeom>
        <a:noFill/>
        <a:ln w="15875" cap="rnd"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CE26550-E6E1-438D-9C02-018B81500F70}">
      <dsp:nvSpPr>
        <dsp:cNvPr id="0" name=""/>
        <dsp:cNvSpPr/>
      </dsp:nvSpPr>
      <dsp:spPr>
        <a:xfrm>
          <a:off x="735164" y="1165693"/>
          <a:ext cx="1779435" cy="308769"/>
        </a:xfrm>
        <a:custGeom>
          <a:avLst/>
          <a:gdLst/>
          <a:ahLst/>
          <a:cxnLst/>
          <a:rect l="0" t="0" r="0" b="0"/>
          <a:pathLst>
            <a:path>
              <a:moveTo>
                <a:pt x="1779435" y="0"/>
              </a:moveTo>
              <a:lnTo>
                <a:pt x="1779435" y="154384"/>
              </a:lnTo>
              <a:lnTo>
                <a:pt x="0" y="154384"/>
              </a:lnTo>
              <a:lnTo>
                <a:pt x="0" y="308769"/>
              </a:lnTo>
            </a:path>
          </a:pathLst>
        </a:custGeom>
        <a:noFill/>
        <a:ln w="15875" cap="rnd"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4369364-F56D-44A2-80AC-831E07E9C4F2}">
      <dsp:nvSpPr>
        <dsp:cNvPr id="0" name=""/>
        <dsp:cNvSpPr/>
      </dsp:nvSpPr>
      <dsp:spPr>
        <a:xfrm>
          <a:off x="1779435" y="430529"/>
          <a:ext cx="1470328" cy="735164"/>
        </a:xfrm>
        <a:prstGeom prst="rect">
          <a:avLst/>
        </a:prstGeom>
        <a:gradFill rotWithShape="1">
          <a:gsLst>
            <a:gs pos="0">
              <a:schemeClr val="accent6">
                <a:tint val="96000"/>
                <a:lumMod val="104000"/>
              </a:schemeClr>
            </a:gs>
            <a:gs pos="100000">
              <a:schemeClr val="accent6">
                <a:shade val="90000"/>
                <a:lumMod val="90000"/>
              </a:schemeClr>
            </a:gs>
          </a:gsLst>
          <a:lin ang="5400000" scaled="0"/>
        </a:gradFill>
        <a:ln>
          <a:noFill/>
        </a:ln>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dsp:spPr>
      <dsp:style>
        <a:lnRef idx="0">
          <a:schemeClr val="accent6"/>
        </a:lnRef>
        <a:fillRef idx="3">
          <a:schemeClr val="accent6"/>
        </a:fillRef>
        <a:effectRef idx="3">
          <a:schemeClr val="accent6"/>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en-US" sz="1400" b="1" kern="1200">
              <a:solidFill>
                <a:schemeClr val="tx1"/>
              </a:solidFill>
            </a:rPr>
            <a:t>Two-Way </a:t>
          </a:r>
          <a:r>
            <a:rPr lang="en-US" sz="1200" b="1" kern="1200">
              <a:solidFill>
                <a:schemeClr val="tx1"/>
              </a:solidFill>
            </a:rPr>
            <a:t>(Interchangeable)</a:t>
          </a:r>
        </a:p>
      </dsp:txBody>
      <dsp:txXfrm>
        <a:off x="1779435" y="430529"/>
        <a:ext cx="1470328" cy="735164"/>
      </dsp:txXfrm>
    </dsp:sp>
    <dsp:sp modelId="{86251CB0-BF21-4D6E-851B-6F766B58A384}">
      <dsp:nvSpPr>
        <dsp:cNvPr id="0" name=""/>
        <dsp:cNvSpPr/>
      </dsp:nvSpPr>
      <dsp:spPr>
        <a:xfrm>
          <a:off x="0" y="1474462"/>
          <a:ext cx="1470328" cy="735164"/>
        </a:xfrm>
        <a:prstGeom prst="rect">
          <a:avLst/>
        </a:prstGeom>
        <a:gradFill rotWithShape="1">
          <a:gsLst>
            <a:gs pos="0">
              <a:schemeClr val="accent6">
                <a:tint val="96000"/>
                <a:lumMod val="104000"/>
              </a:schemeClr>
            </a:gs>
            <a:gs pos="100000">
              <a:schemeClr val="accent6">
                <a:shade val="90000"/>
                <a:lumMod val="90000"/>
              </a:schemeClr>
            </a:gs>
          </a:gsLst>
          <a:lin ang="5400000" scaled="0"/>
        </a:gradFill>
        <a:ln>
          <a:noFill/>
        </a:ln>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dsp:spPr>
      <dsp:style>
        <a:lnRef idx="0">
          <a:schemeClr val="accent6"/>
        </a:lnRef>
        <a:fillRef idx="3">
          <a:schemeClr val="accent6"/>
        </a:fillRef>
        <a:effectRef idx="3">
          <a:schemeClr val="accent6"/>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rtl="0">
            <a:lnSpc>
              <a:spcPct val="90000"/>
            </a:lnSpc>
            <a:spcBef>
              <a:spcPct val="0"/>
            </a:spcBef>
            <a:spcAft>
              <a:spcPct val="35000"/>
            </a:spcAft>
            <a:buNone/>
          </a:pPr>
          <a:r>
            <a:rPr lang="en-US" sz="2100" b="1" kern="1200">
              <a:solidFill>
                <a:schemeClr val="tx1"/>
              </a:solidFill>
            </a:rPr>
            <a:t>A</a:t>
          </a:r>
          <a:r>
            <a:rPr lang="en-US" sz="2100" b="1" u="none" kern="1200">
              <a:solidFill>
                <a:schemeClr val="tx1"/>
              </a:solidFill>
            </a:rPr>
            <a:t>A</a:t>
          </a:r>
          <a:r>
            <a:rPr lang="en-US" sz="2100" b="1" u="sng" kern="1200">
              <a:solidFill>
                <a:srgbClr val="FF0000"/>
              </a:solidFill>
            </a:rPr>
            <a:t>C</a:t>
          </a:r>
        </a:p>
      </dsp:txBody>
      <dsp:txXfrm>
        <a:off x="0" y="1474462"/>
        <a:ext cx="1470328" cy="735164"/>
      </dsp:txXfrm>
    </dsp:sp>
    <dsp:sp modelId="{DBAB86B3-D90B-430D-B4BD-DAE4D1D863CC}">
      <dsp:nvSpPr>
        <dsp:cNvPr id="0" name=""/>
        <dsp:cNvSpPr/>
      </dsp:nvSpPr>
      <dsp:spPr>
        <a:xfrm>
          <a:off x="1779435" y="1474462"/>
          <a:ext cx="1470328" cy="735164"/>
        </a:xfrm>
        <a:prstGeom prst="rect">
          <a:avLst/>
        </a:prstGeom>
        <a:gradFill rotWithShape="1">
          <a:gsLst>
            <a:gs pos="0">
              <a:schemeClr val="accent6">
                <a:tint val="96000"/>
                <a:lumMod val="104000"/>
              </a:schemeClr>
            </a:gs>
            <a:gs pos="100000">
              <a:schemeClr val="accent6">
                <a:shade val="90000"/>
                <a:lumMod val="90000"/>
              </a:schemeClr>
            </a:gs>
          </a:gsLst>
          <a:lin ang="5400000" scaled="0"/>
        </a:gradFill>
        <a:ln>
          <a:noFill/>
        </a:ln>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dsp:spPr>
      <dsp:style>
        <a:lnRef idx="0">
          <a:schemeClr val="accent6"/>
        </a:lnRef>
        <a:fillRef idx="3">
          <a:schemeClr val="accent6"/>
        </a:fillRef>
        <a:effectRef idx="3">
          <a:schemeClr val="accent6"/>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rtl="0">
            <a:lnSpc>
              <a:spcPct val="90000"/>
            </a:lnSpc>
            <a:spcBef>
              <a:spcPct val="0"/>
            </a:spcBef>
            <a:spcAft>
              <a:spcPct val="35000"/>
            </a:spcAft>
            <a:buNone/>
          </a:pPr>
          <a:r>
            <a:rPr lang="en-US" sz="2100" b="1" kern="1200">
              <a:solidFill>
                <a:schemeClr val="tx1"/>
              </a:solidFill>
            </a:rPr>
            <a:t>A</a:t>
          </a:r>
          <a:r>
            <a:rPr lang="en-US" sz="2100" b="1" u="none" kern="1200">
              <a:solidFill>
                <a:schemeClr val="tx1"/>
              </a:solidFill>
            </a:rPr>
            <a:t>A</a:t>
          </a:r>
          <a:r>
            <a:rPr lang="en-US" sz="2100" b="1" u="sng" kern="1200">
              <a:solidFill>
                <a:srgbClr val="FF0000"/>
              </a:solidFill>
            </a:rPr>
            <a:t>B</a:t>
          </a:r>
        </a:p>
      </dsp:txBody>
      <dsp:txXfrm>
        <a:off x="1779435" y="1474462"/>
        <a:ext cx="1470328" cy="735164"/>
      </dsp:txXfrm>
    </dsp:sp>
    <dsp:sp modelId="{5D11980B-F3E2-4EE2-9154-45F77A3BE751}">
      <dsp:nvSpPr>
        <dsp:cNvPr id="0" name=""/>
        <dsp:cNvSpPr/>
      </dsp:nvSpPr>
      <dsp:spPr>
        <a:xfrm>
          <a:off x="3558533" y="1474462"/>
          <a:ext cx="1470328" cy="735164"/>
        </a:xfrm>
        <a:prstGeom prst="rect">
          <a:avLst/>
        </a:prstGeom>
        <a:gradFill rotWithShape="1">
          <a:gsLst>
            <a:gs pos="0">
              <a:schemeClr val="accent6">
                <a:tint val="96000"/>
                <a:lumMod val="104000"/>
              </a:schemeClr>
            </a:gs>
            <a:gs pos="100000">
              <a:schemeClr val="accent6">
                <a:shade val="90000"/>
                <a:lumMod val="90000"/>
              </a:schemeClr>
            </a:gs>
          </a:gsLst>
          <a:lin ang="5400000" scaled="0"/>
        </a:gradFill>
        <a:ln>
          <a:noFill/>
        </a:ln>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dsp:spPr>
      <dsp:style>
        <a:lnRef idx="0">
          <a:schemeClr val="accent6"/>
        </a:lnRef>
        <a:fillRef idx="3">
          <a:schemeClr val="accent6"/>
        </a:fillRef>
        <a:effectRef idx="3">
          <a:schemeClr val="accent6"/>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rtl="0">
            <a:lnSpc>
              <a:spcPct val="90000"/>
            </a:lnSpc>
            <a:spcBef>
              <a:spcPct val="0"/>
            </a:spcBef>
            <a:spcAft>
              <a:spcPct val="35000"/>
            </a:spcAft>
            <a:buNone/>
          </a:pPr>
          <a:r>
            <a:rPr lang="en-US" sz="2100" b="1" kern="1200">
              <a:solidFill>
                <a:schemeClr val="tx1"/>
              </a:solidFill>
            </a:rPr>
            <a:t>A</a:t>
          </a:r>
          <a:r>
            <a:rPr lang="en-US" sz="2100" b="1" u="none" kern="1200">
              <a:solidFill>
                <a:schemeClr val="tx1"/>
              </a:solidFill>
            </a:rPr>
            <a:t>A</a:t>
          </a:r>
          <a:r>
            <a:rPr lang="en-US" sz="2100" b="1" u="sng" kern="1200">
              <a:solidFill>
                <a:srgbClr val="FF0000"/>
              </a:solidFill>
            </a:rPr>
            <a:t>A</a:t>
          </a:r>
        </a:p>
      </dsp:txBody>
      <dsp:txXfrm>
        <a:off x="3558533" y="1474462"/>
        <a:ext cx="1470328" cy="7351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F0439C-C296-4839-9F43-7B788A354416}">
      <dsp:nvSpPr>
        <dsp:cNvPr id="0" name=""/>
        <dsp:cNvSpPr/>
      </dsp:nvSpPr>
      <dsp:spPr>
        <a:xfrm>
          <a:off x="4513118" y="1037350"/>
          <a:ext cx="2509788" cy="435583"/>
        </a:xfrm>
        <a:custGeom>
          <a:avLst/>
          <a:gdLst/>
          <a:ahLst/>
          <a:cxnLst/>
          <a:rect l="0" t="0" r="0" b="0"/>
          <a:pathLst>
            <a:path>
              <a:moveTo>
                <a:pt x="0" y="0"/>
              </a:moveTo>
              <a:lnTo>
                <a:pt x="0" y="217791"/>
              </a:lnTo>
              <a:lnTo>
                <a:pt x="2509788" y="217791"/>
              </a:lnTo>
              <a:lnTo>
                <a:pt x="2509788" y="435583"/>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A75CF7-6C4C-48FA-AD91-DAA17E3E43AE}">
      <dsp:nvSpPr>
        <dsp:cNvPr id="0" name=""/>
        <dsp:cNvSpPr/>
      </dsp:nvSpPr>
      <dsp:spPr>
        <a:xfrm>
          <a:off x="4467398" y="1037350"/>
          <a:ext cx="91440" cy="435583"/>
        </a:xfrm>
        <a:custGeom>
          <a:avLst/>
          <a:gdLst/>
          <a:ahLst/>
          <a:cxnLst/>
          <a:rect l="0" t="0" r="0" b="0"/>
          <a:pathLst>
            <a:path>
              <a:moveTo>
                <a:pt x="45720" y="0"/>
              </a:moveTo>
              <a:lnTo>
                <a:pt x="45720" y="435583"/>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42F525-6AA2-41B5-BA0B-C20E1AA65861}">
      <dsp:nvSpPr>
        <dsp:cNvPr id="0" name=""/>
        <dsp:cNvSpPr/>
      </dsp:nvSpPr>
      <dsp:spPr>
        <a:xfrm>
          <a:off x="2003329" y="1037350"/>
          <a:ext cx="2509788" cy="435583"/>
        </a:xfrm>
        <a:custGeom>
          <a:avLst/>
          <a:gdLst/>
          <a:ahLst/>
          <a:cxnLst/>
          <a:rect l="0" t="0" r="0" b="0"/>
          <a:pathLst>
            <a:path>
              <a:moveTo>
                <a:pt x="2509788" y="0"/>
              </a:moveTo>
              <a:lnTo>
                <a:pt x="2509788" y="217791"/>
              </a:lnTo>
              <a:lnTo>
                <a:pt x="0" y="217791"/>
              </a:lnTo>
              <a:lnTo>
                <a:pt x="0" y="435583"/>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E6B0D95-7FE0-49C4-9E61-33FD17F30ABC}">
      <dsp:nvSpPr>
        <dsp:cNvPr id="0" name=""/>
        <dsp:cNvSpPr/>
      </dsp:nvSpPr>
      <dsp:spPr>
        <a:xfrm>
          <a:off x="2927927" y="248"/>
          <a:ext cx="3170381" cy="1037102"/>
        </a:xfrm>
        <a:prstGeom prst="rect">
          <a:avLst/>
        </a:prstGeom>
        <a:gradFill rotWithShape="0">
          <a:gsLst>
            <a:gs pos="0">
              <a:schemeClr val="accent4">
                <a:hueOff val="0"/>
                <a:satOff val="0"/>
                <a:lumOff val="0"/>
                <a:alphaOff val="0"/>
                <a:tint val="96000"/>
                <a:lumMod val="104000"/>
              </a:schemeClr>
            </a:gs>
            <a:gs pos="100000">
              <a:schemeClr val="accent4">
                <a:hueOff val="0"/>
                <a:satOff val="0"/>
                <a:lumOff val="0"/>
                <a:alphaOff val="0"/>
                <a:shade val="90000"/>
                <a:lumMod val="90000"/>
              </a:schemeClr>
            </a:gs>
          </a:gsLst>
          <a:lin ang="5400000" scaled="0"/>
        </a:gradFill>
        <a:ln>
          <a:noFill/>
        </a:ln>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dsp:spPr>
      <dsp:style>
        <a:lnRef idx="0">
          <a:scrgbClr r="0" g="0" b="0"/>
        </a:lnRef>
        <a:fillRef idx="3">
          <a:scrgbClr r="0" g="0" b="0"/>
        </a:fillRef>
        <a:effectRef idx="3">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US" sz="2400" b="1" u="sng" kern="1200">
              <a:solidFill>
                <a:schemeClr val="tx1"/>
              </a:solidFill>
            </a:rPr>
            <a:t>Mix of One-Way and Two Way Relationships</a:t>
          </a:r>
          <a:endParaRPr lang="en-US" sz="2400" b="1" kern="1200">
            <a:solidFill>
              <a:schemeClr val="tx1"/>
            </a:solidFill>
          </a:endParaRPr>
        </a:p>
      </dsp:txBody>
      <dsp:txXfrm>
        <a:off x="2927927" y="248"/>
        <a:ext cx="3170381" cy="1037102"/>
      </dsp:txXfrm>
    </dsp:sp>
    <dsp:sp modelId="{0DCA5F41-16C2-41E8-B695-1F593ED3E1CF}">
      <dsp:nvSpPr>
        <dsp:cNvPr id="0" name=""/>
        <dsp:cNvSpPr/>
      </dsp:nvSpPr>
      <dsp:spPr>
        <a:xfrm>
          <a:off x="966227" y="1472934"/>
          <a:ext cx="2074205" cy="1037102"/>
        </a:xfrm>
        <a:prstGeom prst="rect">
          <a:avLst/>
        </a:prstGeom>
        <a:gradFill rotWithShape="0">
          <a:gsLst>
            <a:gs pos="0">
              <a:schemeClr val="accent6">
                <a:hueOff val="0"/>
                <a:satOff val="0"/>
                <a:lumOff val="0"/>
                <a:alphaOff val="0"/>
                <a:tint val="96000"/>
                <a:lumMod val="104000"/>
              </a:schemeClr>
            </a:gs>
            <a:gs pos="100000">
              <a:schemeClr val="accent6">
                <a:hueOff val="0"/>
                <a:satOff val="0"/>
                <a:lumOff val="0"/>
                <a:alphaOff val="0"/>
                <a:shade val="90000"/>
                <a:lumMod val="90000"/>
              </a:schemeClr>
            </a:gs>
          </a:gsLst>
          <a:lin ang="5400000" scaled="0"/>
        </a:gradFill>
        <a:ln>
          <a:noFill/>
        </a:ln>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dsp:spPr>
      <dsp:style>
        <a:lnRef idx="0">
          <a:scrgbClr r="0" g="0" b="0"/>
        </a:lnRef>
        <a:fillRef idx="3">
          <a:scrgbClr r="0" g="0" b="0"/>
        </a:fillRef>
        <a:effectRef idx="3">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US" sz="2400" b="1" kern="1200">
              <a:solidFill>
                <a:schemeClr val="tx1"/>
              </a:solidFill>
            </a:rPr>
            <a:t>A</a:t>
          </a:r>
          <a:r>
            <a:rPr lang="en-US" sz="2400" b="1" kern="1200">
              <a:solidFill>
                <a:srgbClr val="FF0000"/>
              </a:solidFill>
            </a:rPr>
            <a:t>B</a:t>
          </a:r>
          <a:r>
            <a:rPr lang="en-US" sz="2400" b="1" u="sng" kern="1200">
              <a:solidFill>
                <a:srgbClr val="FF0000"/>
              </a:solidFill>
            </a:rPr>
            <a:t>B</a:t>
          </a:r>
        </a:p>
      </dsp:txBody>
      <dsp:txXfrm>
        <a:off x="966227" y="1472934"/>
        <a:ext cx="2074205" cy="1037102"/>
      </dsp:txXfrm>
    </dsp:sp>
    <dsp:sp modelId="{BED7120C-980C-4DD3-B6A8-3C11D55F642F}">
      <dsp:nvSpPr>
        <dsp:cNvPr id="0" name=""/>
        <dsp:cNvSpPr/>
      </dsp:nvSpPr>
      <dsp:spPr>
        <a:xfrm>
          <a:off x="3476015" y="1472934"/>
          <a:ext cx="2074205" cy="1037102"/>
        </a:xfrm>
        <a:prstGeom prst="rect">
          <a:avLst/>
        </a:prstGeom>
        <a:gradFill rotWithShape="0">
          <a:gsLst>
            <a:gs pos="0">
              <a:schemeClr val="accent6">
                <a:hueOff val="0"/>
                <a:satOff val="0"/>
                <a:lumOff val="0"/>
                <a:alphaOff val="0"/>
                <a:tint val="96000"/>
                <a:lumMod val="104000"/>
              </a:schemeClr>
            </a:gs>
            <a:gs pos="100000">
              <a:schemeClr val="accent6">
                <a:hueOff val="0"/>
                <a:satOff val="0"/>
                <a:lumOff val="0"/>
                <a:alphaOff val="0"/>
                <a:shade val="90000"/>
                <a:lumMod val="90000"/>
              </a:schemeClr>
            </a:gs>
          </a:gsLst>
          <a:lin ang="5400000" scaled="0"/>
        </a:gradFill>
        <a:ln>
          <a:noFill/>
        </a:ln>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dsp:spPr>
      <dsp:style>
        <a:lnRef idx="0">
          <a:scrgbClr r="0" g="0" b="0"/>
        </a:lnRef>
        <a:fillRef idx="3">
          <a:scrgbClr r="0" g="0" b="0"/>
        </a:fillRef>
        <a:effectRef idx="3">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US" sz="2400" b="1" kern="1200">
              <a:solidFill>
                <a:schemeClr val="tx1"/>
              </a:solidFill>
            </a:rPr>
            <a:t>AB</a:t>
          </a:r>
          <a:r>
            <a:rPr lang="en-US" sz="2400" b="1" u="sng" kern="1200">
              <a:solidFill>
                <a:srgbClr val="FF0000"/>
              </a:solidFill>
            </a:rPr>
            <a:t>A</a:t>
          </a:r>
        </a:p>
      </dsp:txBody>
      <dsp:txXfrm>
        <a:off x="3476015" y="1472934"/>
        <a:ext cx="2074205" cy="1037102"/>
      </dsp:txXfrm>
    </dsp:sp>
    <dsp:sp modelId="{6605D338-3623-4F55-97F2-56CBB442DED9}">
      <dsp:nvSpPr>
        <dsp:cNvPr id="0" name=""/>
        <dsp:cNvSpPr/>
      </dsp:nvSpPr>
      <dsp:spPr>
        <a:xfrm>
          <a:off x="5985804" y="1472934"/>
          <a:ext cx="2074205" cy="1037102"/>
        </a:xfrm>
        <a:prstGeom prst="rect">
          <a:avLst/>
        </a:prstGeom>
        <a:gradFill rotWithShape="0">
          <a:gsLst>
            <a:gs pos="0">
              <a:schemeClr val="accent6">
                <a:hueOff val="0"/>
                <a:satOff val="0"/>
                <a:lumOff val="0"/>
                <a:alphaOff val="0"/>
                <a:tint val="96000"/>
                <a:lumMod val="104000"/>
              </a:schemeClr>
            </a:gs>
            <a:gs pos="100000">
              <a:schemeClr val="accent6">
                <a:hueOff val="0"/>
                <a:satOff val="0"/>
                <a:lumOff val="0"/>
                <a:alphaOff val="0"/>
                <a:shade val="90000"/>
                <a:lumMod val="90000"/>
              </a:schemeClr>
            </a:gs>
          </a:gsLst>
          <a:lin ang="5400000" scaled="0"/>
        </a:gradFill>
        <a:ln>
          <a:noFill/>
        </a:ln>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dsp:spPr>
      <dsp:style>
        <a:lnRef idx="0">
          <a:scrgbClr r="0" g="0" b="0"/>
        </a:lnRef>
        <a:fillRef idx="3">
          <a:scrgbClr r="0" g="0" b="0"/>
        </a:fillRef>
        <a:effectRef idx="3">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US" sz="2400" b="1" kern="1200">
              <a:solidFill>
                <a:schemeClr val="tx1"/>
              </a:solidFill>
            </a:rPr>
            <a:t>AA</a:t>
          </a:r>
          <a:r>
            <a:rPr lang="en-US" sz="2400" b="1" u="sng" kern="1200">
              <a:solidFill>
                <a:schemeClr val="tx1"/>
              </a:solidFill>
            </a:rPr>
            <a:t>A</a:t>
          </a:r>
        </a:p>
      </dsp:txBody>
      <dsp:txXfrm>
        <a:off x="5985804" y="1472934"/>
        <a:ext cx="2074205" cy="1037102"/>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8A87A34-81AB-432B-8DAE-1953F412C126}"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548042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1009660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031071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8A87A34-81AB-432B-8DAE-1953F412C126}"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4243205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8A87A34-81AB-432B-8DAE-1953F412C126}" type="datetimeFigureOut">
              <a:rPr lang="en-US" smtClean="0"/>
              <a:pPr/>
              <a:t>11/19/2025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3638596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smtClean="0"/>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391526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550107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p>
        </p:txBody>
      </p:sp>
      <p:sp>
        <p:nvSpPr>
          <p:cNvPr id="3" name="Content Placeholder 2"/>
          <p:cNvSpPr>
            <a:spLocks noGrp="1"/>
          </p:cNvSpPr>
          <p:nvPr>
            <p:ph idx="1"/>
          </p:nvPr>
        </p:nvSpPr>
        <p:spPr>
          <a:xfrm>
            <a:off x="4855633" y="609600"/>
            <a:ext cx="6411924" cy="51816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706581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921949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1036300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33928260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extLst>
      <p:ext uri="{BB962C8B-B14F-4D97-AF65-F5344CB8AC3E}">
        <p14:creationId xmlns:p14="http://schemas.microsoft.com/office/powerpoint/2010/main" val="3493846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3885227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15823116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1414636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610102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4135116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8A87A34-81AB-432B-8DAE-1953F412C126}" type="datetimeFigureOut">
              <a:rPr lang="en-US" smtClean="0"/>
              <a:pPr/>
              <a:t>11/19/2025</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4633425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048000" y="-86264"/>
            <a:ext cx="12192000" cy="6858000"/>
          </a:xfrm>
          <a:prstGeom prst="rect">
            <a:avLst/>
          </a:prstGeom>
          <a:blipFill dpi="0" rotWithShape="1">
            <a:blip r:embed="rId2">
              <a:alphaModFix amt="49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sto MT" panose="02040603050505030304"/>
              <a:ea typeface="+mn-ea"/>
              <a:cs typeface="+mn-cs"/>
            </a:endParaRPr>
          </a:p>
        </p:txBody>
      </p:sp>
      <p:sp>
        <p:nvSpPr>
          <p:cNvPr id="2" name="Title 1"/>
          <p:cNvSpPr>
            <a:spLocks noGrp="1"/>
          </p:cNvSpPr>
          <p:nvPr>
            <p:ph type="ctrTitle"/>
          </p:nvPr>
        </p:nvSpPr>
        <p:spPr/>
        <p:txBody>
          <a:bodyPr>
            <a:normAutofit/>
          </a:bodyPr>
          <a:lstStyle/>
          <a:p>
            <a:r>
              <a:rPr lang="en-US" b="1">
                <a:solidFill>
                  <a:schemeClr val="tx1"/>
                </a:solidFill>
              </a:rPr>
              <a:t>Interchangeability and Substitutability (I&amp;S)</a:t>
            </a:r>
          </a:p>
        </p:txBody>
      </p:sp>
    </p:spTree>
    <p:extLst>
      <p:ext uri="{BB962C8B-B14F-4D97-AF65-F5344CB8AC3E}">
        <p14:creationId xmlns:p14="http://schemas.microsoft.com/office/powerpoint/2010/main" val="1246088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2563" y="309706"/>
            <a:ext cx="2634673" cy="844839"/>
          </a:xfrm>
          <a:noFill/>
        </p:spPr>
        <p:txBody>
          <a:bodyPr>
            <a:normAutofit/>
          </a:bodyPr>
          <a:lstStyle/>
          <a:p>
            <a:r>
              <a:rPr lang="en-US" b="1"/>
              <a:t>Objectives</a:t>
            </a:r>
          </a:p>
        </p:txBody>
      </p:sp>
      <p:sp>
        <p:nvSpPr>
          <p:cNvPr id="3" name="Content Placeholder 2"/>
          <p:cNvSpPr>
            <a:spLocks noGrp="1"/>
          </p:cNvSpPr>
          <p:nvPr>
            <p:ph sz="half" idx="1"/>
          </p:nvPr>
        </p:nvSpPr>
        <p:spPr>
          <a:noFill/>
        </p:spPr>
        <p:txBody>
          <a:bodyPr>
            <a:normAutofit fontScale="92500" lnSpcReduction="10000"/>
          </a:bodyPr>
          <a:lstStyle/>
          <a:p>
            <a:r>
              <a:rPr lang="en-US"/>
              <a:t>What is I&amp;S</a:t>
            </a:r>
          </a:p>
          <a:p>
            <a:r>
              <a:rPr lang="en-US"/>
              <a:t>Order of Use Codes</a:t>
            </a:r>
          </a:p>
          <a:p>
            <a:r>
              <a:rPr lang="en-US"/>
              <a:t>Interchangeability vs. Substitutability</a:t>
            </a:r>
          </a:p>
          <a:p>
            <a:r>
              <a:rPr lang="en-US"/>
              <a:t>Visual examples</a:t>
            </a:r>
          </a:p>
          <a:p>
            <a:r>
              <a:rPr lang="en-US"/>
              <a:t>How to add, delete or adjust OOU in D143 (link/delink)</a:t>
            </a:r>
          </a:p>
        </p:txBody>
      </p:sp>
      <p:sp>
        <p:nvSpPr>
          <p:cNvPr id="4" name="Content Placeholder 3"/>
          <p:cNvSpPr>
            <a:spLocks noGrp="1"/>
          </p:cNvSpPr>
          <p:nvPr>
            <p:ph sz="half" idx="2"/>
          </p:nvPr>
        </p:nvSpPr>
        <p:spPr>
          <a:xfrm>
            <a:off x="7324436" y="1708728"/>
            <a:ext cx="4110182" cy="2992582"/>
          </a:xfrm>
          <a:noFill/>
        </p:spPr>
        <p:txBody>
          <a:bodyPr>
            <a:normAutofit fontScale="92500" lnSpcReduction="10000"/>
          </a:bodyPr>
          <a:lstStyle/>
          <a:p>
            <a:pPr marL="0" indent="0" algn="ctr">
              <a:buNone/>
            </a:pPr>
            <a:r>
              <a:rPr lang="en-US" sz="2400" u="sng"/>
              <a:t>TBA Task</a:t>
            </a:r>
          </a:p>
          <a:p>
            <a:pPr marL="0" indent="0">
              <a:buNone/>
            </a:pPr>
            <a:r>
              <a:rPr lang="en-US" sz="2400"/>
              <a:t>004.011- Change or establish the Order of Use (OOU) code(s) for a specific NSN </a:t>
            </a:r>
          </a:p>
          <a:p>
            <a:pPr marL="0" indent="0">
              <a:buNone/>
            </a:pPr>
            <a:endParaRPr lang="en-US" sz="2400"/>
          </a:p>
          <a:p>
            <a:pPr marL="0" indent="0" algn="ctr">
              <a:buNone/>
            </a:pPr>
            <a:r>
              <a:rPr lang="en-US" sz="2400" u="sng" err="1"/>
              <a:t>Regs</a:t>
            </a:r>
            <a:endParaRPr lang="en-US" sz="2400" u="sng"/>
          </a:p>
          <a:p>
            <a:pPr marL="0" indent="0">
              <a:buNone/>
            </a:pPr>
            <a:r>
              <a:rPr lang="en-US" sz="2400"/>
              <a:t>AFMCMAN23-103</a:t>
            </a:r>
          </a:p>
        </p:txBody>
      </p:sp>
    </p:spTree>
    <p:extLst>
      <p:ext uri="{BB962C8B-B14F-4D97-AF65-F5344CB8AC3E}">
        <p14:creationId xmlns:p14="http://schemas.microsoft.com/office/powerpoint/2010/main" val="1967999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889" y="326065"/>
            <a:ext cx="2824716" cy="852616"/>
          </a:xfrm>
        </p:spPr>
        <p:txBody>
          <a:bodyPr>
            <a:normAutofit fontScale="90000"/>
          </a:bodyPr>
          <a:lstStyle/>
          <a:p>
            <a:r>
              <a:rPr lang="en-US" b="1"/>
              <a:t>What is I&amp;S</a:t>
            </a:r>
          </a:p>
        </p:txBody>
      </p:sp>
      <p:sp>
        <p:nvSpPr>
          <p:cNvPr id="3" name="Content Placeholder 2"/>
          <p:cNvSpPr>
            <a:spLocks noGrp="1"/>
          </p:cNvSpPr>
          <p:nvPr>
            <p:ph type="body" idx="1"/>
          </p:nvPr>
        </p:nvSpPr>
        <p:spPr>
          <a:xfrm>
            <a:off x="917582" y="1779310"/>
            <a:ext cx="5079991" cy="501733"/>
          </a:xfrm>
          <a:ln>
            <a:solidFill>
              <a:schemeClr val="bg2"/>
            </a:solidFill>
          </a:ln>
        </p:spPr>
        <p:txBody>
          <a:bodyPr>
            <a:normAutofit/>
          </a:bodyPr>
          <a:lstStyle/>
          <a:p>
            <a:pPr marL="457200" lvl="1" indent="0" algn="ctr">
              <a:buNone/>
            </a:pPr>
            <a:r>
              <a:rPr lang="en-US" sz="2400"/>
              <a:t>Lay Terms</a:t>
            </a:r>
          </a:p>
        </p:txBody>
      </p:sp>
      <p:sp>
        <p:nvSpPr>
          <p:cNvPr id="5" name="Content Placeholder 4"/>
          <p:cNvSpPr>
            <a:spLocks noGrp="1"/>
          </p:cNvSpPr>
          <p:nvPr>
            <p:ph sz="half" idx="2"/>
          </p:nvPr>
        </p:nvSpPr>
        <p:spPr>
          <a:xfrm>
            <a:off x="860425" y="2402506"/>
            <a:ext cx="5311775" cy="494682"/>
          </a:xfrm>
        </p:spPr>
        <p:txBody>
          <a:bodyPr>
            <a:normAutofit/>
          </a:bodyPr>
          <a:lstStyle/>
          <a:p>
            <a:pPr marL="0" indent="0" algn="ctr">
              <a:buNone/>
            </a:pPr>
            <a:r>
              <a:rPr lang="en-US" sz="2400"/>
              <a:t>I &amp; S is a Verified Substitute</a:t>
            </a:r>
          </a:p>
        </p:txBody>
      </p:sp>
      <p:sp>
        <p:nvSpPr>
          <p:cNvPr id="6" name="Text Placeholder 5"/>
          <p:cNvSpPr>
            <a:spLocks noGrp="1"/>
          </p:cNvSpPr>
          <p:nvPr>
            <p:ph type="body" sz="quarter" idx="3"/>
          </p:nvPr>
        </p:nvSpPr>
        <p:spPr>
          <a:xfrm>
            <a:off x="6172200" y="1779310"/>
            <a:ext cx="5105400" cy="501733"/>
          </a:xfrm>
          <a:ln>
            <a:solidFill>
              <a:schemeClr val="bg2"/>
            </a:solidFill>
          </a:ln>
        </p:spPr>
        <p:txBody>
          <a:bodyPr/>
          <a:lstStyle/>
          <a:p>
            <a:pPr algn="ctr"/>
            <a:r>
              <a:rPr lang="en-US" b="1"/>
              <a:t>Book Answer</a:t>
            </a:r>
          </a:p>
        </p:txBody>
      </p:sp>
      <p:sp>
        <p:nvSpPr>
          <p:cNvPr id="7" name="Content Placeholder 6"/>
          <p:cNvSpPr>
            <a:spLocks noGrp="1"/>
          </p:cNvSpPr>
          <p:nvPr>
            <p:ph sz="quarter" idx="4"/>
          </p:nvPr>
        </p:nvSpPr>
        <p:spPr>
          <a:xfrm>
            <a:off x="6172200" y="2281044"/>
            <a:ext cx="5040745" cy="3937642"/>
          </a:xfrm>
        </p:spPr>
        <p:txBody>
          <a:bodyPr>
            <a:normAutofit fontScale="77500" lnSpcReduction="20000"/>
          </a:bodyPr>
          <a:lstStyle/>
          <a:p>
            <a:pPr marL="457200" indent="-457200">
              <a:buFont typeface="+mj-lt"/>
              <a:buAutoNum type="arabicPeriod"/>
            </a:pPr>
            <a:r>
              <a:rPr lang="en-US"/>
              <a:t>The overall goal of Interchangeability and Substitutability (I&amp;S) is to provide for supply sustainment and, at times, may lead to the elimination of duplicate items. </a:t>
            </a:r>
          </a:p>
          <a:p>
            <a:pPr marL="457200" indent="-457200">
              <a:buFont typeface="+mj-lt"/>
              <a:buAutoNum type="arabicPeriod"/>
            </a:pPr>
            <a:r>
              <a:rPr lang="en-US"/>
              <a:t>Used to group like items</a:t>
            </a:r>
          </a:p>
          <a:p>
            <a:pPr marL="457200" indent="-457200">
              <a:buFont typeface="+mj-lt"/>
              <a:buAutoNum type="arabicPeriod"/>
            </a:pPr>
            <a:r>
              <a:rPr lang="en-US"/>
              <a:t>The objective of I&amp;S are as follows:</a:t>
            </a:r>
          </a:p>
          <a:p>
            <a:pPr lvl="1"/>
            <a:r>
              <a:rPr lang="en-US"/>
              <a:t>Identifying items for subsequent single management assignments.</a:t>
            </a:r>
          </a:p>
          <a:p>
            <a:pPr lvl="1"/>
            <a:r>
              <a:rPr lang="en-US"/>
              <a:t>Provide a standard method of Inter-Service/Agency (S/A) I&amp;S communications</a:t>
            </a:r>
          </a:p>
          <a:p>
            <a:pPr lvl="1"/>
            <a:r>
              <a:rPr lang="en-US"/>
              <a:t>Ensure no duplication on multi-used items</a:t>
            </a:r>
          </a:p>
          <a:p>
            <a:pPr lvl="1"/>
            <a:r>
              <a:rPr lang="en-US"/>
              <a:t>Provide DOD standard systems and procedures to the maximum extent possible.</a:t>
            </a:r>
          </a:p>
          <a:p>
            <a:pPr lvl="1"/>
            <a:r>
              <a:rPr lang="en-US"/>
              <a:t>Using DOD standards to automate data processing techniques in support of I&amp;S program.</a:t>
            </a:r>
          </a:p>
          <a:p>
            <a:pPr lvl="1"/>
            <a:r>
              <a:rPr lang="en-US"/>
              <a:t>To provide guidance to resolve differences involving I&amp;S family structures, master item designations, and single management assignments.</a:t>
            </a:r>
          </a:p>
        </p:txBody>
      </p:sp>
      <p:pic>
        <p:nvPicPr>
          <p:cNvPr id="4" name="Picture 3"/>
          <p:cNvPicPr>
            <a:picLocks noChangeAspect="1"/>
          </p:cNvPicPr>
          <p:nvPr/>
        </p:nvPicPr>
        <p:blipFill>
          <a:blip r:embed="rId2"/>
          <a:stretch>
            <a:fillRect/>
          </a:stretch>
        </p:blipFill>
        <p:spPr>
          <a:xfrm>
            <a:off x="1020108" y="3166327"/>
            <a:ext cx="4947947" cy="2783220"/>
          </a:xfrm>
          <a:prstGeom prst="rect">
            <a:avLst/>
          </a:prstGeom>
          <a:ln>
            <a:noFill/>
          </a:ln>
          <a:effectLst>
            <a:softEdge rad="112500"/>
          </a:effectLst>
        </p:spPr>
      </p:pic>
    </p:spTree>
    <p:extLst>
      <p:ext uri="{BB962C8B-B14F-4D97-AF65-F5344CB8AC3E}">
        <p14:creationId xmlns:p14="http://schemas.microsoft.com/office/powerpoint/2010/main" val="3066962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2263698" y="3456878"/>
            <a:ext cx="8564136" cy="3010829"/>
          </a:xfrm>
          <a:prstGeom prst="rect">
            <a:avLst/>
          </a:prstGeom>
          <a:blipFill dpi="0" rotWithShape="1">
            <a:blip r:embed="rId2">
              <a:alphaModFix amt="74000"/>
              <a:extLst>
                <a:ext uri="{BEBA8EAE-BF5A-486C-A8C5-ECC9F3942E4B}">
                  <a14:imgProps xmlns:a14="http://schemas.microsoft.com/office/drawing/2010/main">
                    <a14:imgLayer r:embed="rId3">
                      <a14:imgEffect>
                        <a14:backgroundRemoval t="7401" b="90433" l="4680" r="99109">
                          <a14:foregroundMark x1="7967" y1="14801" x2="73983" y2="17690"/>
                          <a14:foregroundMark x1="79053" y1="72924" x2="15766" y2="67690"/>
                        </a14:backgroundRemoval>
                      </a14:imgEffect>
                    </a14:imgLayer>
                  </a14:imgProps>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sto MT" panose="02040603050505030304"/>
              <a:ea typeface="+mn-ea"/>
              <a:cs typeface="+mn-cs"/>
            </a:endParaRPr>
          </a:p>
        </p:txBody>
      </p:sp>
      <p:sp>
        <p:nvSpPr>
          <p:cNvPr id="2" name="Title 1"/>
          <p:cNvSpPr>
            <a:spLocks noGrp="1"/>
          </p:cNvSpPr>
          <p:nvPr>
            <p:ph type="title"/>
          </p:nvPr>
        </p:nvSpPr>
        <p:spPr>
          <a:xfrm>
            <a:off x="330200" y="318943"/>
            <a:ext cx="4500418" cy="909493"/>
          </a:xfrm>
        </p:spPr>
        <p:txBody>
          <a:bodyPr>
            <a:normAutofit fontScale="90000"/>
          </a:bodyPr>
          <a:lstStyle/>
          <a:p>
            <a:r>
              <a:rPr lang="en-US" b="1"/>
              <a:t>Order of Use Codes</a:t>
            </a:r>
            <a:endParaRPr lang="en-US"/>
          </a:p>
        </p:txBody>
      </p:sp>
      <p:sp>
        <p:nvSpPr>
          <p:cNvPr id="3" name="Content Placeholder 2"/>
          <p:cNvSpPr>
            <a:spLocks noGrp="1"/>
          </p:cNvSpPr>
          <p:nvPr>
            <p:ph idx="1"/>
          </p:nvPr>
        </p:nvSpPr>
        <p:spPr>
          <a:xfrm>
            <a:off x="330200" y="2194560"/>
            <a:ext cx="11398946" cy="4024125"/>
          </a:xfrm>
        </p:spPr>
        <p:txBody>
          <a:bodyPr>
            <a:normAutofit fontScale="77500" lnSpcReduction="20000"/>
          </a:bodyPr>
          <a:lstStyle/>
          <a:p>
            <a:pPr marL="0" indent="0">
              <a:buNone/>
            </a:pPr>
            <a:r>
              <a:rPr lang="en-US"/>
              <a:t>The Order of Use Codes are a three digit code that are assigned in an I&amp;S group to arrange the NSNs in order of preference. The lead Service/Agency make the determination what the order of use will be and any changes the need to be made to the group. </a:t>
            </a:r>
          </a:p>
          <a:p>
            <a:pPr marL="400050" lvl="1" indent="0">
              <a:buNone/>
            </a:pPr>
            <a:endParaRPr lang="en-US" sz="2200"/>
          </a:p>
          <a:p>
            <a:pPr marL="400050" lvl="1" indent="0" algn="ctr">
              <a:buNone/>
            </a:pPr>
            <a:r>
              <a:rPr lang="en-US" sz="2200" b="1"/>
              <a:t>First Position:</a:t>
            </a:r>
            <a:r>
              <a:rPr lang="en-US" sz="2200"/>
              <a:t> Group-The First position will always be “A”, the first NSN will always be AAA </a:t>
            </a:r>
          </a:p>
          <a:p>
            <a:pPr marL="400050" lvl="1" indent="0" algn="ctr">
              <a:buNone/>
            </a:pPr>
            <a:endParaRPr lang="en-US" sz="2800" b="1"/>
          </a:p>
          <a:p>
            <a:pPr marL="400050" lvl="1" indent="0">
              <a:buNone/>
            </a:pPr>
            <a:r>
              <a:rPr lang="en-US" sz="2800" b="1"/>
              <a:t>						</a:t>
            </a:r>
            <a:r>
              <a:rPr lang="en-US" sz="2800" b="1" u="sng"/>
              <a:t>AAA</a:t>
            </a:r>
            <a:r>
              <a:rPr lang="en-US" sz="2800" b="1"/>
              <a:t>					</a:t>
            </a:r>
            <a:r>
              <a:rPr lang="en-US" sz="2800" b="1" u="sng"/>
              <a:t>A</a:t>
            </a:r>
            <a:r>
              <a:rPr lang="en-US" sz="2800" b="1"/>
              <a:t>AB</a:t>
            </a:r>
          </a:p>
          <a:p>
            <a:pPr marL="400050" lvl="1" indent="0" algn="ctr">
              <a:buNone/>
            </a:pPr>
            <a:endParaRPr lang="en-US" sz="2800" b="1"/>
          </a:p>
          <a:p>
            <a:pPr marL="400050" lvl="1" indent="0" algn="ctr">
              <a:buNone/>
            </a:pPr>
            <a:r>
              <a:rPr lang="en-US" sz="2800" b="1" u="sng"/>
              <a:t>A</a:t>
            </a:r>
            <a:r>
              <a:rPr lang="en-US" sz="2800" b="1"/>
              <a:t>AC</a:t>
            </a:r>
          </a:p>
          <a:p>
            <a:pPr marL="400050" lvl="1" indent="0" algn="ctr">
              <a:buNone/>
            </a:pPr>
            <a:endParaRPr lang="en-US" sz="2800" b="1"/>
          </a:p>
          <a:p>
            <a:pPr marL="400050" lvl="1" indent="0" algn="ctr">
              <a:buNone/>
            </a:pPr>
            <a:r>
              <a:rPr lang="en-US" sz="2800" b="1" u="sng"/>
              <a:t>A</a:t>
            </a:r>
            <a:r>
              <a:rPr lang="en-US" sz="2800" b="1"/>
              <a:t>AD</a:t>
            </a:r>
          </a:p>
        </p:txBody>
      </p:sp>
    </p:spTree>
    <p:extLst>
      <p:ext uri="{BB962C8B-B14F-4D97-AF65-F5344CB8AC3E}">
        <p14:creationId xmlns:p14="http://schemas.microsoft.com/office/powerpoint/2010/main" val="393335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964" y="263526"/>
            <a:ext cx="4620491" cy="881784"/>
          </a:xfrm>
        </p:spPr>
        <p:txBody>
          <a:bodyPr>
            <a:normAutofit/>
          </a:bodyPr>
          <a:lstStyle/>
          <a:p>
            <a:r>
              <a:rPr lang="en-US" sz="3600" b="1"/>
              <a:t>Order of Use Codes</a:t>
            </a:r>
          </a:p>
        </p:txBody>
      </p:sp>
      <p:sp>
        <p:nvSpPr>
          <p:cNvPr id="3" name="Content Placeholder 2"/>
          <p:cNvSpPr>
            <a:spLocks noGrp="1"/>
          </p:cNvSpPr>
          <p:nvPr>
            <p:ph idx="1"/>
          </p:nvPr>
        </p:nvSpPr>
        <p:spPr>
          <a:xfrm>
            <a:off x="1012949" y="1677630"/>
            <a:ext cx="10166102" cy="538544"/>
          </a:xfrm>
        </p:spPr>
        <p:txBody>
          <a:bodyPr>
            <a:normAutofit/>
          </a:bodyPr>
          <a:lstStyle/>
          <a:p>
            <a:pPr marL="0" indent="0">
              <a:buNone/>
            </a:pPr>
            <a:r>
              <a:rPr lang="en-US" sz="2400" b="1"/>
              <a:t>Second Position:</a:t>
            </a:r>
            <a:r>
              <a:rPr lang="en-US" sz="2400"/>
              <a:t> </a:t>
            </a:r>
            <a:r>
              <a:rPr lang="en-US" sz="1800"/>
              <a:t>Subgroup- The Second position in a group will identify One-Way or Two-Way. </a:t>
            </a:r>
          </a:p>
        </p:txBody>
      </p:sp>
      <p:grpSp>
        <p:nvGrpSpPr>
          <p:cNvPr id="8" name="Group 7"/>
          <p:cNvGrpSpPr/>
          <p:nvPr/>
        </p:nvGrpSpPr>
        <p:grpSpPr>
          <a:xfrm>
            <a:off x="368299" y="2216174"/>
            <a:ext cx="11455401" cy="4162194"/>
            <a:chOff x="116114" y="2859314"/>
            <a:chExt cx="11455401" cy="3860800"/>
          </a:xfrm>
        </p:grpSpPr>
        <p:graphicFrame>
          <p:nvGraphicFramePr>
            <p:cNvPr id="7" name="Content Placeholder 7"/>
            <p:cNvGraphicFramePr>
              <a:graphicFrameLocks/>
            </p:cNvGraphicFramePr>
            <p:nvPr/>
          </p:nvGraphicFramePr>
          <p:xfrm>
            <a:off x="239486" y="3850224"/>
            <a:ext cx="5029200" cy="24489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3"/>
            <p:cNvSpPr/>
            <p:nvPr/>
          </p:nvSpPr>
          <p:spPr>
            <a:xfrm>
              <a:off x="533400" y="3182034"/>
              <a:ext cx="4724400" cy="64633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sto MT" panose="02040603050505030304"/>
                  <a:ea typeface="+mn-ea"/>
                  <a:cs typeface="+mn-cs"/>
                </a:rPr>
                <a:t>One Way</a:t>
              </a:r>
              <a:r>
                <a:rPr kumimoji="0" lang="en-US" sz="1800" b="0" i="0" u="none" strike="noStrike" kern="1200" cap="none" spc="0" normalizeH="0" baseline="0" noProof="0">
                  <a:ln>
                    <a:noFill/>
                  </a:ln>
                  <a:solidFill>
                    <a:prstClr val="black"/>
                  </a:solidFill>
                  <a:effectLst/>
                  <a:uLnTx/>
                  <a:uFillTx/>
                  <a:latin typeface="Calisto MT" panose="02040603050505030304"/>
                  <a:ea typeface="+mn-ea"/>
                  <a:cs typeface="+mn-cs"/>
                </a:rPr>
                <a:t>: When the alpha character changes, the relationship is substitutable</a:t>
              </a:r>
            </a:p>
          </p:txBody>
        </p:sp>
        <p:sp>
          <p:nvSpPr>
            <p:cNvPr id="5" name="Rectangle 4"/>
            <p:cNvSpPr/>
            <p:nvPr/>
          </p:nvSpPr>
          <p:spPr>
            <a:xfrm>
              <a:off x="6088743" y="3203892"/>
              <a:ext cx="5304971" cy="64633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sto MT" panose="02040603050505030304"/>
                  <a:ea typeface="+mn-ea"/>
                  <a:cs typeface="+mn-cs"/>
                </a:rPr>
                <a:t>Two Way</a:t>
              </a:r>
              <a:r>
                <a:rPr kumimoji="0" lang="en-US" sz="1800" b="0" i="0" u="none" strike="noStrike" kern="1200" cap="none" spc="0" normalizeH="0" baseline="0" noProof="0">
                  <a:ln>
                    <a:noFill/>
                  </a:ln>
                  <a:solidFill>
                    <a:prstClr val="black"/>
                  </a:solidFill>
                  <a:effectLst/>
                  <a:uLnTx/>
                  <a:uFillTx/>
                  <a:latin typeface="Calisto MT" panose="02040603050505030304"/>
                  <a:ea typeface="+mn-ea"/>
                  <a:cs typeface="+mn-cs"/>
                </a:rPr>
                <a:t>: When the alpha character stays the same the relationship is interchangeable.</a:t>
              </a:r>
            </a:p>
          </p:txBody>
        </p:sp>
        <p:graphicFrame>
          <p:nvGraphicFramePr>
            <p:cNvPr id="9" name="Content Placeholder 7"/>
            <p:cNvGraphicFramePr>
              <a:graphicFrameLocks/>
            </p:cNvGraphicFramePr>
            <p:nvPr/>
          </p:nvGraphicFramePr>
          <p:xfrm>
            <a:off x="6226629" y="3850224"/>
            <a:ext cx="5029200" cy="244897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6" name="Rectangle 5"/>
            <p:cNvSpPr/>
            <p:nvPr/>
          </p:nvSpPr>
          <p:spPr>
            <a:xfrm>
              <a:off x="116114" y="2859314"/>
              <a:ext cx="5624286" cy="3860800"/>
            </a:xfrm>
            <a:prstGeom prst="rect">
              <a:avLst/>
            </a:pr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sto MT" panose="02040603050505030304"/>
                <a:ea typeface="+mn-ea"/>
                <a:cs typeface="+mn-cs"/>
              </a:endParaRPr>
            </a:p>
          </p:txBody>
        </p:sp>
        <p:sp>
          <p:nvSpPr>
            <p:cNvPr id="10" name="Rectangle 9"/>
            <p:cNvSpPr/>
            <p:nvPr/>
          </p:nvSpPr>
          <p:spPr>
            <a:xfrm>
              <a:off x="5947229" y="2859314"/>
              <a:ext cx="5624286" cy="3860800"/>
            </a:xfrm>
            <a:prstGeom prst="rect">
              <a:avLst/>
            </a:pr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sto MT" panose="02040603050505030304"/>
                <a:ea typeface="+mn-ea"/>
                <a:cs typeface="+mn-cs"/>
              </a:endParaRPr>
            </a:p>
          </p:txBody>
        </p:sp>
      </p:grpSp>
    </p:spTree>
    <p:extLst>
      <p:ext uri="{BB962C8B-B14F-4D97-AF65-F5344CB8AC3E}">
        <p14:creationId xmlns:p14="http://schemas.microsoft.com/office/powerpoint/2010/main" val="1555697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D0BD6-D7E2-497A-97DD-91BA85415A49}"/>
              </a:ext>
            </a:extLst>
          </p:cNvPr>
          <p:cNvSpPr>
            <a:spLocks noGrp="1"/>
          </p:cNvSpPr>
          <p:nvPr>
            <p:ph type="title"/>
          </p:nvPr>
        </p:nvSpPr>
        <p:spPr>
          <a:xfrm>
            <a:off x="339437" y="291235"/>
            <a:ext cx="4583545" cy="770948"/>
          </a:xfrm>
        </p:spPr>
        <p:txBody>
          <a:bodyPr>
            <a:normAutofit fontScale="90000"/>
          </a:bodyPr>
          <a:lstStyle/>
          <a:p>
            <a:r>
              <a:rPr lang="en-US" b="1"/>
              <a:t>Order of Use Codes</a:t>
            </a:r>
            <a:endParaRPr lang="en-US"/>
          </a:p>
        </p:txBody>
      </p:sp>
      <p:sp>
        <p:nvSpPr>
          <p:cNvPr id="3" name="Content Placeholder 2">
            <a:extLst>
              <a:ext uri="{FF2B5EF4-FFF2-40B4-BE49-F238E27FC236}">
                <a16:creationId xmlns:a16="http://schemas.microsoft.com/office/drawing/2014/main" id="{E6DEC0A2-F37D-4E4B-9EB4-E0BAD94CEF8D}"/>
              </a:ext>
            </a:extLst>
          </p:cNvPr>
          <p:cNvSpPr>
            <a:spLocks noGrp="1"/>
          </p:cNvSpPr>
          <p:nvPr>
            <p:ph idx="1"/>
          </p:nvPr>
        </p:nvSpPr>
        <p:spPr>
          <a:xfrm>
            <a:off x="838200" y="1825625"/>
            <a:ext cx="11150600" cy="4351338"/>
          </a:xfrm>
        </p:spPr>
        <p:txBody>
          <a:bodyPr/>
          <a:lstStyle/>
          <a:p>
            <a:pPr marL="0" indent="0">
              <a:buNone/>
            </a:pPr>
            <a:r>
              <a:rPr lang="en-US" sz="2400" b="1"/>
              <a:t>Third Position:</a:t>
            </a:r>
            <a:r>
              <a:rPr lang="en-US" sz="2400"/>
              <a:t> Order within Subgroup</a:t>
            </a:r>
          </a:p>
          <a:p>
            <a:pPr marL="0" indent="0">
              <a:buNone/>
            </a:pPr>
            <a:r>
              <a:rPr lang="en-US" sz="2400"/>
              <a:t>The Third position is only important in a two-way relationship and it shows order.</a:t>
            </a:r>
          </a:p>
          <a:p>
            <a:endParaRPr lang="en-US"/>
          </a:p>
        </p:txBody>
      </p:sp>
      <p:graphicFrame>
        <p:nvGraphicFramePr>
          <p:cNvPr id="4" name="Content Placeholder 7"/>
          <p:cNvGraphicFramePr>
            <a:graphicFrameLocks/>
          </p:cNvGraphicFramePr>
          <p:nvPr/>
        </p:nvGraphicFramePr>
        <p:xfrm>
          <a:off x="1798781" y="3205017"/>
          <a:ext cx="9026237" cy="25102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83654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452582"/>
            <a:ext cx="10353762" cy="711200"/>
          </a:xfrm>
        </p:spPr>
        <p:txBody>
          <a:bodyPr>
            <a:normAutofit/>
          </a:bodyPr>
          <a:lstStyle/>
          <a:p>
            <a:r>
              <a:rPr lang="en-US" sz="3600" b="1"/>
              <a:t>Interchangeability vs. Substitutability</a:t>
            </a:r>
          </a:p>
        </p:txBody>
      </p:sp>
      <p:sp>
        <p:nvSpPr>
          <p:cNvPr id="7" name="Content Placeholder 6"/>
          <p:cNvSpPr>
            <a:spLocks noGrp="1"/>
          </p:cNvSpPr>
          <p:nvPr>
            <p:ph sz="half" idx="1"/>
          </p:nvPr>
        </p:nvSpPr>
        <p:spPr/>
        <p:txBody>
          <a:bodyPr>
            <a:normAutofit lnSpcReduction="10000"/>
          </a:bodyPr>
          <a:lstStyle/>
          <a:p>
            <a:pPr marL="0" indent="0">
              <a:buNone/>
            </a:pPr>
            <a:r>
              <a:rPr lang="en-US" sz="2200" b="1"/>
              <a:t>Substitutable Item-</a:t>
            </a:r>
          </a:p>
          <a:p>
            <a:pPr lvl="1"/>
            <a:r>
              <a:rPr lang="en-US" sz="2200" b="1"/>
              <a:t>(One-Way)-</a:t>
            </a:r>
            <a:r>
              <a:rPr lang="en-US" sz="2200"/>
              <a:t> An item that possesses such functional and physical characteristics as to be capable of being exchanged for another only under specified conditions or for particular applications and without alteration of the items themselves or of adjoining items. </a:t>
            </a:r>
          </a:p>
          <a:p>
            <a:endParaRPr lang="en-US"/>
          </a:p>
        </p:txBody>
      </p:sp>
      <p:sp>
        <p:nvSpPr>
          <p:cNvPr id="8" name="Content Placeholder 7"/>
          <p:cNvSpPr>
            <a:spLocks noGrp="1"/>
          </p:cNvSpPr>
          <p:nvPr>
            <p:ph sz="half" idx="2"/>
          </p:nvPr>
        </p:nvSpPr>
        <p:spPr/>
        <p:txBody>
          <a:bodyPr>
            <a:normAutofit lnSpcReduction="10000"/>
          </a:bodyPr>
          <a:lstStyle/>
          <a:p>
            <a:r>
              <a:rPr lang="en-US" sz="2200" b="1"/>
              <a:t>Interchangeable Item (Two-Way)-</a:t>
            </a:r>
            <a:r>
              <a:rPr lang="en-US" sz="2200"/>
              <a:t> An item that possesses such functional and physical characteristics as to be equivalent in performance, reliability, and maintainability to another item of similar or identical purposes; and is capable of being exchanged for the other item without selection for fit or performance, and without alteration of the items themselves or of adjoining items, except for adjustment.</a:t>
            </a:r>
          </a:p>
          <a:p>
            <a:endParaRPr lang="en-US"/>
          </a:p>
        </p:txBody>
      </p:sp>
    </p:spTree>
    <p:extLst>
      <p:ext uri="{BB962C8B-B14F-4D97-AF65-F5344CB8AC3E}">
        <p14:creationId xmlns:p14="http://schemas.microsoft.com/office/powerpoint/2010/main" val="1652836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a:spLocks noGrp="1"/>
          </p:cNvSpPr>
          <p:nvPr>
            <p:ph type="title"/>
          </p:nvPr>
        </p:nvSpPr>
        <p:spPr/>
        <p:txBody>
          <a:bodyPr>
            <a:normAutofit/>
          </a:bodyPr>
          <a:lstStyle/>
          <a:p>
            <a:r>
              <a:rPr lang="en-US" b="1"/>
              <a:t>Substitutability</a:t>
            </a:r>
          </a:p>
        </p:txBody>
      </p:sp>
      <p:sp>
        <p:nvSpPr>
          <p:cNvPr id="13" name="Text Placeholder 12"/>
          <p:cNvSpPr>
            <a:spLocks noGrp="1"/>
          </p:cNvSpPr>
          <p:nvPr>
            <p:ph type="body" sz="half" idx="2"/>
          </p:nvPr>
        </p:nvSpPr>
        <p:spPr>
          <a:xfrm>
            <a:off x="591773" y="2431518"/>
            <a:ext cx="4350932" cy="3904627"/>
          </a:xfrm>
        </p:spPr>
        <p:txBody>
          <a:bodyPr>
            <a:normAutofit/>
          </a:bodyPr>
          <a:lstStyle/>
          <a:p>
            <a:r>
              <a:rPr lang="en-US" sz="1800"/>
              <a:t>These four air pressure gages show what could be a substitutable I&amp;S group. </a:t>
            </a:r>
          </a:p>
          <a:p>
            <a:r>
              <a:rPr lang="en-US" sz="1800"/>
              <a:t>Notice the master NSN displays a range of 0 to 200 PSI, thus can be substituted for each of the other 3 members. However the members can be substituted for other members with a lower order-of-use. </a:t>
            </a:r>
          </a:p>
          <a:p>
            <a:r>
              <a:rPr lang="en-US" sz="1800"/>
              <a:t>Not all these have the same capabilities but depending on the requirements they could be suitable. </a:t>
            </a:r>
          </a:p>
          <a:p>
            <a:endParaRPr lang="en-US"/>
          </a:p>
        </p:txBody>
      </p:sp>
      <p:grpSp>
        <p:nvGrpSpPr>
          <p:cNvPr id="2" name="Group 1"/>
          <p:cNvGrpSpPr/>
          <p:nvPr/>
        </p:nvGrpSpPr>
        <p:grpSpPr>
          <a:xfrm>
            <a:off x="5370127" y="534261"/>
            <a:ext cx="6253019" cy="6088147"/>
            <a:chOff x="5462491" y="100152"/>
            <a:chExt cx="6253019" cy="6088147"/>
          </a:xfrm>
        </p:grpSpPr>
        <p:sp>
          <p:nvSpPr>
            <p:cNvPr id="22" name="Rectangle 21"/>
            <p:cNvSpPr/>
            <p:nvPr/>
          </p:nvSpPr>
          <p:spPr>
            <a:xfrm>
              <a:off x="5462491" y="609600"/>
              <a:ext cx="6253019" cy="5578699"/>
            </a:xfrm>
            <a:prstGeom prst="rect">
              <a:avLst/>
            </a:prstGeom>
            <a:blipFill>
              <a:blip r:embed="rId2">
                <a:extLst>
                  <a:ext uri="{BEBA8EAE-BF5A-486C-A8C5-ECC9F3942E4B}">
                    <a14:imgProps xmlns:a14="http://schemas.microsoft.com/office/drawing/2010/main">
                      <a14:imgLayer r:embed="rId3">
                        <a14:imgEffect>
                          <a14:backgroundRemoval t="4307" b="84388" l="15915" r="95113"/>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sto MT" panose="02040603050505030304"/>
                <a:ea typeface="+mn-ea"/>
                <a:cs typeface="+mn-cs"/>
              </a:endParaRPr>
            </a:p>
          </p:txBody>
        </p:sp>
        <p:sp>
          <p:nvSpPr>
            <p:cNvPr id="23" name="Rectangle 22"/>
            <p:cNvSpPr/>
            <p:nvPr/>
          </p:nvSpPr>
          <p:spPr>
            <a:xfrm>
              <a:off x="5770362" y="3926738"/>
              <a:ext cx="825287" cy="41490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15000"/>
                </a:lnSpc>
                <a:spcBef>
                  <a:spcPts val="0"/>
                </a:spcBef>
                <a:spcAft>
                  <a:spcPts val="100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a:ea typeface="Calibri"/>
                  <a:cs typeface="Times New Roman"/>
                </a:rPr>
                <a:t>AAA</a:t>
              </a:r>
            </a:p>
          </p:txBody>
        </p:sp>
        <p:sp>
          <p:nvSpPr>
            <p:cNvPr id="24" name="Rectangle 23"/>
            <p:cNvSpPr/>
            <p:nvPr/>
          </p:nvSpPr>
          <p:spPr>
            <a:xfrm>
              <a:off x="9275982" y="5154329"/>
              <a:ext cx="1049093" cy="40152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15000"/>
                </a:lnSpc>
                <a:spcBef>
                  <a:spcPts val="0"/>
                </a:spcBef>
                <a:spcAft>
                  <a:spcPts val="100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a:ea typeface="Calibri"/>
                  <a:cs typeface="Times New Roman"/>
                </a:rPr>
                <a:t>A</a:t>
              </a:r>
              <a:r>
                <a:rPr kumimoji="0" lang="en-US" sz="1200" b="0" i="0" u="none" strike="noStrike" kern="1200" cap="none" spc="0" normalizeH="0" baseline="0" noProof="0">
                  <a:ln>
                    <a:noFill/>
                  </a:ln>
                  <a:solidFill>
                    <a:srgbClr val="FF0000"/>
                  </a:solidFill>
                  <a:effectLst/>
                  <a:uLnTx/>
                  <a:uFillTx/>
                  <a:latin typeface="Times New Roman"/>
                  <a:ea typeface="Calibri"/>
                  <a:cs typeface="Times New Roman"/>
                </a:rPr>
                <a:t>B</a:t>
              </a:r>
              <a:r>
                <a:rPr kumimoji="0" lang="en-US" sz="1200" b="0" i="0" u="none" strike="noStrike" kern="1200" cap="none" spc="0" normalizeH="0" baseline="0" noProof="0">
                  <a:ln>
                    <a:noFill/>
                  </a:ln>
                  <a:solidFill>
                    <a:prstClr val="black"/>
                  </a:solidFill>
                  <a:effectLst/>
                  <a:uLnTx/>
                  <a:uFillTx/>
                  <a:latin typeface="Times New Roman"/>
                  <a:ea typeface="Calibri"/>
                  <a:cs typeface="Times New Roman"/>
                </a:rPr>
                <a:t>A</a:t>
              </a:r>
            </a:p>
          </p:txBody>
        </p:sp>
        <p:sp>
          <p:nvSpPr>
            <p:cNvPr id="25" name="Rectangle 24"/>
            <p:cNvSpPr/>
            <p:nvPr/>
          </p:nvSpPr>
          <p:spPr>
            <a:xfrm>
              <a:off x="10174176" y="1009995"/>
              <a:ext cx="853263" cy="441677"/>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15000"/>
                </a:lnSpc>
                <a:spcBef>
                  <a:spcPts val="0"/>
                </a:spcBef>
                <a:spcAft>
                  <a:spcPts val="100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a:ea typeface="Calibri"/>
                  <a:cs typeface="Times New Roman"/>
                </a:rPr>
                <a:t>A</a:t>
              </a:r>
              <a:r>
                <a:rPr kumimoji="0" lang="en-US" sz="1200" b="0" i="0" u="none" strike="noStrike" kern="1200" cap="none" spc="0" normalizeH="0" baseline="0" noProof="0">
                  <a:ln>
                    <a:noFill/>
                  </a:ln>
                  <a:solidFill>
                    <a:srgbClr val="FF0000"/>
                  </a:solidFill>
                  <a:effectLst/>
                  <a:uLnTx/>
                  <a:uFillTx/>
                  <a:latin typeface="Times New Roman"/>
                  <a:ea typeface="Calibri"/>
                  <a:cs typeface="Times New Roman"/>
                </a:rPr>
                <a:t>C</a:t>
              </a:r>
              <a:r>
                <a:rPr kumimoji="0" lang="en-US" sz="1200" b="0" i="0" u="none" strike="noStrike" kern="1200" cap="none" spc="0" normalizeH="0" baseline="0" noProof="0">
                  <a:ln>
                    <a:noFill/>
                  </a:ln>
                  <a:solidFill>
                    <a:prstClr val="black"/>
                  </a:solidFill>
                  <a:effectLst/>
                  <a:uLnTx/>
                  <a:uFillTx/>
                  <a:latin typeface="Times New Roman"/>
                  <a:ea typeface="Calibri"/>
                  <a:cs typeface="Times New Roman"/>
                </a:rPr>
                <a:t>A</a:t>
              </a:r>
            </a:p>
          </p:txBody>
        </p:sp>
        <p:sp>
          <p:nvSpPr>
            <p:cNvPr id="26" name="Rectangle 25"/>
            <p:cNvSpPr/>
            <p:nvPr/>
          </p:nvSpPr>
          <p:spPr>
            <a:xfrm>
              <a:off x="6445366" y="836001"/>
              <a:ext cx="867250" cy="34798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15000"/>
                </a:lnSpc>
                <a:spcBef>
                  <a:spcPts val="0"/>
                </a:spcBef>
                <a:spcAft>
                  <a:spcPts val="100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a:ea typeface="Calibri"/>
                  <a:cs typeface="Times New Roman"/>
                </a:rPr>
                <a:t>A</a:t>
              </a:r>
              <a:r>
                <a:rPr kumimoji="0" lang="en-US" sz="1200" b="0" i="0" u="none" strike="noStrike" kern="1200" cap="none" spc="0" normalizeH="0" baseline="0" noProof="0">
                  <a:ln>
                    <a:noFill/>
                  </a:ln>
                  <a:solidFill>
                    <a:srgbClr val="FF0000"/>
                  </a:solidFill>
                  <a:effectLst/>
                  <a:uLnTx/>
                  <a:uFillTx/>
                  <a:latin typeface="Times New Roman"/>
                  <a:ea typeface="Calibri"/>
                  <a:cs typeface="Times New Roman"/>
                </a:rPr>
                <a:t>D</a:t>
              </a:r>
              <a:r>
                <a:rPr kumimoji="0" lang="en-US" sz="1200" b="0" i="0" u="none" strike="noStrike" kern="1200" cap="none" spc="0" normalizeH="0" baseline="0" noProof="0">
                  <a:ln>
                    <a:noFill/>
                  </a:ln>
                  <a:solidFill>
                    <a:prstClr val="black"/>
                  </a:solidFill>
                  <a:effectLst/>
                  <a:uLnTx/>
                  <a:uFillTx/>
                  <a:latin typeface="Times New Roman"/>
                  <a:ea typeface="Calibri"/>
                  <a:cs typeface="Times New Roman"/>
                </a:rPr>
                <a:t>A</a:t>
              </a:r>
            </a:p>
          </p:txBody>
        </p:sp>
        <p:sp>
          <p:nvSpPr>
            <p:cNvPr id="27" name="Rectangle 26"/>
            <p:cNvSpPr/>
            <p:nvPr/>
          </p:nvSpPr>
          <p:spPr>
            <a:xfrm>
              <a:off x="5462491" y="5296368"/>
              <a:ext cx="2212927" cy="369332"/>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Calisto MT" panose="02040603050505030304"/>
                  <a:ea typeface="+mn-ea"/>
                  <a:cs typeface="+mn-cs"/>
                </a:rPr>
                <a:t>Gage, Air Pressure</a:t>
              </a:r>
              <a:endParaRPr kumimoji="0" lang="en-US" sz="1800" b="0"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Calisto MT" panose="02040603050505030304"/>
                <a:ea typeface="+mn-ea"/>
                <a:cs typeface="+mn-cs"/>
              </a:endParaRPr>
            </a:p>
          </p:txBody>
        </p:sp>
        <p:sp>
          <p:nvSpPr>
            <p:cNvPr id="11" name="Rectangle 10"/>
            <p:cNvSpPr/>
            <p:nvPr/>
          </p:nvSpPr>
          <p:spPr>
            <a:xfrm>
              <a:off x="6445366" y="100152"/>
              <a:ext cx="867250" cy="63424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15000"/>
                </a:lnSpc>
                <a:spcBef>
                  <a:spcPts val="0"/>
                </a:spcBef>
                <a:spcAft>
                  <a:spcPts val="100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a:ea typeface="Calibri"/>
                  <a:cs typeface="Times New Roman"/>
                </a:rPr>
                <a:t>Master or Most preferred</a:t>
              </a:r>
            </a:p>
          </p:txBody>
        </p:sp>
      </p:grpSp>
    </p:spTree>
    <p:extLst>
      <p:ext uri="{BB962C8B-B14F-4D97-AF65-F5344CB8AC3E}">
        <p14:creationId xmlns:p14="http://schemas.microsoft.com/office/powerpoint/2010/main" val="817640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1967346" y="243860"/>
            <a:ext cx="8257309" cy="2545253"/>
            <a:chOff x="1847273" y="243860"/>
            <a:chExt cx="8257309" cy="2545253"/>
          </a:xfrm>
        </p:grpSpPr>
        <p:sp>
          <p:nvSpPr>
            <p:cNvPr id="11" name="Rectangle 10"/>
            <p:cNvSpPr/>
            <p:nvPr/>
          </p:nvSpPr>
          <p:spPr>
            <a:xfrm>
              <a:off x="1847273" y="850121"/>
              <a:ext cx="8257309" cy="1938992"/>
            </a:xfrm>
            <a:prstGeom prst="rect">
              <a:avLst/>
            </a:prstGeom>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Calisto MT" panose="02040603050505030304"/>
                  <a:ea typeface="+mn-ea"/>
                  <a:cs typeface="+mn-cs"/>
                </a:rPr>
                <a:t>These three thermometers show what could be an Interchangeable Group. </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Calisto MT" panose="02040603050505030304"/>
                  <a:ea typeface="+mn-ea"/>
                  <a:cs typeface="+mn-cs"/>
                </a:rPr>
                <a:t>All three display can show a range from 160 to 220 degrees Fahrenheit. </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Calisto MT" panose="02040603050505030304"/>
                  <a:ea typeface="+mn-ea"/>
                  <a:cs typeface="+mn-cs"/>
                </a:rPr>
                <a:t>Same function different look.</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Calisto MT" panose="02040603050505030304"/>
                  <a:ea typeface="+mn-ea"/>
                  <a:cs typeface="+mn-cs"/>
                </a:rPr>
                <a:t>Therefore they are interchangeable with each other.</a:t>
              </a:r>
            </a:p>
          </p:txBody>
        </p:sp>
        <p:sp>
          <p:nvSpPr>
            <p:cNvPr id="3" name="Rectangle 2"/>
            <p:cNvSpPr/>
            <p:nvPr/>
          </p:nvSpPr>
          <p:spPr>
            <a:xfrm>
              <a:off x="4586559" y="243860"/>
              <a:ext cx="2497863" cy="46166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sng" strike="noStrike" kern="1200" cap="none" spc="0" normalizeH="0" baseline="0" noProof="0">
                  <a:ln>
                    <a:noFill/>
                  </a:ln>
                  <a:solidFill>
                    <a:prstClr val="black"/>
                  </a:solidFill>
                  <a:effectLst/>
                  <a:uLnTx/>
                  <a:uFillTx/>
                  <a:latin typeface="Calisto MT" panose="02040603050505030304"/>
                  <a:ea typeface="+mn-ea"/>
                  <a:cs typeface="+mn-cs"/>
                </a:rPr>
                <a:t>Interchangeability</a:t>
              </a:r>
              <a:endParaRPr kumimoji="0" lang="en-US" sz="2400" b="0" i="0" u="none" strike="noStrike" kern="1200" cap="none" spc="0" normalizeH="0" baseline="0" noProof="0">
                <a:ln>
                  <a:noFill/>
                </a:ln>
                <a:solidFill>
                  <a:prstClr val="black"/>
                </a:solidFill>
                <a:effectLst/>
                <a:uLnTx/>
                <a:uFillTx/>
                <a:latin typeface="Calisto MT" panose="02040603050505030304"/>
                <a:ea typeface="+mn-ea"/>
                <a:cs typeface="+mn-cs"/>
              </a:endParaRPr>
            </a:p>
          </p:txBody>
        </p:sp>
      </p:grpSp>
      <p:grpSp>
        <p:nvGrpSpPr>
          <p:cNvPr id="6" name="Group 5"/>
          <p:cNvGrpSpPr/>
          <p:nvPr/>
        </p:nvGrpSpPr>
        <p:grpSpPr>
          <a:xfrm>
            <a:off x="2447833" y="3090948"/>
            <a:ext cx="7370226" cy="3508433"/>
            <a:chOff x="379083" y="1329542"/>
            <a:chExt cx="6431484" cy="2962102"/>
          </a:xfrm>
        </p:grpSpPr>
        <p:sp>
          <p:nvSpPr>
            <p:cNvPr id="7" name="Rectangle 6"/>
            <p:cNvSpPr/>
            <p:nvPr/>
          </p:nvSpPr>
          <p:spPr>
            <a:xfrm>
              <a:off x="894763" y="3563931"/>
              <a:ext cx="1112467" cy="484764"/>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sto MT" panose="02040603050505030304"/>
                  <a:ea typeface="+mn-ea"/>
                  <a:cs typeface="+mn-cs"/>
                </a:rPr>
                <a:t>AAA</a:t>
              </a:r>
            </a:p>
          </p:txBody>
        </p:sp>
        <p:sp>
          <p:nvSpPr>
            <p:cNvPr id="8" name="Rectangle 7"/>
            <p:cNvSpPr/>
            <p:nvPr/>
          </p:nvSpPr>
          <p:spPr>
            <a:xfrm>
              <a:off x="3077419" y="3524102"/>
              <a:ext cx="1034811" cy="484764"/>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sto MT" panose="02040603050505030304"/>
                  <a:ea typeface="+mn-ea"/>
                  <a:cs typeface="+mn-cs"/>
                </a:rPr>
                <a:t>AAB</a:t>
              </a:r>
            </a:p>
          </p:txBody>
        </p:sp>
        <p:sp>
          <p:nvSpPr>
            <p:cNvPr id="9" name="Rectangle 8"/>
            <p:cNvSpPr/>
            <p:nvPr/>
          </p:nvSpPr>
          <p:spPr>
            <a:xfrm>
              <a:off x="4839778" y="3524102"/>
              <a:ext cx="1797750" cy="767542"/>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sto MT" panose="02040603050505030304"/>
                  <a:ea typeface="+mn-ea"/>
                  <a:cs typeface="+mn-cs"/>
                </a:rPr>
                <a:t>AAC</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sto MT" panose="02040603050505030304"/>
                  <a:ea typeface="+mn-ea"/>
                  <a:cs typeface="+mn-cs"/>
                </a:rPr>
                <a:t>(Master NSN)</a:t>
              </a:r>
            </a:p>
          </p:txBody>
        </p:sp>
        <p:pic>
          <p:nvPicPr>
            <p:cNvPr id="16" name="Picture 15"/>
            <p:cNvPicPr>
              <a:picLocks noChangeAspect="1"/>
            </p:cNvPicPr>
            <p:nvPr/>
          </p:nvPicPr>
          <p:blipFill>
            <a:blip r:embed="rId2"/>
            <a:stretch>
              <a:fillRect/>
            </a:stretch>
          </p:blipFill>
          <p:spPr>
            <a:xfrm>
              <a:off x="379083" y="1329542"/>
              <a:ext cx="2143828" cy="2194560"/>
            </a:xfrm>
            <a:prstGeom prst="rect">
              <a:avLst/>
            </a:prstGeom>
          </p:spPr>
        </p:pic>
        <p:pic>
          <p:nvPicPr>
            <p:cNvPr id="17" name="Picture 16"/>
            <p:cNvPicPr>
              <a:picLocks noChangeAspect="1"/>
            </p:cNvPicPr>
            <p:nvPr/>
          </p:nvPicPr>
          <p:blipFill>
            <a:blip r:embed="rId3"/>
            <a:stretch>
              <a:fillRect/>
            </a:stretch>
          </p:blipFill>
          <p:spPr>
            <a:xfrm>
              <a:off x="2522911" y="1329542"/>
              <a:ext cx="2143828" cy="2194560"/>
            </a:xfrm>
            <a:prstGeom prst="rect">
              <a:avLst/>
            </a:prstGeom>
          </p:spPr>
        </p:pic>
        <p:pic>
          <p:nvPicPr>
            <p:cNvPr id="4" name="Picture 3"/>
            <p:cNvPicPr>
              <a:picLocks noChangeAspect="1"/>
            </p:cNvPicPr>
            <p:nvPr/>
          </p:nvPicPr>
          <p:blipFill>
            <a:blip r:embed="rId4"/>
            <a:stretch>
              <a:fillRect/>
            </a:stretch>
          </p:blipFill>
          <p:spPr>
            <a:xfrm>
              <a:off x="4666739" y="1329542"/>
              <a:ext cx="2143828" cy="2194560"/>
            </a:xfrm>
            <a:prstGeom prst="rect">
              <a:avLst/>
            </a:prstGeom>
          </p:spPr>
        </p:pic>
      </p:grpSp>
    </p:spTree>
    <p:extLst>
      <p:ext uri="{BB962C8B-B14F-4D97-AF65-F5344CB8AC3E}">
        <p14:creationId xmlns:p14="http://schemas.microsoft.com/office/powerpoint/2010/main" val="3139374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688110" y="1597890"/>
            <a:ext cx="7670800" cy="5024581"/>
            <a:chOff x="457200" y="1600200"/>
            <a:chExt cx="8229600" cy="4525963"/>
          </a:xfrm>
        </p:grpSpPr>
        <p:sp>
          <p:nvSpPr>
            <p:cNvPr id="4" name="Content Placeholder 2"/>
            <p:cNvSpPr txBox="1">
              <a:spLocks/>
            </p:cNvSpPr>
            <p:nvPr/>
          </p:nvSpPr>
          <p:spPr>
            <a:xfrm>
              <a:off x="457200" y="1600200"/>
              <a:ext cx="8229600" cy="45259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1" i="0" u="sng" strike="noStrike" kern="1200" cap="none" spc="0" normalizeH="0" baseline="0" noProof="0">
                  <a:ln>
                    <a:noFill/>
                  </a:ln>
                  <a:solidFill>
                    <a:prstClr val="black"/>
                  </a:solidFill>
                  <a:effectLst/>
                  <a:uLnTx/>
                  <a:uFillTx/>
                  <a:latin typeface="Calisto MT" panose="02040603050505030304"/>
                  <a:ea typeface="+mn-ea"/>
                  <a:cs typeface="+mn-cs"/>
                </a:rPr>
                <a:t>One-Way Relationship (Substitute)</a:t>
              </a:r>
              <a:endParaRPr kumimoji="0" lang="en-US" sz="2400" b="0" i="0" u="none" strike="noStrike" kern="1200" cap="none" spc="0" normalizeH="0" baseline="0" noProof="0">
                <a:ln>
                  <a:noFill/>
                </a:ln>
                <a:solidFill>
                  <a:prstClr val="black"/>
                </a:solidFill>
                <a:effectLst/>
                <a:uLnTx/>
                <a:uFillTx/>
                <a:latin typeface="Calisto MT" panose="02040603050505030304"/>
                <a:ea typeface="+mn-ea"/>
                <a:cs typeface="+mn-cs"/>
              </a:endParaRPr>
            </a:p>
            <a:p>
              <a:pPr marL="40005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Calisto MT" panose="02040603050505030304"/>
                  <a:ea typeface="+mn-ea"/>
                  <a:cs typeface="+mn-cs"/>
                </a:rPr>
                <a:t>A</a:t>
              </a:r>
              <a:r>
                <a:rPr kumimoji="0" lang="en-US" sz="2000" b="0" i="0" u="none" strike="noStrike" kern="1200" cap="none" spc="0" normalizeH="0" baseline="0" noProof="0">
                  <a:ln>
                    <a:noFill/>
                  </a:ln>
                  <a:solidFill>
                    <a:srgbClr val="FF0000"/>
                  </a:solidFill>
                  <a:effectLst/>
                  <a:uLnTx/>
                  <a:uFillTx/>
                  <a:latin typeface="Calisto MT" panose="02040603050505030304"/>
                  <a:ea typeface="+mn-ea"/>
                  <a:cs typeface="+mn-cs"/>
                </a:rPr>
                <a:t>C</a:t>
              </a:r>
              <a:r>
                <a:rPr kumimoji="0" lang="en-US" sz="2000" b="0" i="0" u="none" strike="noStrike" kern="1200" cap="none" spc="0" normalizeH="0" baseline="0" noProof="0">
                  <a:ln>
                    <a:noFill/>
                  </a:ln>
                  <a:solidFill>
                    <a:prstClr val="black"/>
                  </a:solidFill>
                  <a:effectLst/>
                  <a:uLnTx/>
                  <a:uFillTx/>
                  <a:latin typeface="Calisto MT" panose="02040603050505030304"/>
                  <a:ea typeface="+mn-ea"/>
                  <a:cs typeface="+mn-cs"/>
                </a:rPr>
                <a:t>A</a:t>
              </a:r>
            </a:p>
            <a:p>
              <a:pPr marL="40005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Calisto MT" panose="02040603050505030304"/>
                  <a:ea typeface="+mn-ea"/>
                  <a:cs typeface="+mn-cs"/>
                </a:rPr>
                <a:t>A</a:t>
              </a:r>
              <a:r>
                <a:rPr kumimoji="0" lang="en-US" sz="2000" b="0" i="0" u="none" strike="noStrike" kern="1200" cap="none" spc="0" normalizeH="0" baseline="0" noProof="0">
                  <a:ln>
                    <a:noFill/>
                  </a:ln>
                  <a:solidFill>
                    <a:srgbClr val="FF0000"/>
                  </a:solidFill>
                  <a:effectLst/>
                  <a:uLnTx/>
                  <a:uFillTx/>
                  <a:latin typeface="Calisto MT" panose="02040603050505030304"/>
                  <a:ea typeface="+mn-ea"/>
                  <a:cs typeface="+mn-cs"/>
                </a:rPr>
                <a:t>B</a:t>
              </a:r>
              <a:r>
                <a:rPr kumimoji="0" lang="en-US" sz="2000" b="0" i="0" u="none" strike="noStrike" kern="1200" cap="none" spc="0" normalizeH="0" baseline="0" noProof="0">
                  <a:ln>
                    <a:noFill/>
                  </a:ln>
                  <a:solidFill>
                    <a:prstClr val="black"/>
                  </a:solidFill>
                  <a:effectLst/>
                  <a:uLnTx/>
                  <a:uFillTx/>
                  <a:latin typeface="Calisto MT" panose="02040603050505030304"/>
                  <a:ea typeface="+mn-ea"/>
                  <a:cs typeface="+mn-cs"/>
                </a:rPr>
                <a:t>A</a:t>
              </a:r>
            </a:p>
            <a:p>
              <a:pPr marL="40005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Calisto MT" panose="02040603050505030304"/>
                  <a:ea typeface="+mn-ea"/>
                  <a:cs typeface="+mn-cs"/>
                </a:rPr>
                <a:t>A</a:t>
              </a:r>
              <a:r>
                <a:rPr kumimoji="0" lang="en-US" sz="2000" b="0" i="0" u="none" strike="noStrike" kern="1200" cap="none" spc="0" normalizeH="0" baseline="0" noProof="0">
                  <a:ln>
                    <a:noFill/>
                  </a:ln>
                  <a:solidFill>
                    <a:srgbClr val="FF0000"/>
                  </a:solidFill>
                  <a:effectLst/>
                  <a:uLnTx/>
                  <a:uFillTx/>
                  <a:latin typeface="Calisto MT" panose="02040603050505030304"/>
                  <a:ea typeface="+mn-ea"/>
                  <a:cs typeface="+mn-cs"/>
                </a:rPr>
                <a:t>A</a:t>
              </a:r>
              <a:r>
                <a:rPr kumimoji="0" lang="en-US" sz="2000" b="0" i="0" u="none" strike="noStrike" kern="1200" cap="none" spc="0" normalizeH="0" baseline="0" noProof="0">
                  <a:ln>
                    <a:noFill/>
                  </a:ln>
                  <a:solidFill>
                    <a:prstClr val="black"/>
                  </a:solidFill>
                  <a:effectLst/>
                  <a:uLnTx/>
                  <a:uFillTx/>
                  <a:latin typeface="Calisto MT" panose="02040603050505030304"/>
                  <a:ea typeface="+mn-ea"/>
                  <a:cs typeface="+mn-cs"/>
                </a:rPr>
                <a:t>A</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1" i="0" u="sng" strike="noStrike" kern="1200" cap="none" spc="0" normalizeH="0" baseline="0" noProof="0">
                  <a:ln>
                    <a:noFill/>
                  </a:ln>
                  <a:solidFill>
                    <a:prstClr val="black"/>
                  </a:solidFill>
                  <a:effectLst/>
                  <a:uLnTx/>
                  <a:uFillTx/>
                  <a:latin typeface="Calisto MT" panose="02040603050505030304"/>
                  <a:ea typeface="+mn-ea"/>
                  <a:cs typeface="+mn-cs"/>
                </a:rPr>
                <a:t>Two-Way Relationship (Interchangeable) &amp; Generic</a:t>
              </a:r>
              <a:endParaRPr kumimoji="0" lang="en-US" sz="2400" b="0" i="0" u="none" strike="noStrike" kern="1200" cap="none" spc="0" normalizeH="0" baseline="0" noProof="0">
                <a:ln>
                  <a:noFill/>
                </a:ln>
                <a:solidFill>
                  <a:prstClr val="black"/>
                </a:solidFill>
                <a:effectLst/>
                <a:uLnTx/>
                <a:uFillTx/>
                <a:latin typeface="Calisto MT" panose="02040603050505030304"/>
                <a:ea typeface="+mn-ea"/>
                <a:cs typeface="+mn-cs"/>
              </a:endParaRPr>
            </a:p>
            <a:p>
              <a:pPr marL="40005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Calisto MT" panose="02040603050505030304"/>
                  <a:ea typeface="+mn-ea"/>
                  <a:cs typeface="+mn-cs"/>
                </a:rPr>
                <a:t>AA</a:t>
              </a:r>
              <a:r>
                <a:rPr kumimoji="0" lang="en-US" sz="2000" b="0" i="0" u="none" strike="noStrike" kern="1200" cap="none" spc="0" normalizeH="0" baseline="0" noProof="0">
                  <a:ln>
                    <a:noFill/>
                  </a:ln>
                  <a:solidFill>
                    <a:srgbClr val="FF0000"/>
                  </a:solidFill>
                  <a:effectLst/>
                  <a:uLnTx/>
                  <a:uFillTx/>
                  <a:latin typeface="Calisto MT" panose="02040603050505030304"/>
                  <a:ea typeface="+mn-ea"/>
                  <a:cs typeface="+mn-cs"/>
                </a:rPr>
                <a:t>C</a:t>
              </a:r>
            </a:p>
            <a:p>
              <a:pPr marL="40005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Calisto MT" panose="02040603050505030304"/>
                  <a:ea typeface="+mn-ea"/>
                  <a:cs typeface="+mn-cs"/>
                </a:rPr>
                <a:t>AA</a:t>
              </a:r>
              <a:r>
                <a:rPr kumimoji="0" lang="en-US" sz="2000" b="0" i="0" u="none" strike="noStrike" kern="1200" cap="none" spc="0" normalizeH="0" baseline="0" noProof="0">
                  <a:ln>
                    <a:noFill/>
                  </a:ln>
                  <a:solidFill>
                    <a:srgbClr val="FF0000"/>
                  </a:solidFill>
                  <a:effectLst/>
                  <a:uLnTx/>
                  <a:uFillTx/>
                  <a:latin typeface="Calisto MT" panose="02040603050505030304"/>
                  <a:ea typeface="+mn-ea"/>
                  <a:cs typeface="+mn-cs"/>
                </a:rPr>
                <a:t>B</a:t>
              </a:r>
            </a:p>
            <a:p>
              <a:pPr marL="40005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Calisto MT" panose="02040603050505030304"/>
                  <a:ea typeface="+mn-ea"/>
                  <a:cs typeface="+mn-cs"/>
                </a:rPr>
                <a:t>AA</a:t>
              </a:r>
              <a:r>
                <a:rPr kumimoji="0" lang="en-US" sz="2000" b="0" i="0" u="none" strike="noStrike" kern="1200" cap="none" spc="0" normalizeH="0" baseline="0" noProof="0">
                  <a:ln>
                    <a:noFill/>
                  </a:ln>
                  <a:solidFill>
                    <a:srgbClr val="FF0000"/>
                  </a:solidFill>
                  <a:effectLst/>
                  <a:uLnTx/>
                  <a:uFillTx/>
                  <a:latin typeface="Calisto MT" panose="02040603050505030304"/>
                  <a:ea typeface="+mn-ea"/>
                  <a:cs typeface="+mn-cs"/>
                </a:rPr>
                <a:t>A</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1" i="0" u="sng" strike="noStrike" kern="1200" cap="none" spc="0" normalizeH="0" baseline="0" noProof="0">
                  <a:ln>
                    <a:noFill/>
                  </a:ln>
                  <a:solidFill>
                    <a:prstClr val="black"/>
                  </a:solidFill>
                  <a:effectLst/>
                  <a:uLnTx/>
                  <a:uFillTx/>
                  <a:latin typeface="Calisto MT" panose="02040603050505030304"/>
                  <a:ea typeface="+mn-ea"/>
                  <a:cs typeface="+mn-cs"/>
                </a:rPr>
                <a:t>Mix of One-Way and Two Way Relationships</a:t>
              </a:r>
              <a:endParaRPr kumimoji="0" lang="en-US" sz="2400" b="0" i="0" u="none" strike="noStrike" kern="1200" cap="none" spc="0" normalizeH="0" baseline="0" noProof="0">
                <a:ln>
                  <a:noFill/>
                </a:ln>
                <a:solidFill>
                  <a:prstClr val="black"/>
                </a:solidFill>
                <a:effectLst/>
                <a:uLnTx/>
                <a:uFillTx/>
                <a:latin typeface="Calisto MT" panose="02040603050505030304"/>
                <a:ea typeface="+mn-ea"/>
                <a:cs typeface="+mn-cs"/>
              </a:endParaRPr>
            </a:p>
            <a:p>
              <a:pPr marL="40005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Calisto MT" panose="02040603050505030304"/>
                  <a:ea typeface="+mn-ea"/>
                  <a:cs typeface="+mn-cs"/>
                </a:rPr>
                <a:t>A</a:t>
              </a:r>
              <a:r>
                <a:rPr kumimoji="0" lang="en-US" sz="2000" b="0" i="0" u="none" strike="noStrike" kern="1200" cap="none" spc="0" normalizeH="0" baseline="0" noProof="0">
                  <a:ln>
                    <a:noFill/>
                  </a:ln>
                  <a:solidFill>
                    <a:srgbClr val="FF0000"/>
                  </a:solidFill>
                  <a:effectLst/>
                  <a:uLnTx/>
                  <a:uFillTx/>
                  <a:latin typeface="Calisto MT" panose="02040603050505030304"/>
                  <a:ea typeface="+mn-ea"/>
                  <a:cs typeface="+mn-cs"/>
                </a:rPr>
                <a:t>BB</a:t>
              </a:r>
            </a:p>
            <a:p>
              <a:pPr marL="40005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Calisto MT" panose="02040603050505030304"/>
                  <a:ea typeface="+mn-ea"/>
                  <a:cs typeface="+mn-cs"/>
                </a:rPr>
                <a:t>A</a:t>
              </a:r>
              <a:r>
                <a:rPr kumimoji="0" lang="en-US" sz="2000" b="0" i="0" u="none" strike="noStrike" kern="1200" cap="none" spc="0" normalizeH="0" baseline="0" noProof="0">
                  <a:ln>
                    <a:noFill/>
                  </a:ln>
                  <a:solidFill>
                    <a:srgbClr val="FF0000"/>
                  </a:solidFill>
                  <a:effectLst/>
                  <a:uLnTx/>
                  <a:uFillTx/>
                  <a:latin typeface="Calisto MT" panose="02040603050505030304"/>
                  <a:ea typeface="+mn-ea"/>
                  <a:cs typeface="+mn-cs"/>
                </a:rPr>
                <a:t>B</a:t>
              </a:r>
              <a:r>
                <a:rPr kumimoji="0" lang="en-US" sz="2000" b="0" i="0" u="none" strike="noStrike" kern="1200" cap="none" spc="0" normalizeH="0" baseline="0" noProof="0">
                  <a:ln>
                    <a:noFill/>
                  </a:ln>
                  <a:solidFill>
                    <a:prstClr val="black"/>
                  </a:solidFill>
                  <a:effectLst/>
                  <a:uLnTx/>
                  <a:uFillTx/>
                  <a:latin typeface="Calisto MT" panose="02040603050505030304"/>
                  <a:ea typeface="+mn-ea"/>
                  <a:cs typeface="+mn-cs"/>
                </a:rPr>
                <a:t>A</a:t>
              </a:r>
            </a:p>
            <a:p>
              <a:pPr marL="40005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Calisto MT" panose="02040603050505030304"/>
                  <a:ea typeface="+mn-ea"/>
                  <a:cs typeface="+mn-cs"/>
                </a:rPr>
                <a:t>A</a:t>
              </a:r>
              <a:r>
                <a:rPr kumimoji="0" lang="en-US" sz="2000" b="0" i="0" u="none" strike="noStrike" kern="1200" cap="none" spc="0" normalizeH="0" baseline="0" noProof="0">
                  <a:ln>
                    <a:noFill/>
                  </a:ln>
                  <a:solidFill>
                    <a:srgbClr val="FF0000"/>
                  </a:solidFill>
                  <a:effectLst/>
                  <a:uLnTx/>
                  <a:uFillTx/>
                  <a:latin typeface="Calisto MT" panose="02040603050505030304"/>
                  <a:ea typeface="+mn-ea"/>
                  <a:cs typeface="+mn-cs"/>
                </a:rPr>
                <a:t>A</a:t>
              </a:r>
              <a:r>
                <a:rPr kumimoji="0" lang="en-US" sz="2000" b="0" i="0" u="none" strike="noStrike" kern="1200" cap="none" spc="0" normalizeH="0" baseline="0" noProof="0">
                  <a:ln>
                    <a:noFill/>
                  </a:ln>
                  <a:solidFill>
                    <a:prstClr val="black"/>
                  </a:solidFill>
                  <a:effectLst/>
                  <a:uLnTx/>
                  <a:uFillTx/>
                  <a:latin typeface="Calisto MT" panose="02040603050505030304"/>
                  <a:ea typeface="+mn-ea"/>
                  <a:cs typeface="+mn-cs"/>
                </a:rPr>
                <a:t>A</a:t>
              </a:r>
            </a:p>
          </p:txBody>
        </p:sp>
        <p:cxnSp>
          <p:nvCxnSpPr>
            <p:cNvPr id="5" name="Straight Arrow Connector 4"/>
            <p:cNvCxnSpPr/>
            <p:nvPr/>
          </p:nvCxnSpPr>
          <p:spPr>
            <a:xfrm flipV="1">
              <a:off x="1749893" y="2008726"/>
              <a:ext cx="9237" cy="858981"/>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flipV="1">
              <a:off x="1759131" y="3347115"/>
              <a:ext cx="1" cy="822036"/>
            </a:xfrm>
            <a:prstGeom prst="straightConnector1">
              <a:avLst/>
            </a:prstGeom>
            <a:ln w="28575">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grpSp>
      <p:sp>
        <p:nvSpPr>
          <p:cNvPr id="27" name="Rectangle 26"/>
          <p:cNvSpPr/>
          <p:nvPr/>
        </p:nvSpPr>
        <p:spPr>
          <a:xfrm flipH="1">
            <a:off x="7398327" y="0"/>
            <a:ext cx="4710545" cy="6858000"/>
          </a:xfrm>
          <a:prstGeom prst="rect">
            <a:avLst/>
          </a:prstGeom>
          <a:blipFill dpi="0" rotWithShape="1">
            <a:blip r:embed="rId2">
              <a:alphaModFix amt="45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sto MT" panose="02040603050505030304"/>
              <a:ea typeface="+mn-ea"/>
              <a:cs typeface="+mn-cs"/>
            </a:endParaRPr>
          </a:p>
        </p:txBody>
      </p:sp>
      <p:sp>
        <p:nvSpPr>
          <p:cNvPr id="7" name="Title 1"/>
          <p:cNvSpPr>
            <a:spLocks noGrp="1"/>
          </p:cNvSpPr>
          <p:nvPr>
            <p:ph type="title"/>
          </p:nvPr>
        </p:nvSpPr>
        <p:spPr>
          <a:xfrm>
            <a:off x="320964" y="263526"/>
            <a:ext cx="4620491" cy="881784"/>
          </a:xfrm>
        </p:spPr>
        <p:txBody>
          <a:bodyPr>
            <a:normAutofit/>
          </a:bodyPr>
          <a:lstStyle/>
          <a:p>
            <a:r>
              <a:rPr lang="en-US" sz="3600" b="1"/>
              <a:t>Order of Use Codes</a:t>
            </a:r>
          </a:p>
        </p:txBody>
      </p:sp>
    </p:spTree>
    <p:extLst>
      <p:ext uri="{BB962C8B-B14F-4D97-AF65-F5344CB8AC3E}">
        <p14:creationId xmlns:p14="http://schemas.microsoft.com/office/powerpoint/2010/main" val="5314353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7FEFA47AFEBA94186293892278EA703" ma:contentTypeVersion="13" ma:contentTypeDescription="Create a new document." ma:contentTypeScope="" ma:versionID="d68dd8cbd9329c3d764958c0a488e40f">
  <xsd:schema xmlns:xsd="http://www.w3.org/2001/XMLSchema" xmlns:xs="http://www.w3.org/2001/XMLSchema" xmlns:p="http://schemas.microsoft.com/office/2006/metadata/properties" xmlns:ns1="http://schemas.microsoft.com/sharepoint/v3" xmlns:ns2="241efbf5-977f-45bd-a626-63ce12c37c50" targetNamespace="http://schemas.microsoft.com/office/2006/metadata/properties" ma:root="true" ma:fieldsID="3ac1a5fc10613c8bc94528932b0c09a1" ns1:_="" ns2:_="">
    <xsd:import namespace="http://schemas.microsoft.com/sharepoint/v3"/>
    <xsd:import namespace="241efbf5-977f-45bd-a626-63ce12c37c50"/>
    <xsd:element name="properties">
      <xsd:complexType>
        <xsd:sequence>
          <xsd:element name="documentManagement">
            <xsd:complexType>
              <xsd:all>
                <xsd:element ref="ns2:Summary"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WebsiteURL" minOccurs="0"/>
                <xsd:element ref="ns1:_ExtendedDescription" minOccurs="0"/>
                <xsd:element ref="ns2:Instructor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ExtendedDescription" ma:index="19" nillable="true" ma:displayName="Description" ma:internalName="_ExtendedDescription">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41efbf5-977f-45bd-a626-63ce12c37c50" elementFormDefault="qualified">
    <xsd:import namespace="http://schemas.microsoft.com/office/2006/documentManagement/types"/>
    <xsd:import namespace="http://schemas.microsoft.com/office/infopath/2007/PartnerControls"/>
    <xsd:element name="Summary" ma:index="9" nillable="true" ma:displayName="Summary" ma:format="Dropdown" ma:internalName="Summar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WebsiteURL" ma:index="18" nillable="true" ma:displayName="WebsiteURL" ma:format="Dropdown" ma:internalName="WebsiteURL">
      <xsd:simpleType>
        <xsd:restriction base="dms:Text">
          <xsd:maxLength value="255"/>
        </xsd:restriction>
      </xsd:simpleType>
    </xsd:element>
    <xsd:element name="InstructorType" ma:index="20" nillable="true" ma:displayName="Instructor Type" ma:format="Dropdown" ma:internalName="InstructorType">
      <xsd:simpleType>
        <xsd:restriction base="dms:Choice">
          <xsd:enumeration value="Equipment Specialist"/>
          <xsd:enumeration value="Item Manager"/>
          <xsd:enumeration value="Supply Planner"/>
          <xsd:enumeration value="Materiel Manager"/>
          <xsd:enumeration value="Equipment Specialist &amp; Supply Planner"/>
          <xsd:enumeration value="All"/>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ma:index="8"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WebsiteURL xmlns="241efbf5-977f-45bd-a626-63ce12c37c50" xsi:nil="true"/>
    <_ExtendedDescription xmlns="http://schemas.microsoft.com/sharepoint/v3" xsi:nil="true"/>
    <Summary xmlns="241efbf5-977f-45bd-a626-63ce12c37c50">This presentation explains the concepts of Interchangeability and Substitutability (I&amp;S) and how they are managed using Order of Use (OOU) codes. It defines the goal of I&amp;S as providing supply sustainment and eliminating duplicate items by grouping similar items together. The document distinguishes between substitutable (one-way) and interchangeable (two-way) items, providing visual examples of each. It also details the structure of the three-digit OOU codes, explaining how each position signifies the group, subgroup (one-way or two-way), and order of preference within a subgroup.</Summary>
    <InstructorType xmlns="241efbf5-977f-45bd-a626-63ce12c37c50" xsi:nil="true"/>
  </documentManagement>
</p:properties>
</file>

<file path=customXml/itemProps1.xml><?xml version="1.0" encoding="utf-8"?>
<ds:datastoreItem xmlns:ds="http://schemas.openxmlformats.org/officeDocument/2006/customXml" ds:itemID="{093FE230-7D30-4372-B220-941720AB0F68}"/>
</file>

<file path=customXml/itemProps2.xml><?xml version="1.0" encoding="utf-8"?>
<ds:datastoreItem xmlns:ds="http://schemas.openxmlformats.org/officeDocument/2006/customXml" ds:itemID="{72C053B0-8F7C-46E4-BB92-2AE2D881158A}"/>
</file>

<file path=customXml/itemProps3.xml><?xml version="1.0" encoding="utf-8"?>
<ds:datastoreItem xmlns:ds="http://schemas.openxmlformats.org/officeDocument/2006/customXml" ds:itemID="{2CC380D2-2751-42A8-AF1A-2CCE2AF124C3}"/>
</file>

<file path=docProps/app.xml><?xml version="1.0" encoding="utf-8"?>
<Properties xmlns="http://schemas.openxmlformats.org/officeDocument/2006/extended-properties" xmlns:vt="http://schemas.openxmlformats.org/officeDocument/2006/docPropsVTypes">
  <TotalTime>2</TotalTime>
  <Words>673</Words>
  <Application>Microsoft Office PowerPoint</Application>
  <PresentationFormat>Widescreen</PresentationFormat>
  <Paragraphs>90</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Calisto MT</vt:lpstr>
      <vt:lpstr>Times New Roman</vt:lpstr>
      <vt:lpstr>Wingdings 2</vt:lpstr>
      <vt:lpstr>Slate</vt:lpstr>
      <vt:lpstr>Interchangeability and Substitutability (I&amp;S)</vt:lpstr>
      <vt:lpstr>Objectives</vt:lpstr>
      <vt:lpstr>What is I&amp;S</vt:lpstr>
      <vt:lpstr>Order of Use Codes</vt:lpstr>
      <vt:lpstr>Order of Use Codes</vt:lpstr>
      <vt:lpstr>Order of Use Codes</vt:lpstr>
      <vt:lpstr>Interchangeability vs. Substitutability</vt:lpstr>
      <vt:lpstr>Substitutability</vt:lpstr>
      <vt:lpstr>PowerPoint Presentation</vt:lpstr>
      <vt:lpstr>Order of Use Codes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Interchangeability and Substitutability (I&amp;S) &amp; OOU (Order of Use)</dc:title>
  <dc:creator>MCLEAN, JEREMY K CIV USAF AFMC 431 SCMS/GUMA</dc:creator>
  <cp:keywords>Interchangeability, Substitutability, I&amp;S, Order of Use, OOU, NSN, One-Way Relationship, Two-Way Relationship, Group, Subgroup, D143, Link/Delink, AFMCMAN23-103.</cp:keywords>
  <cp:lastModifiedBy>MCLEAN, JEREMY K CIV USAF AFMC 431 SCMS/GUMA</cp:lastModifiedBy>
  <cp:revision>1</cp:revision>
  <dcterms:created xsi:type="dcterms:W3CDTF">2025-11-19T16:36:30Z</dcterms:created>
  <dcterms:modified xsi:type="dcterms:W3CDTF">2025-11-19T16:39:13Z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0x01010007FEFA47AFEBA94186293892278EA703</vt:lpwstr>
  </property>
</Properties>
</file>